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1848b3061a4259" /><Relationship Type="http://schemas.openxmlformats.org/officeDocument/2006/relationships/extended-properties" Target="/docProps/app.xml" Id="Re2b70ee56d6f4279" /><Relationship Type="http://schemas.openxmlformats.org/officeDocument/2006/relationships/officeDocument" Target="/ppt/presentation.xml" Id="Rff576a818b42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8a91b4467480d"/>
  </p:sldMasterIdLst>
  <p:notesMasterIdLst>
    <p:notesMasterId xmlns:r="http://schemas.openxmlformats.org/officeDocument/2006/relationships" r:id="R95be6e12926b4b61"/>
  </p:notesMasterIdLst>
  <p:sldIdLst>
    <p:sldId xmlns:r="http://schemas.openxmlformats.org/officeDocument/2006/relationships" id="256" r:id="R32991c088d7e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eb972ccadc432b" /><Relationship Type="http://schemas.openxmlformats.org/officeDocument/2006/relationships/slideMaster" Target="/ppt/slideMasters/slideMaster1.xml" Id="R6548a91b4467480d" /><Relationship Type="http://schemas.openxmlformats.org/officeDocument/2006/relationships/notesMaster" Target="/ppt/notesMasters/notesMaster1.xml" Id="R95be6e12926b4b61" /><Relationship Type="http://schemas.openxmlformats.org/officeDocument/2006/relationships/presProps" Target="/ppt/presProps.xml" Id="Ra4eaf941396846c3" /><Relationship Type="http://schemas.openxmlformats.org/officeDocument/2006/relationships/tableStyles" Target="/ppt/tableStyles.xml" Id="R7cc740ebc6984005" /><Relationship Type="http://schemas.openxmlformats.org/officeDocument/2006/relationships/slide" Target="/ppt/slides/slide1.xml" Id="R32991c088d7e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9b998ea96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3de84b8b4443e" /><Relationship Type="http://schemas.openxmlformats.org/officeDocument/2006/relationships/notesMaster" Target="/ppt/notesMasters/notesMaster1.xml" Id="R78333b292bf74a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Original palette and diagonal matrix structure preserved. Each original source cell was subdivided 2×2, yielding 16×16 and 12×12 native editable PowerPoint grids.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2d2a6bb8842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c7d67137784acb" /><Relationship Type="http://schemas.openxmlformats.org/officeDocument/2006/relationships/slideLayout" Target="/ppt/slideLayouts/slideLayout1.xml" Id="Rd4ce98a5d067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e98a5d067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7dcd56ed54219" /><Relationship Type="http://schemas.openxmlformats.org/officeDocument/2006/relationships/notesSlide" Target="/ppt/notesSlides/notesSlide1.xml" Id="R9ef510b5fcba44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4" name="bootstrap-panel">
            <a:extLst xmlns:a="http://schemas.openxmlformats.org/drawingml/2006/main">
              <a:ext uri="{FF2B5EF4-FFF2-40B4-BE49-F238E27FC236}">
                <a16:creationId xmlns:a16="http://schemas.microsoft.com/office/drawing/2014/main" id="{F52CCB06-8660-4B17-942A-79C334DA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9100"/>
            <a:ext cx="11468100" cy="6076950"/>
          </a:xfrm>
          <a:prstGeom xmlns:a="http://schemas.openxmlformats.org/drawingml/2006/main" prst="roundRect">
            <a:avLst>
              <a:gd name="adj" fmla="val 8464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urce-to-top">
            <a:extLst xmlns:a="http://schemas.openxmlformats.org/drawingml/2006/main">
              <a:ext uri="{FF2B5EF4-FFF2-40B4-BE49-F238E27FC236}">
                <a16:creationId xmlns:a16="http://schemas.microsoft.com/office/drawing/2014/main" id="{4F6F8564-AB20-4C1B-B7C6-2BA2854C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714750" y="20764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urce-to-middle">
            <a:extLst xmlns:a="http://schemas.openxmlformats.org/drawingml/2006/main">
              <a:ext uri="{FF2B5EF4-FFF2-40B4-BE49-F238E27FC236}">
                <a16:creationId xmlns:a16="http://schemas.microsoft.com/office/drawing/2014/main" id="{EA71F0E4-8334-43C7-8D70-C41E011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2575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to-bottom">
            <a:extLst xmlns:a="http://schemas.openxmlformats.org/drawingml/2006/main">
              <a:ext uri="{FF2B5EF4-FFF2-40B4-BE49-F238E27FC236}">
                <a16:creationId xmlns:a16="http://schemas.microsoft.com/office/drawing/2014/main" id="{DBFDF57E-ABDF-44D6-BD8C-B842767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714750" y="445770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to-top">
            <a:extLst xmlns:a="http://schemas.openxmlformats.org/drawingml/2006/main">
              <a:ext uri="{FF2B5EF4-FFF2-40B4-BE49-F238E27FC236}">
                <a16:creationId xmlns:a16="http://schemas.microsoft.com/office/drawing/2014/main" id="{E06DF0D0-33F4-491D-98D1-F283643D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0764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to-middle">
            <a:extLst xmlns:a="http://schemas.openxmlformats.org/drawingml/2006/main">
              <a:ext uri="{FF2B5EF4-FFF2-40B4-BE49-F238E27FC236}">
                <a16:creationId xmlns:a16="http://schemas.microsoft.com/office/drawing/2014/main" id="{7F673475-DB79-43B4-8D71-276BE17B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575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to-bottom">
            <a:extLst xmlns:a="http://schemas.openxmlformats.org/drawingml/2006/main">
              <a:ext uri="{FF2B5EF4-FFF2-40B4-BE49-F238E27FC236}">
                <a16:creationId xmlns:a16="http://schemas.microsoft.com/office/drawing/2014/main" id="{261E6E97-4DC0-4918-B0C9-F84F26D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5770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95849A9A-6A9B-4F75-9B10-423C2C3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71A"/>
                </a:solidFill>
              </a:defRPr>
            </a:pPr>
            <a:r>
              <a:rPr sz="3300" b="1">
                <a:solidFill>
                  <a:srgbClr val="11171A"/>
                </a:solidFill>
              </a:rPr>
              <a:t>Bootstrap resampling &amp; PERMANOVA</a:t>
            </a:r>
          </a:p>
        </p:txBody>
      </p:sp>
      <p:sp>
        <p:nvSpPr>
          <p:cNvPr id="9" name="omega-squared">
            <a:extLst xmlns:a="http://schemas.openxmlformats.org/drawingml/2006/main">
              <a:ext uri="{FF2B5EF4-FFF2-40B4-BE49-F238E27FC236}">
                <a16:creationId xmlns:a16="http://schemas.microsoft.com/office/drawing/2014/main" id="{28178FFD-08A7-46AF-B11E-47CF53E8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11171A"/>
                </a:solidFill>
              </a:defRPr>
            </a:pPr>
            <a:r>
              <a:rPr sz="3450" b="0">
                <a:solidFill>
                  <a:srgbClr val="11171A"/>
                </a:solidFill>
              </a:rPr>
              <a:t>ω²</a:t>
            </a:r>
          </a:p>
        </p:txBody>
      </p:sp>
      <p:sp>
        <p:nvSpPr>
          <p:cNvPr id="10" name="p-value">
            <a:extLst xmlns:a="http://schemas.openxmlformats.org/drawingml/2006/main">
              <a:ext uri="{FF2B5EF4-FFF2-40B4-BE49-F238E27FC236}">
                <a16:creationId xmlns:a16="http://schemas.microsoft.com/office/drawing/2014/main" id="{D582DB0D-4E58-4308-A102-156DF74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1171A"/>
                </a:solidFill>
              </a:defRPr>
            </a:pPr>
            <a:r>
              <a:rPr sz="3150" b="0">
                <a:solidFill>
                  <a:srgbClr val="11171A"/>
                </a:solidFill>
              </a:rPr>
              <a:t>p value</a:t>
            </a:r>
          </a:p>
        </p:txBody>
      </p:sp>
      <p:sp>
        <p:nvSpPr>
          <p:cNvPr id="11" name="repeat-symbol">
            <a:extLst xmlns:a="http://schemas.openxmlformats.org/drawingml/2006/main">
              <a:ext uri="{FF2B5EF4-FFF2-40B4-BE49-F238E27FC236}">
                <a16:creationId xmlns:a16="http://schemas.microsoft.com/office/drawing/2014/main" id="{EC54C754-5D5C-4EA6-88B5-3DFB055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2" name="iteration-label">
            <a:extLst xmlns:a="http://schemas.openxmlformats.org/drawingml/2006/main">
              <a:ext uri="{FF2B5EF4-FFF2-40B4-BE49-F238E27FC236}">
                <a16:creationId xmlns:a16="http://schemas.microsoft.com/office/drawing/2014/main" id="{5E504466-4D26-46FB-B23A-9857F945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1171A"/>
                </a:solidFill>
              </a:defRPr>
            </a:pPr>
            <a:r>
              <a:rPr sz="2850" b="0">
                <a:solidFill>
                  <a:srgbClr val="11171A"/>
                </a:solidFill>
              </a:rPr>
              <a:t>B = 500 iterations</a:t>
            </a:r>
          </a:p>
        </p:txBody>
      </p:sp>
      <p:sp>
        <p:nvSpPr>
          <p:cNvPr id="13" name="source-16x16-r1-c1">
            <a:extLst xmlns:a="http://schemas.openxmlformats.org/drawingml/2006/main">
              <a:ext uri="{FF2B5EF4-FFF2-40B4-BE49-F238E27FC236}">
                <a16:creationId xmlns:a16="http://schemas.microsoft.com/office/drawing/2014/main" id="{FED6FC54-4B23-47F3-B2F9-5545C37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" name="source-16x16-r1-c2">
            <a:extLst xmlns:a="http://schemas.openxmlformats.org/drawingml/2006/main">
              <a:ext uri="{FF2B5EF4-FFF2-40B4-BE49-F238E27FC236}">
                <a16:creationId xmlns:a16="http://schemas.microsoft.com/office/drawing/2014/main" id="{D8D44EDF-3B79-4B5C-BBA6-5DD5A534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" name="source-16x16-r1-c3">
            <a:extLst xmlns:a="http://schemas.openxmlformats.org/drawingml/2006/main">
              <a:ext uri="{FF2B5EF4-FFF2-40B4-BE49-F238E27FC236}">
                <a16:creationId xmlns:a16="http://schemas.microsoft.com/office/drawing/2014/main" id="{D0EB5C87-A636-444C-A400-5842F85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" name="source-16x16-r1-c4">
            <a:extLst xmlns:a="http://schemas.openxmlformats.org/drawingml/2006/main">
              <a:ext uri="{FF2B5EF4-FFF2-40B4-BE49-F238E27FC236}">
                <a16:creationId xmlns:a16="http://schemas.microsoft.com/office/drawing/2014/main" id="{85935E2C-7AED-4FA7-BC1E-D0F40C3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" name="source-16x16-r1-c5">
            <a:extLst xmlns:a="http://schemas.openxmlformats.org/drawingml/2006/main">
              <a:ext uri="{FF2B5EF4-FFF2-40B4-BE49-F238E27FC236}">
                <a16:creationId xmlns:a16="http://schemas.microsoft.com/office/drawing/2014/main" id="{D2B91982-6E13-4CEB-9F70-1F54528A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" name="source-16x16-r1-c6">
            <a:extLst xmlns:a="http://schemas.openxmlformats.org/drawingml/2006/main">
              <a:ext uri="{FF2B5EF4-FFF2-40B4-BE49-F238E27FC236}">
                <a16:creationId xmlns:a16="http://schemas.microsoft.com/office/drawing/2014/main" id="{04F8313B-7ACE-44A9-96E4-4A2E07E2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" name="source-16x16-r1-c7">
            <a:extLst xmlns:a="http://schemas.openxmlformats.org/drawingml/2006/main">
              <a:ext uri="{FF2B5EF4-FFF2-40B4-BE49-F238E27FC236}">
                <a16:creationId xmlns:a16="http://schemas.microsoft.com/office/drawing/2014/main" id="{C40AD547-562C-446B-A424-E304919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" name="source-16x16-r1-c8">
            <a:extLst xmlns:a="http://schemas.openxmlformats.org/drawingml/2006/main">
              <a:ext uri="{FF2B5EF4-FFF2-40B4-BE49-F238E27FC236}">
                <a16:creationId xmlns:a16="http://schemas.microsoft.com/office/drawing/2014/main" id="{505F1712-DDDE-4303-A240-D7AEBC55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" name="source-16x16-r1-c9">
            <a:extLst xmlns:a="http://schemas.openxmlformats.org/drawingml/2006/main">
              <a:ext uri="{FF2B5EF4-FFF2-40B4-BE49-F238E27FC236}">
                <a16:creationId xmlns:a16="http://schemas.microsoft.com/office/drawing/2014/main" id="{5D71A1D7-FFD7-4002-827C-03F43FC7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" name="source-16x16-r1-c10">
            <a:extLst xmlns:a="http://schemas.openxmlformats.org/drawingml/2006/main">
              <a:ext uri="{FF2B5EF4-FFF2-40B4-BE49-F238E27FC236}">
                <a16:creationId xmlns:a16="http://schemas.microsoft.com/office/drawing/2014/main" id="{26388494-9C3B-43F9-AEB5-86A52AC8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" name="source-16x16-r1-c11">
            <a:extLst xmlns:a="http://schemas.openxmlformats.org/drawingml/2006/main">
              <a:ext uri="{FF2B5EF4-FFF2-40B4-BE49-F238E27FC236}">
                <a16:creationId xmlns:a16="http://schemas.microsoft.com/office/drawing/2014/main" id="{5DEB9266-047B-4121-8335-981C6FC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" name="source-16x16-r1-c12">
            <a:extLst xmlns:a="http://schemas.openxmlformats.org/drawingml/2006/main">
              <a:ext uri="{FF2B5EF4-FFF2-40B4-BE49-F238E27FC236}">
                <a16:creationId xmlns:a16="http://schemas.microsoft.com/office/drawing/2014/main" id="{901D9791-E9BB-42E2-819D-B8CAC1DE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" name="source-16x16-r1-c13">
            <a:extLst xmlns:a="http://schemas.openxmlformats.org/drawingml/2006/main">
              <a:ext uri="{FF2B5EF4-FFF2-40B4-BE49-F238E27FC236}">
                <a16:creationId xmlns:a16="http://schemas.microsoft.com/office/drawing/2014/main" id="{486F52DC-9A07-4F86-8D95-1C19A5D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" name="source-16x16-r1-c14">
            <a:extLst xmlns:a="http://schemas.openxmlformats.org/drawingml/2006/main">
              <a:ext uri="{FF2B5EF4-FFF2-40B4-BE49-F238E27FC236}">
                <a16:creationId xmlns:a16="http://schemas.microsoft.com/office/drawing/2014/main" id="{96C67EAB-6E2F-4477-9214-F5B859CE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" name="source-16x16-r1-c15">
            <a:extLst xmlns:a="http://schemas.openxmlformats.org/drawingml/2006/main">
              <a:ext uri="{FF2B5EF4-FFF2-40B4-BE49-F238E27FC236}">
                <a16:creationId xmlns:a16="http://schemas.microsoft.com/office/drawing/2014/main" id="{C55B3BB1-5189-4C99-BCEB-E42B0E05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" name="source-16x16-r1-c16">
            <a:extLst xmlns:a="http://schemas.openxmlformats.org/drawingml/2006/main">
              <a:ext uri="{FF2B5EF4-FFF2-40B4-BE49-F238E27FC236}">
                <a16:creationId xmlns:a16="http://schemas.microsoft.com/office/drawing/2014/main" id="{867388DA-6656-421E-9B1F-944C3342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" name="source-16x16-r2-c1">
            <a:extLst xmlns:a="http://schemas.openxmlformats.org/drawingml/2006/main">
              <a:ext uri="{FF2B5EF4-FFF2-40B4-BE49-F238E27FC236}">
                <a16:creationId xmlns:a16="http://schemas.microsoft.com/office/drawing/2014/main" id="{BE5A4E69-4117-4599-A36C-48DFAE05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" name="source-16x16-r2-c2">
            <a:extLst xmlns:a="http://schemas.openxmlformats.org/drawingml/2006/main">
              <a:ext uri="{FF2B5EF4-FFF2-40B4-BE49-F238E27FC236}">
                <a16:creationId xmlns:a16="http://schemas.microsoft.com/office/drawing/2014/main" id="{663F39B4-F5D8-43B5-B970-F14733F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" name="source-16x16-r2-c3">
            <a:extLst xmlns:a="http://schemas.openxmlformats.org/drawingml/2006/main">
              <a:ext uri="{FF2B5EF4-FFF2-40B4-BE49-F238E27FC236}">
                <a16:creationId xmlns:a16="http://schemas.microsoft.com/office/drawing/2014/main" id="{D16AE388-EA60-44CE-93B7-B3B7623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" name="source-16x16-r2-c4">
            <a:extLst xmlns:a="http://schemas.openxmlformats.org/drawingml/2006/main">
              <a:ext uri="{FF2B5EF4-FFF2-40B4-BE49-F238E27FC236}">
                <a16:creationId xmlns:a16="http://schemas.microsoft.com/office/drawing/2014/main" id="{FBB3F38C-7A44-48AD-B5EA-BE3FB2B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" name="source-16x16-r2-c5">
            <a:extLst xmlns:a="http://schemas.openxmlformats.org/drawingml/2006/main">
              <a:ext uri="{FF2B5EF4-FFF2-40B4-BE49-F238E27FC236}">
                <a16:creationId xmlns:a16="http://schemas.microsoft.com/office/drawing/2014/main" id="{E62ECA9C-D582-4644-8FD4-D9BD011F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" name="source-16x16-r2-c6">
            <a:extLst xmlns:a="http://schemas.openxmlformats.org/drawingml/2006/main">
              <a:ext uri="{FF2B5EF4-FFF2-40B4-BE49-F238E27FC236}">
                <a16:creationId xmlns:a16="http://schemas.microsoft.com/office/drawing/2014/main" id="{8FD99FB6-1838-493A-BDA6-42E7FD2D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" name="source-16x16-r2-c7">
            <a:extLst xmlns:a="http://schemas.openxmlformats.org/drawingml/2006/main">
              <a:ext uri="{FF2B5EF4-FFF2-40B4-BE49-F238E27FC236}">
                <a16:creationId xmlns:a16="http://schemas.microsoft.com/office/drawing/2014/main" id="{C3A233FE-7F0D-49A1-BBAC-88BC6432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" name="source-16x16-r2-c8">
            <a:extLst xmlns:a="http://schemas.openxmlformats.org/drawingml/2006/main">
              <a:ext uri="{FF2B5EF4-FFF2-40B4-BE49-F238E27FC236}">
                <a16:creationId xmlns:a16="http://schemas.microsoft.com/office/drawing/2014/main" id="{2533FB94-623B-4611-832D-A780631B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" name="source-16x16-r2-c9">
            <a:extLst xmlns:a="http://schemas.openxmlformats.org/drawingml/2006/main">
              <a:ext uri="{FF2B5EF4-FFF2-40B4-BE49-F238E27FC236}">
                <a16:creationId xmlns:a16="http://schemas.microsoft.com/office/drawing/2014/main" id="{7100CD3F-847D-4E39-BF12-99C98824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" name="source-16x16-r2-c10">
            <a:extLst xmlns:a="http://schemas.openxmlformats.org/drawingml/2006/main">
              <a:ext uri="{FF2B5EF4-FFF2-40B4-BE49-F238E27FC236}">
                <a16:creationId xmlns:a16="http://schemas.microsoft.com/office/drawing/2014/main" id="{AF832F6B-6126-4386-A6FC-8F617F9C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" name="source-16x16-r2-c11">
            <a:extLst xmlns:a="http://schemas.openxmlformats.org/drawingml/2006/main">
              <a:ext uri="{FF2B5EF4-FFF2-40B4-BE49-F238E27FC236}">
                <a16:creationId xmlns:a16="http://schemas.microsoft.com/office/drawing/2014/main" id="{45FE21FE-A178-4531-A174-1C5CDCD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" name="source-16x16-r2-c12">
            <a:extLst xmlns:a="http://schemas.openxmlformats.org/drawingml/2006/main">
              <a:ext uri="{FF2B5EF4-FFF2-40B4-BE49-F238E27FC236}">
                <a16:creationId xmlns:a16="http://schemas.microsoft.com/office/drawing/2014/main" id="{2C44C8C1-F1D0-488B-B32F-C3E7249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" name="source-16x16-r2-c13">
            <a:extLst xmlns:a="http://schemas.openxmlformats.org/drawingml/2006/main">
              <a:ext uri="{FF2B5EF4-FFF2-40B4-BE49-F238E27FC236}">
                <a16:creationId xmlns:a16="http://schemas.microsoft.com/office/drawing/2014/main" id="{F708B1C1-1440-4674-99DB-D663E43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" name="source-16x16-r2-c14">
            <a:extLst xmlns:a="http://schemas.openxmlformats.org/drawingml/2006/main">
              <a:ext uri="{FF2B5EF4-FFF2-40B4-BE49-F238E27FC236}">
                <a16:creationId xmlns:a16="http://schemas.microsoft.com/office/drawing/2014/main" id="{82070B46-6BEB-49B0-AD35-5B94F60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" name="source-16x16-r2-c15">
            <a:extLst xmlns:a="http://schemas.openxmlformats.org/drawingml/2006/main">
              <a:ext uri="{FF2B5EF4-FFF2-40B4-BE49-F238E27FC236}">
                <a16:creationId xmlns:a16="http://schemas.microsoft.com/office/drawing/2014/main" id="{4ADE638F-8938-4E05-881E-4928405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" name="source-16x16-r2-c16">
            <a:extLst xmlns:a="http://schemas.openxmlformats.org/drawingml/2006/main">
              <a:ext uri="{FF2B5EF4-FFF2-40B4-BE49-F238E27FC236}">
                <a16:creationId xmlns:a16="http://schemas.microsoft.com/office/drawing/2014/main" id="{A851BA31-980D-428A-B4C3-6480C93A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98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" name="source-16x16-r3-c1">
            <a:extLst xmlns:a="http://schemas.openxmlformats.org/drawingml/2006/main">
              <a:ext uri="{FF2B5EF4-FFF2-40B4-BE49-F238E27FC236}">
                <a16:creationId xmlns:a16="http://schemas.microsoft.com/office/drawing/2014/main" id="{8997967F-6F8B-4EE5-9B75-15D505F3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" name="source-16x16-r3-c2">
            <a:extLst xmlns:a="http://schemas.openxmlformats.org/drawingml/2006/main">
              <a:ext uri="{FF2B5EF4-FFF2-40B4-BE49-F238E27FC236}">
                <a16:creationId xmlns:a16="http://schemas.microsoft.com/office/drawing/2014/main" id="{CC0CFD2B-6458-4E3D-8DFD-2AAA4CB1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" name="source-16x16-r3-c3">
            <a:extLst xmlns:a="http://schemas.openxmlformats.org/drawingml/2006/main">
              <a:ext uri="{FF2B5EF4-FFF2-40B4-BE49-F238E27FC236}">
                <a16:creationId xmlns:a16="http://schemas.microsoft.com/office/drawing/2014/main" id="{A020AF52-5F8E-46B8-B3F4-7C970818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" name="source-16x16-r3-c4">
            <a:extLst xmlns:a="http://schemas.openxmlformats.org/drawingml/2006/main">
              <a:ext uri="{FF2B5EF4-FFF2-40B4-BE49-F238E27FC236}">
                <a16:creationId xmlns:a16="http://schemas.microsoft.com/office/drawing/2014/main" id="{CB365D61-D4B2-48AE-B0DB-E7D7BBA2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" name="source-16x16-r3-c5">
            <a:extLst xmlns:a="http://schemas.openxmlformats.org/drawingml/2006/main">
              <a:ext uri="{FF2B5EF4-FFF2-40B4-BE49-F238E27FC236}">
                <a16:creationId xmlns:a16="http://schemas.microsoft.com/office/drawing/2014/main" id="{7C34F868-7C90-4F8F-92CF-B3480C9F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" name="source-16x16-r3-c6">
            <a:extLst xmlns:a="http://schemas.openxmlformats.org/drawingml/2006/main">
              <a:ext uri="{FF2B5EF4-FFF2-40B4-BE49-F238E27FC236}">
                <a16:creationId xmlns:a16="http://schemas.microsoft.com/office/drawing/2014/main" id="{9601D2E2-4A8A-4CDF-AA3A-739F7FCE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" name="source-16x16-r3-c7">
            <a:extLst xmlns:a="http://schemas.openxmlformats.org/drawingml/2006/main">
              <a:ext uri="{FF2B5EF4-FFF2-40B4-BE49-F238E27FC236}">
                <a16:creationId xmlns:a16="http://schemas.microsoft.com/office/drawing/2014/main" id="{69A077B3-CFF5-46EA-BD22-21EA66C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" name="source-16x16-r3-c8">
            <a:extLst xmlns:a="http://schemas.openxmlformats.org/drawingml/2006/main">
              <a:ext uri="{FF2B5EF4-FFF2-40B4-BE49-F238E27FC236}">
                <a16:creationId xmlns:a16="http://schemas.microsoft.com/office/drawing/2014/main" id="{6A4C0367-E0DD-4777-A1D9-97970046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" name="source-16x16-r3-c9">
            <a:extLst xmlns:a="http://schemas.openxmlformats.org/drawingml/2006/main">
              <a:ext uri="{FF2B5EF4-FFF2-40B4-BE49-F238E27FC236}">
                <a16:creationId xmlns:a16="http://schemas.microsoft.com/office/drawing/2014/main" id="{C73C7A44-BDBE-4DE2-A043-EB333FE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" name="source-16x16-r3-c10">
            <a:extLst xmlns:a="http://schemas.openxmlformats.org/drawingml/2006/main">
              <a:ext uri="{FF2B5EF4-FFF2-40B4-BE49-F238E27FC236}">
                <a16:creationId xmlns:a16="http://schemas.microsoft.com/office/drawing/2014/main" id="{30A7826C-B8F2-4A62-B369-E1E63E9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" name="source-16x16-r3-c11">
            <a:extLst xmlns:a="http://schemas.openxmlformats.org/drawingml/2006/main">
              <a:ext uri="{FF2B5EF4-FFF2-40B4-BE49-F238E27FC236}">
                <a16:creationId xmlns:a16="http://schemas.microsoft.com/office/drawing/2014/main" id="{9387B74B-6549-4CB7-B6C5-752D504B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" name="source-16x16-r3-c12">
            <a:extLst xmlns:a="http://schemas.openxmlformats.org/drawingml/2006/main">
              <a:ext uri="{FF2B5EF4-FFF2-40B4-BE49-F238E27FC236}">
                <a16:creationId xmlns:a16="http://schemas.microsoft.com/office/drawing/2014/main" id="{24789201-2AFB-40B7-B0C4-AA9EBB9E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" name="source-16x16-r3-c13">
            <a:extLst xmlns:a="http://schemas.openxmlformats.org/drawingml/2006/main">
              <a:ext uri="{FF2B5EF4-FFF2-40B4-BE49-F238E27FC236}">
                <a16:creationId xmlns:a16="http://schemas.microsoft.com/office/drawing/2014/main" id="{334992EA-BC42-41DA-97D7-2B29439D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" name="source-16x16-r3-c14">
            <a:extLst xmlns:a="http://schemas.openxmlformats.org/drawingml/2006/main">
              <a:ext uri="{FF2B5EF4-FFF2-40B4-BE49-F238E27FC236}">
                <a16:creationId xmlns:a16="http://schemas.microsoft.com/office/drawing/2014/main" id="{0C83FAC4-53F9-4193-89DC-0E13293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" name="source-16x16-r3-c15">
            <a:extLst xmlns:a="http://schemas.openxmlformats.org/drawingml/2006/main">
              <a:ext uri="{FF2B5EF4-FFF2-40B4-BE49-F238E27FC236}">
                <a16:creationId xmlns:a16="http://schemas.microsoft.com/office/drawing/2014/main" id="{76F3865E-0740-41FF-ADAB-06D201A5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" name="source-16x16-r3-c16">
            <a:extLst xmlns:a="http://schemas.openxmlformats.org/drawingml/2006/main">
              <a:ext uri="{FF2B5EF4-FFF2-40B4-BE49-F238E27FC236}">
                <a16:creationId xmlns:a16="http://schemas.microsoft.com/office/drawing/2014/main" id="{722B709D-F602-4FAA-89B3-8C70FA4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432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" name="source-16x16-r4-c1">
            <a:extLst xmlns:a="http://schemas.openxmlformats.org/drawingml/2006/main">
              <a:ext uri="{FF2B5EF4-FFF2-40B4-BE49-F238E27FC236}">
                <a16:creationId xmlns:a16="http://schemas.microsoft.com/office/drawing/2014/main" id="{D0553F1D-58DD-4656-BDCC-C47ADB6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" name="source-16x16-r4-c2">
            <a:extLst xmlns:a="http://schemas.openxmlformats.org/drawingml/2006/main">
              <a:ext uri="{FF2B5EF4-FFF2-40B4-BE49-F238E27FC236}">
                <a16:creationId xmlns:a16="http://schemas.microsoft.com/office/drawing/2014/main" id="{691C9DCA-16DF-4797-9604-BF267FC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" name="source-16x16-r4-c3">
            <a:extLst xmlns:a="http://schemas.openxmlformats.org/drawingml/2006/main">
              <a:ext uri="{FF2B5EF4-FFF2-40B4-BE49-F238E27FC236}">
                <a16:creationId xmlns:a16="http://schemas.microsoft.com/office/drawing/2014/main" id="{530CA058-D0A4-4875-90BF-F9AE7CE4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" name="source-16x16-r4-c4">
            <a:extLst xmlns:a="http://schemas.openxmlformats.org/drawingml/2006/main">
              <a:ext uri="{FF2B5EF4-FFF2-40B4-BE49-F238E27FC236}">
                <a16:creationId xmlns:a16="http://schemas.microsoft.com/office/drawing/2014/main" id="{1AE3ACA5-A93B-418C-AAB9-D583B79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" name="source-16x16-r4-c5">
            <a:extLst xmlns:a="http://schemas.openxmlformats.org/drawingml/2006/main">
              <a:ext uri="{FF2B5EF4-FFF2-40B4-BE49-F238E27FC236}">
                <a16:creationId xmlns:a16="http://schemas.microsoft.com/office/drawing/2014/main" id="{B5A5DED7-ED3E-4C4C-A3CE-D5FA5A77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" name="source-16x16-r4-c6">
            <a:extLst xmlns:a="http://schemas.openxmlformats.org/drawingml/2006/main">
              <a:ext uri="{FF2B5EF4-FFF2-40B4-BE49-F238E27FC236}">
                <a16:creationId xmlns:a16="http://schemas.microsoft.com/office/drawing/2014/main" id="{1C96BC3B-67F0-4B5B-BAB5-9ACBBE39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" name="source-16x16-r4-c7">
            <a:extLst xmlns:a="http://schemas.openxmlformats.org/drawingml/2006/main">
              <a:ext uri="{FF2B5EF4-FFF2-40B4-BE49-F238E27FC236}">
                <a16:creationId xmlns:a16="http://schemas.microsoft.com/office/drawing/2014/main" id="{8A499AC5-6A60-44C9-A630-E0F8501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" name="source-16x16-r4-c8">
            <a:extLst xmlns:a="http://schemas.openxmlformats.org/drawingml/2006/main">
              <a:ext uri="{FF2B5EF4-FFF2-40B4-BE49-F238E27FC236}">
                <a16:creationId xmlns:a16="http://schemas.microsoft.com/office/drawing/2014/main" id="{76E326D1-8631-48CB-99EF-5A0D7A38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" name="source-16x16-r4-c9">
            <a:extLst xmlns:a="http://schemas.openxmlformats.org/drawingml/2006/main">
              <a:ext uri="{FF2B5EF4-FFF2-40B4-BE49-F238E27FC236}">
                <a16:creationId xmlns:a16="http://schemas.microsoft.com/office/drawing/2014/main" id="{D36006D8-6B63-4D25-88EF-6D1C661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0" name="source-16x16-r4-c10">
            <a:extLst xmlns:a="http://schemas.openxmlformats.org/drawingml/2006/main">
              <a:ext uri="{FF2B5EF4-FFF2-40B4-BE49-F238E27FC236}">
                <a16:creationId xmlns:a16="http://schemas.microsoft.com/office/drawing/2014/main" id="{F580F898-C20F-4962-9360-073CDBCE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1" name="source-16x16-r4-c11">
            <a:extLst xmlns:a="http://schemas.openxmlformats.org/drawingml/2006/main">
              <a:ext uri="{FF2B5EF4-FFF2-40B4-BE49-F238E27FC236}">
                <a16:creationId xmlns:a16="http://schemas.microsoft.com/office/drawing/2014/main" id="{9F367F73-40E2-4BD0-9CC8-E4A05A5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2" name="source-16x16-r4-c12">
            <a:extLst xmlns:a="http://schemas.openxmlformats.org/drawingml/2006/main">
              <a:ext uri="{FF2B5EF4-FFF2-40B4-BE49-F238E27FC236}">
                <a16:creationId xmlns:a16="http://schemas.microsoft.com/office/drawing/2014/main" id="{02BEF84E-D9A4-4E6C-BE8F-B9B9717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3" name="source-16x16-r4-c13">
            <a:extLst xmlns:a="http://schemas.openxmlformats.org/drawingml/2006/main">
              <a:ext uri="{FF2B5EF4-FFF2-40B4-BE49-F238E27FC236}">
                <a16:creationId xmlns:a16="http://schemas.microsoft.com/office/drawing/2014/main" id="{D1F154F0-6FA7-46E9-A504-E66A6E18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4" name="source-16x16-r4-c14">
            <a:extLst xmlns:a="http://schemas.openxmlformats.org/drawingml/2006/main">
              <a:ext uri="{FF2B5EF4-FFF2-40B4-BE49-F238E27FC236}">
                <a16:creationId xmlns:a16="http://schemas.microsoft.com/office/drawing/2014/main" id="{3FFA01AA-8D63-4E08-8464-A240259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5" name="source-16x16-r4-c15">
            <a:extLst xmlns:a="http://schemas.openxmlformats.org/drawingml/2006/main">
              <a:ext uri="{FF2B5EF4-FFF2-40B4-BE49-F238E27FC236}">
                <a16:creationId xmlns:a16="http://schemas.microsoft.com/office/drawing/2014/main" id="{987BE70E-5C79-4C66-924D-0177E28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6" name="source-16x16-r4-c16">
            <a:extLst xmlns:a="http://schemas.openxmlformats.org/drawingml/2006/main">
              <a:ext uri="{FF2B5EF4-FFF2-40B4-BE49-F238E27FC236}">
                <a16:creationId xmlns:a16="http://schemas.microsoft.com/office/drawing/2014/main" id="{B81917CA-7799-4ABA-A5EF-C8894CD5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765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7" name="source-16x16-r5-c1">
            <a:extLst xmlns:a="http://schemas.openxmlformats.org/drawingml/2006/main">
              <a:ext uri="{FF2B5EF4-FFF2-40B4-BE49-F238E27FC236}">
                <a16:creationId xmlns:a16="http://schemas.microsoft.com/office/drawing/2014/main" id="{8A693395-27C8-48AA-B695-9D9AD00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8" name="source-16x16-r5-c2">
            <a:extLst xmlns:a="http://schemas.openxmlformats.org/drawingml/2006/main">
              <a:ext uri="{FF2B5EF4-FFF2-40B4-BE49-F238E27FC236}">
                <a16:creationId xmlns:a16="http://schemas.microsoft.com/office/drawing/2014/main" id="{10793C87-F04D-4BB1-BE96-34B3032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9" name="source-16x16-r5-c3">
            <a:extLst xmlns:a="http://schemas.openxmlformats.org/drawingml/2006/main">
              <a:ext uri="{FF2B5EF4-FFF2-40B4-BE49-F238E27FC236}">
                <a16:creationId xmlns:a16="http://schemas.microsoft.com/office/drawing/2014/main" id="{88D64777-5279-4AD9-9425-C442E289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0" name="source-16x16-r5-c4">
            <a:extLst xmlns:a="http://schemas.openxmlformats.org/drawingml/2006/main">
              <a:ext uri="{FF2B5EF4-FFF2-40B4-BE49-F238E27FC236}">
                <a16:creationId xmlns:a16="http://schemas.microsoft.com/office/drawing/2014/main" id="{EEA2FBFE-057F-4BA6-87BE-61309C6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1" name="source-16x16-r5-c5">
            <a:extLst xmlns:a="http://schemas.openxmlformats.org/drawingml/2006/main">
              <a:ext uri="{FF2B5EF4-FFF2-40B4-BE49-F238E27FC236}">
                <a16:creationId xmlns:a16="http://schemas.microsoft.com/office/drawing/2014/main" id="{72DE6669-87F0-43CD-B969-350CE91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2" name="source-16x16-r5-c6">
            <a:extLst xmlns:a="http://schemas.openxmlformats.org/drawingml/2006/main">
              <a:ext uri="{FF2B5EF4-FFF2-40B4-BE49-F238E27FC236}">
                <a16:creationId xmlns:a16="http://schemas.microsoft.com/office/drawing/2014/main" id="{CF068555-D1C9-4DF4-9395-460AB1E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3" name="source-16x16-r5-c7">
            <a:extLst xmlns:a="http://schemas.openxmlformats.org/drawingml/2006/main">
              <a:ext uri="{FF2B5EF4-FFF2-40B4-BE49-F238E27FC236}">
                <a16:creationId xmlns:a16="http://schemas.microsoft.com/office/drawing/2014/main" id="{F05F23DF-8692-4068-B63B-4ECB0B52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4" name="source-16x16-r5-c8">
            <a:extLst xmlns:a="http://schemas.openxmlformats.org/drawingml/2006/main">
              <a:ext uri="{FF2B5EF4-FFF2-40B4-BE49-F238E27FC236}">
                <a16:creationId xmlns:a16="http://schemas.microsoft.com/office/drawing/2014/main" id="{C2F2F1C4-E5C6-4DB4-B5DA-EADF60A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5" name="source-16x16-r5-c9">
            <a:extLst xmlns:a="http://schemas.openxmlformats.org/drawingml/2006/main">
              <a:ext uri="{FF2B5EF4-FFF2-40B4-BE49-F238E27FC236}">
                <a16:creationId xmlns:a16="http://schemas.microsoft.com/office/drawing/2014/main" id="{4EDD7D68-9B7A-4FA8-AFF0-30F27349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6" name="source-16x16-r5-c10">
            <a:extLst xmlns:a="http://schemas.openxmlformats.org/drawingml/2006/main">
              <a:ext uri="{FF2B5EF4-FFF2-40B4-BE49-F238E27FC236}">
                <a16:creationId xmlns:a16="http://schemas.microsoft.com/office/drawing/2014/main" id="{F0938C32-16DA-4CFC-B8A2-B497C69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7" name="source-16x16-r5-c11">
            <a:extLst xmlns:a="http://schemas.openxmlformats.org/drawingml/2006/main">
              <a:ext uri="{FF2B5EF4-FFF2-40B4-BE49-F238E27FC236}">
                <a16:creationId xmlns:a16="http://schemas.microsoft.com/office/drawing/2014/main" id="{4332579E-A468-47B1-8052-54579B31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8" name="source-16x16-r5-c12">
            <a:extLst xmlns:a="http://schemas.openxmlformats.org/drawingml/2006/main">
              <a:ext uri="{FF2B5EF4-FFF2-40B4-BE49-F238E27FC236}">
                <a16:creationId xmlns:a16="http://schemas.microsoft.com/office/drawing/2014/main" id="{F78C921E-47B8-47A4-BD49-9E499A5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89" name="source-16x16-r5-c13">
            <a:extLst xmlns:a="http://schemas.openxmlformats.org/drawingml/2006/main">
              <a:ext uri="{FF2B5EF4-FFF2-40B4-BE49-F238E27FC236}">
                <a16:creationId xmlns:a16="http://schemas.microsoft.com/office/drawing/2014/main" id="{2F6F0BBF-6672-44E1-9C43-3305444B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0" name="source-16x16-r5-c14">
            <a:extLst xmlns:a="http://schemas.openxmlformats.org/drawingml/2006/main">
              <a:ext uri="{FF2B5EF4-FFF2-40B4-BE49-F238E27FC236}">
                <a16:creationId xmlns:a16="http://schemas.microsoft.com/office/drawing/2014/main" id="{86364D31-3179-41DC-A922-E9253FF3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1" name="source-16x16-r5-c15">
            <a:extLst xmlns:a="http://schemas.openxmlformats.org/drawingml/2006/main">
              <a:ext uri="{FF2B5EF4-FFF2-40B4-BE49-F238E27FC236}">
                <a16:creationId xmlns:a16="http://schemas.microsoft.com/office/drawing/2014/main" id="{EAFFEA78-3D6E-4956-9220-24794C6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2" name="source-16x16-r5-c16">
            <a:extLst xmlns:a="http://schemas.openxmlformats.org/drawingml/2006/main">
              <a:ext uri="{FF2B5EF4-FFF2-40B4-BE49-F238E27FC236}">
                <a16:creationId xmlns:a16="http://schemas.microsoft.com/office/drawing/2014/main" id="{07512EB4-95D5-4EEE-8F07-57F8C39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99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3" name="source-16x16-r6-c1">
            <a:extLst xmlns:a="http://schemas.openxmlformats.org/drawingml/2006/main">
              <a:ext uri="{FF2B5EF4-FFF2-40B4-BE49-F238E27FC236}">
                <a16:creationId xmlns:a16="http://schemas.microsoft.com/office/drawing/2014/main" id="{F93C7F3C-E74A-4A47-A34F-82239917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4" name="source-16x16-r6-c2">
            <a:extLst xmlns:a="http://schemas.openxmlformats.org/drawingml/2006/main">
              <a:ext uri="{FF2B5EF4-FFF2-40B4-BE49-F238E27FC236}">
                <a16:creationId xmlns:a16="http://schemas.microsoft.com/office/drawing/2014/main" id="{DFEE1D08-5C55-4533-AFAC-0298F57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5" name="source-16x16-r6-c3">
            <a:extLst xmlns:a="http://schemas.openxmlformats.org/drawingml/2006/main">
              <a:ext uri="{FF2B5EF4-FFF2-40B4-BE49-F238E27FC236}">
                <a16:creationId xmlns:a16="http://schemas.microsoft.com/office/drawing/2014/main" id="{F656CAE3-B730-428D-996F-D70994FB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6" name="source-16x16-r6-c4">
            <a:extLst xmlns:a="http://schemas.openxmlformats.org/drawingml/2006/main">
              <a:ext uri="{FF2B5EF4-FFF2-40B4-BE49-F238E27FC236}">
                <a16:creationId xmlns:a16="http://schemas.microsoft.com/office/drawing/2014/main" id="{50D8721C-1E14-4042-BAEA-98452D2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7" name="source-16x16-r6-c5">
            <a:extLst xmlns:a="http://schemas.openxmlformats.org/drawingml/2006/main">
              <a:ext uri="{FF2B5EF4-FFF2-40B4-BE49-F238E27FC236}">
                <a16:creationId xmlns:a16="http://schemas.microsoft.com/office/drawing/2014/main" id="{FA2B8E42-45FA-46C4-877B-2A0B28F4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8" name="source-16x16-r6-c6">
            <a:extLst xmlns:a="http://schemas.openxmlformats.org/drawingml/2006/main">
              <a:ext uri="{FF2B5EF4-FFF2-40B4-BE49-F238E27FC236}">
                <a16:creationId xmlns:a16="http://schemas.microsoft.com/office/drawing/2014/main" id="{17B15B1F-7CDB-4BAE-9AB8-D88BAB5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99" name="source-16x16-r6-c7">
            <a:extLst xmlns:a="http://schemas.openxmlformats.org/drawingml/2006/main">
              <a:ext uri="{FF2B5EF4-FFF2-40B4-BE49-F238E27FC236}">
                <a16:creationId xmlns:a16="http://schemas.microsoft.com/office/drawing/2014/main" id="{1B848B42-09A0-42A6-866C-1F5088F0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0" name="source-16x16-r6-c8">
            <a:extLst xmlns:a="http://schemas.openxmlformats.org/drawingml/2006/main">
              <a:ext uri="{FF2B5EF4-FFF2-40B4-BE49-F238E27FC236}">
                <a16:creationId xmlns:a16="http://schemas.microsoft.com/office/drawing/2014/main" id="{FB33A3FD-AEDB-4FD2-B374-20C193B1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1" name="source-16x16-r6-c9">
            <a:extLst xmlns:a="http://schemas.openxmlformats.org/drawingml/2006/main">
              <a:ext uri="{FF2B5EF4-FFF2-40B4-BE49-F238E27FC236}">
                <a16:creationId xmlns:a16="http://schemas.microsoft.com/office/drawing/2014/main" id="{44627116-A143-42E7-81C4-463DE9B4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2" name="source-16x16-r6-c10">
            <a:extLst xmlns:a="http://schemas.openxmlformats.org/drawingml/2006/main">
              <a:ext uri="{FF2B5EF4-FFF2-40B4-BE49-F238E27FC236}">
                <a16:creationId xmlns:a16="http://schemas.microsoft.com/office/drawing/2014/main" id="{BA503C39-9495-4015-858D-7F642497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3" name="source-16x16-r6-c11">
            <a:extLst xmlns:a="http://schemas.openxmlformats.org/drawingml/2006/main">
              <a:ext uri="{FF2B5EF4-FFF2-40B4-BE49-F238E27FC236}">
                <a16:creationId xmlns:a16="http://schemas.microsoft.com/office/drawing/2014/main" id="{5BDBD610-7E80-4165-B84E-8B83301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4" name="source-16x16-r6-c12">
            <a:extLst xmlns:a="http://schemas.openxmlformats.org/drawingml/2006/main">
              <a:ext uri="{FF2B5EF4-FFF2-40B4-BE49-F238E27FC236}">
                <a16:creationId xmlns:a16="http://schemas.microsoft.com/office/drawing/2014/main" id="{77993769-5B6E-4691-9173-80341607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5" name="source-16x16-r6-c13">
            <a:extLst xmlns:a="http://schemas.openxmlformats.org/drawingml/2006/main">
              <a:ext uri="{FF2B5EF4-FFF2-40B4-BE49-F238E27FC236}">
                <a16:creationId xmlns:a16="http://schemas.microsoft.com/office/drawing/2014/main" id="{DCC814E7-1B03-4A59-8E78-6F75C5A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6" name="source-16x16-r6-c14">
            <a:extLst xmlns:a="http://schemas.openxmlformats.org/drawingml/2006/main">
              <a:ext uri="{FF2B5EF4-FFF2-40B4-BE49-F238E27FC236}">
                <a16:creationId xmlns:a16="http://schemas.microsoft.com/office/drawing/2014/main" id="{C3433BAC-80F2-4ED2-9DF4-C2FEBE9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7" name="source-16x16-r6-c15">
            <a:extLst xmlns:a="http://schemas.openxmlformats.org/drawingml/2006/main">
              <a:ext uri="{FF2B5EF4-FFF2-40B4-BE49-F238E27FC236}">
                <a16:creationId xmlns:a16="http://schemas.microsoft.com/office/drawing/2014/main" id="{AE5A9CBA-E1AD-490C-9125-09C347E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8" name="source-16x16-r6-c16">
            <a:extLst xmlns:a="http://schemas.openxmlformats.org/drawingml/2006/main">
              <a:ext uri="{FF2B5EF4-FFF2-40B4-BE49-F238E27FC236}">
                <a16:creationId xmlns:a16="http://schemas.microsoft.com/office/drawing/2014/main" id="{30C6B979-A6DC-443D-AC2B-FD0BD250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09" name="source-16x16-r7-c1">
            <a:extLst xmlns:a="http://schemas.openxmlformats.org/drawingml/2006/main">
              <a:ext uri="{FF2B5EF4-FFF2-40B4-BE49-F238E27FC236}">
                <a16:creationId xmlns:a16="http://schemas.microsoft.com/office/drawing/2014/main" id="{580B162C-B392-4309-877E-81461CD7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0" name="source-16x16-r7-c2">
            <a:extLst xmlns:a="http://schemas.openxmlformats.org/drawingml/2006/main">
              <a:ext uri="{FF2B5EF4-FFF2-40B4-BE49-F238E27FC236}">
                <a16:creationId xmlns:a16="http://schemas.microsoft.com/office/drawing/2014/main" id="{D793DCDD-CF88-4EC9-9BC1-072411B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1" name="source-16x16-r7-c3">
            <a:extLst xmlns:a="http://schemas.openxmlformats.org/drawingml/2006/main">
              <a:ext uri="{FF2B5EF4-FFF2-40B4-BE49-F238E27FC236}">
                <a16:creationId xmlns:a16="http://schemas.microsoft.com/office/drawing/2014/main" id="{732D4398-F5DF-49A1-ACCE-5C68320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2" name="source-16x16-r7-c4">
            <a:extLst xmlns:a="http://schemas.openxmlformats.org/drawingml/2006/main">
              <a:ext uri="{FF2B5EF4-FFF2-40B4-BE49-F238E27FC236}">
                <a16:creationId xmlns:a16="http://schemas.microsoft.com/office/drawing/2014/main" id="{4F230CDF-B6F3-416D-8822-268FFB7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3" name="source-16x16-r7-c5">
            <a:extLst xmlns:a="http://schemas.openxmlformats.org/drawingml/2006/main">
              <a:ext uri="{FF2B5EF4-FFF2-40B4-BE49-F238E27FC236}">
                <a16:creationId xmlns:a16="http://schemas.microsoft.com/office/drawing/2014/main" id="{3CC13C2D-8395-47B6-85C3-8EB0C5CD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4" name="source-16x16-r7-c6">
            <a:extLst xmlns:a="http://schemas.openxmlformats.org/drawingml/2006/main">
              <a:ext uri="{FF2B5EF4-FFF2-40B4-BE49-F238E27FC236}">
                <a16:creationId xmlns:a16="http://schemas.microsoft.com/office/drawing/2014/main" id="{575403B6-62FB-42A8-B307-4A072E1E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5" name="source-16x16-r7-c7">
            <a:extLst xmlns:a="http://schemas.openxmlformats.org/drawingml/2006/main">
              <a:ext uri="{FF2B5EF4-FFF2-40B4-BE49-F238E27FC236}">
                <a16:creationId xmlns:a16="http://schemas.microsoft.com/office/drawing/2014/main" id="{13E5E108-2D55-4339-B3AB-DE98E0C4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6" name="source-16x16-r7-c8">
            <a:extLst xmlns:a="http://schemas.openxmlformats.org/drawingml/2006/main">
              <a:ext uri="{FF2B5EF4-FFF2-40B4-BE49-F238E27FC236}">
                <a16:creationId xmlns:a16="http://schemas.microsoft.com/office/drawing/2014/main" id="{63680FA3-BDA7-4990-B74C-838547CA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7" name="source-16x16-r7-c9">
            <a:extLst xmlns:a="http://schemas.openxmlformats.org/drawingml/2006/main">
              <a:ext uri="{FF2B5EF4-FFF2-40B4-BE49-F238E27FC236}">
                <a16:creationId xmlns:a16="http://schemas.microsoft.com/office/drawing/2014/main" id="{D0E74793-8552-4CCC-ACF0-969670E2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8" name="source-16x16-r7-c10">
            <a:extLst xmlns:a="http://schemas.openxmlformats.org/drawingml/2006/main">
              <a:ext uri="{FF2B5EF4-FFF2-40B4-BE49-F238E27FC236}">
                <a16:creationId xmlns:a16="http://schemas.microsoft.com/office/drawing/2014/main" id="{FDE9A84B-92A1-4FD0-A3C1-18A5DB24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19" name="source-16x16-r7-c11">
            <a:extLst xmlns:a="http://schemas.openxmlformats.org/drawingml/2006/main">
              <a:ext uri="{FF2B5EF4-FFF2-40B4-BE49-F238E27FC236}">
                <a16:creationId xmlns:a16="http://schemas.microsoft.com/office/drawing/2014/main" id="{03A32FDE-AD1A-4A27-AE8E-FFE798B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0" name="source-16x16-r7-c12">
            <a:extLst xmlns:a="http://schemas.openxmlformats.org/drawingml/2006/main">
              <a:ext uri="{FF2B5EF4-FFF2-40B4-BE49-F238E27FC236}">
                <a16:creationId xmlns:a16="http://schemas.microsoft.com/office/drawing/2014/main" id="{138BA277-730F-4FBC-86D6-685EA61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1" name="source-16x16-r7-c13">
            <a:extLst xmlns:a="http://schemas.openxmlformats.org/drawingml/2006/main">
              <a:ext uri="{FF2B5EF4-FFF2-40B4-BE49-F238E27FC236}">
                <a16:creationId xmlns:a16="http://schemas.microsoft.com/office/drawing/2014/main" id="{00999C38-BBDC-4F77-9B07-5F19893D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2" name="source-16x16-r7-c14">
            <a:extLst xmlns:a="http://schemas.openxmlformats.org/drawingml/2006/main">
              <a:ext uri="{FF2B5EF4-FFF2-40B4-BE49-F238E27FC236}">
                <a16:creationId xmlns:a16="http://schemas.microsoft.com/office/drawing/2014/main" id="{E96C4CEB-FC08-4284-9BA3-1F29704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3" name="source-16x16-r7-c15">
            <a:extLst xmlns:a="http://schemas.openxmlformats.org/drawingml/2006/main">
              <a:ext uri="{FF2B5EF4-FFF2-40B4-BE49-F238E27FC236}">
                <a16:creationId xmlns:a16="http://schemas.microsoft.com/office/drawing/2014/main" id="{931338DB-0312-4AF7-AF32-44B80071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4" name="source-16x16-r7-c16">
            <a:extLst xmlns:a="http://schemas.openxmlformats.org/drawingml/2006/main">
              <a:ext uri="{FF2B5EF4-FFF2-40B4-BE49-F238E27FC236}">
                <a16:creationId xmlns:a16="http://schemas.microsoft.com/office/drawing/2014/main" id="{39AB30CC-94BC-409F-BFE9-4E28913E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766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5" name="source-16x16-r8-c1">
            <a:extLst xmlns:a="http://schemas.openxmlformats.org/drawingml/2006/main">
              <a:ext uri="{FF2B5EF4-FFF2-40B4-BE49-F238E27FC236}">
                <a16:creationId xmlns:a16="http://schemas.microsoft.com/office/drawing/2014/main" id="{60DBCF70-60CE-4D53-810B-8D4DD3B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6" name="source-16x16-r8-c2">
            <a:extLst xmlns:a="http://schemas.openxmlformats.org/drawingml/2006/main">
              <a:ext uri="{FF2B5EF4-FFF2-40B4-BE49-F238E27FC236}">
                <a16:creationId xmlns:a16="http://schemas.microsoft.com/office/drawing/2014/main" id="{7B7CBF3E-56D9-4CFD-91A1-C1CB9957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7" name="source-16x16-r8-c3">
            <a:extLst xmlns:a="http://schemas.openxmlformats.org/drawingml/2006/main">
              <a:ext uri="{FF2B5EF4-FFF2-40B4-BE49-F238E27FC236}">
                <a16:creationId xmlns:a16="http://schemas.microsoft.com/office/drawing/2014/main" id="{7714281C-26A8-4890-841B-84F1B7A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8" name="source-16x16-r8-c4">
            <a:extLst xmlns:a="http://schemas.openxmlformats.org/drawingml/2006/main">
              <a:ext uri="{FF2B5EF4-FFF2-40B4-BE49-F238E27FC236}">
                <a16:creationId xmlns:a16="http://schemas.microsoft.com/office/drawing/2014/main" id="{5AB92B1F-5086-43D8-9CF4-CBCFAE7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29" name="source-16x16-r8-c5">
            <a:extLst xmlns:a="http://schemas.openxmlformats.org/drawingml/2006/main">
              <a:ext uri="{FF2B5EF4-FFF2-40B4-BE49-F238E27FC236}">
                <a16:creationId xmlns:a16="http://schemas.microsoft.com/office/drawing/2014/main" id="{A49DE266-CC64-4303-818A-E08258AC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0" name="source-16x16-r8-c6">
            <a:extLst xmlns:a="http://schemas.openxmlformats.org/drawingml/2006/main">
              <a:ext uri="{FF2B5EF4-FFF2-40B4-BE49-F238E27FC236}">
                <a16:creationId xmlns:a16="http://schemas.microsoft.com/office/drawing/2014/main" id="{2D33A923-A91A-4824-9053-6A22D7C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1" name="source-16x16-r8-c7">
            <a:extLst xmlns:a="http://schemas.openxmlformats.org/drawingml/2006/main">
              <a:ext uri="{FF2B5EF4-FFF2-40B4-BE49-F238E27FC236}">
                <a16:creationId xmlns:a16="http://schemas.microsoft.com/office/drawing/2014/main" id="{39199281-9AED-42D9-B536-D554D25D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2" name="source-16x16-r8-c8">
            <a:extLst xmlns:a="http://schemas.openxmlformats.org/drawingml/2006/main">
              <a:ext uri="{FF2B5EF4-FFF2-40B4-BE49-F238E27FC236}">
                <a16:creationId xmlns:a16="http://schemas.microsoft.com/office/drawing/2014/main" id="{BF4A7BF7-FE97-46E7-B330-CD9492EA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3" name="source-16x16-r8-c9">
            <a:extLst xmlns:a="http://schemas.openxmlformats.org/drawingml/2006/main">
              <a:ext uri="{FF2B5EF4-FFF2-40B4-BE49-F238E27FC236}">
                <a16:creationId xmlns:a16="http://schemas.microsoft.com/office/drawing/2014/main" id="{34C6BF16-AC77-4E4D-8718-62030E17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4" name="source-16x16-r8-c10">
            <a:extLst xmlns:a="http://schemas.openxmlformats.org/drawingml/2006/main">
              <a:ext uri="{FF2B5EF4-FFF2-40B4-BE49-F238E27FC236}">
                <a16:creationId xmlns:a16="http://schemas.microsoft.com/office/drawing/2014/main" id="{23B54357-B7A4-498A-A999-A271D17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5" name="source-16x16-r8-c11">
            <a:extLst xmlns:a="http://schemas.openxmlformats.org/drawingml/2006/main">
              <a:ext uri="{FF2B5EF4-FFF2-40B4-BE49-F238E27FC236}">
                <a16:creationId xmlns:a16="http://schemas.microsoft.com/office/drawing/2014/main" id="{EB943E67-CCF7-4C2D-871C-A2C2E6F3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6" name="source-16x16-r8-c12">
            <a:extLst xmlns:a="http://schemas.openxmlformats.org/drawingml/2006/main">
              <a:ext uri="{FF2B5EF4-FFF2-40B4-BE49-F238E27FC236}">
                <a16:creationId xmlns:a16="http://schemas.microsoft.com/office/drawing/2014/main" id="{AB3F6D73-7DAD-451D-AB72-3040AF73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7" name="source-16x16-r8-c13">
            <a:extLst xmlns:a="http://schemas.openxmlformats.org/drawingml/2006/main">
              <a:ext uri="{FF2B5EF4-FFF2-40B4-BE49-F238E27FC236}">
                <a16:creationId xmlns:a16="http://schemas.microsoft.com/office/drawing/2014/main" id="{75344891-45D8-4405-ADEE-1915A567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8" name="source-16x16-r8-c14">
            <a:extLst xmlns:a="http://schemas.openxmlformats.org/drawingml/2006/main">
              <a:ext uri="{FF2B5EF4-FFF2-40B4-BE49-F238E27FC236}">
                <a16:creationId xmlns:a16="http://schemas.microsoft.com/office/drawing/2014/main" id="{78CA31DB-63D6-43C6-9289-67FC525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39" name="source-16x16-r8-c15">
            <a:extLst xmlns:a="http://schemas.openxmlformats.org/drawingml/2006/main">
              <a:ext uri="{FF2B5EF4-FFF2-40B4-BE49-F238E27FC236}">
                <a16:creationId xmlns:a16="http://schemas.microsoft.com/office/drawing/2014/main" id="{5909A157-6091-4057-AC4C-E4483EBA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0" name="source-16x16-r8-c16">
            <a:extLst xmlns:a="http://schemas.openxmlformats.org/drawingml/2006/main">
              <a:ext uri="{FF2B5EF4-FFF2-40B4-BE49-F238E27FC236}">
                <a16:creationId xmlns:a16="http://schemas.microsoft.com/office/drawing/2014/main" id="{7CAFE3DA-F1BA-48F6-81CF-F5FD9CB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099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1" name="source-16x16-r9-c1">
            <a:extLst xmlns:a="http://schemas.openxmlformats.org/drawingml/2006/main">
              <a:ext uri="{FF2B5EF4-FFF2-40B4-BE49-F238E27FC236}">
                <a16:creationId xmlns:a16="http://schemas.microsoft.com/office/drawing/2014/main" id="{2AE1E94C-9597-40A8-A694-B35DAF42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2" name="source-16x16-r9-c2">
            <a:extLst xmlns:a="http://schemas.openxmlformats.org/drawingml/2006/main">
              <a:ext uri="{FF2B5EF4-FFF2-40B4-BE49-F238E27FC236}">
                <a16:creationId xmlns:a16="http://schemas.microsoft.com/office/drawing/2014/main" id="{DB51B5B5-0859-4187-82DF-D7059D47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3" name="source-16x16-r9-c3">
            <a:extLst xmlns:a="http://schemas.openxmlformats.org/drawingml/2006/main">
              <a:ext uri="{FF2B5EF4-FFF2-40B4-BE49-F238E27FC236}">
                <a16:creationId xmlns:a16="http://schemas.microsoft.com/office/drawing/2014/main" id="{18977D3D-0AF0-481E-95ED-D11BE01B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4" name="source-16x16-r9-c4">
            <a:extLst xmlns:a="http://schemas.openxmlformats.org/drawingml/2006/main">
              <a:ext uri="{FF2B5EF4-FFF2-40B4-BE49-F238E27FC236}">
                <a16:creationId xmlns:a16="http://schemas.microsoft.com/office/drawing/2014/main" id="{36B79F43-7186-4273-9A3C-74F0C374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5" name="source-16x16-r9-c5">
            <a:extLst xmlns:a="http://schemas.openxmlformats.org/drawingml/2006/main">
              <a:ext uri="{FF2B5EF4-FFF2-40B4-BE49-F238E27FC236}">
                <a16:creationId xmlns:a16="http://schemas.microsoft.com/office/drawing/2014/main" id="{5BB828FA-FE3B-4A8E-BDAC-AE62618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6" name="source-16x16-r9-c6">
            <a:extLst xmlns:a="http://schemas.openxmlformats.org/drawingml/2006/main">
              <a:ext uri="{FF2B5EF4-FFF2-40B4-BE49-F238E27FC236}">
                <a16:creationId xmlns:a16="http://schemas.microsoft.com/office/drawing/2014/main" id="{FEED3458-F7D7-4E76-9D4B-D1EE4AF7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7" name="source-16x16-r9-c7">
            <a:extLst xmlns:a="http://schemas.openxmlformats.org/drawingml/2006/main">
              <a:ext uri="{FF2B5EF4-FFF2-40B4-BE49-F238E27FC236}">
                <a16:creationId xmlns:a16="http://schemas.microsoft.com/office/drawing/2014/main" id="{D64C035E-FC5B-4F5D-B170-60D7BB26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8" name="source-16x16-r9-c8">
            <a:extLst xmlns:a="http://schemas.openxmlformats.org/drawingml/2006/main">
              <a:ext uri="{FF2B5EF4-FFF2-40B4-BE49-F238E27FC236}">
                <a16:creationId xmlns:a16="http://schemas.microsoft.com/office/drawing/2014/main" id="{53E91C3B-FD5E-4FF9-B7A8-7EF6EFCB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49" name="source-16x16-r9-c9">
            <a:extLst xmlns:a="http://schemas.openxmlformats.org/drawingml/2006/main">
              <a:ext uri="{FF2B5EF4-FFF2-40B4-BE49-F238E27FC236}">
                <a16:creationId xmlns:a16="http://schemas.microsoft.com/office/drawing/2014/main" id="{DAB6771B-8B9C-4EE1-B85A-B54469B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0" name="source-16x16-r9-c10">
            <a:extLst xmlns:a="http://schemas.openxmlformats.org/drawingml/2006/main">
              <a:ext uri="{FF2B5EF4-FFF2-40B4-BE49-F238E27FC236}">
                <a16:creationId xmlns:a16="http://schemas.microsoft.com/office/drawing/2014/main" id="{16D39520-0FD1-4760-9E58-6CCC573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1" name="source-16x16-r9-c11">
            <a:extLst xmlns:a="http://schemas.openxmlformats.org/drawingml/2006/main">
              <a:ext uri="{FF2B5EF4-FFF2-40B4-BE49-F238E27FC236}">
                <a16:creationId xmlns:a16="http://schemas.microsoft.com/office/drawing/2014/main" id="{C357DED4-5033-4570-9592-CD39840B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2" name="source-16x16-r9-c12">
            <a:extLst xmlns:a="http://schemas.openxmlformats.org/drawingml/2006/main">
              <a:ext uri="{FF2B5EF4-FFF2-40B4-BE49-F238E27FC236}">
                <a16:creationId xmlns:a16="http://schemas.microsoft.com/office/drawing/2014/main" id="{ADE14EB3-FFA0-46D0-B464-18FBFFFA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3" name="source-16x16-r9-c13">
            <a:extLst xmlns:a="http://schemas.openxmlformats.org/drawingml/2006/main">
              <a:ext uri="{FF2B5EF4-FFF2-40B4-BE49-F238E27FC236}">
                <a16:creationId xmlns:a16="http://schemas.microsoft.com/office/drawing/2014/main" id="{12E85FE2-E8CE-4AD7-92A9-0356F4AD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4" name="source-16x16-r9-c14">
            <a:extLst xmlns:a="http://schemas.openxmlformats.org/drawingml/2006/main">
              <a:ext uri="{FF2B5EF4-FFF2-40B4-BE49-F238E27FC236}">
                <a16:creationId xmlns:a16="http://schemas.microsoft.com/office/drawing/2014/main" id="{470C230A-C4FE-4EAA-A0FE-88627E41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5" name="source-16x16-r9-c15">
            <a:extLst xmlns:a="http://schemas.openxmlformats.org/drawingml/2006/main">
              <a:ext uri="{FF2B5EF4-FFF2-40B4-BE49-F238E27FC236}">
                <a16:creationId xmlns:a16="http://schemas.microsoft.com/office/drawing/2014/main" id="{8E616C00-6C25-47D6-AB65-32CA173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6" name="source-16x16-r9-c16">
            <a:extLst xmlns:a="http://schemas.openxmlformats.org/drawingml/2006/main">
              <a:ext uri="{FF2B5EF4-FFF2-40B4-BE49-F238E27FC236}">
                <a16:creationId xmlns:a16="http://schemas.microsoft.com/office/drawing/2014/main" id="{A1F32760-6221-46F2-A78D-828A4AA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33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7" name="source-16x16-r10-c1">
            <a:extLst xmlns:a="http://schemas.openxmlformats.org/drawingml/2006/main">
              <a:ext uri="{FF2B5EF4-FFF2-40B4-BE49-F238E27FC236}">
                <a16:creationId xmlns:a16="http://schemas.microsoft.com/office/drawing/2014/main" id="{EBCD9138-8905-4183-B96C-D5C9B1E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8" name="source-16x16-r10-c2">
            <a:extLst xmlns:a="http://schemas.openxmlformats.org/drawingml/2006/main">
              <a:ext uri="{FF2B5EF4-FFF2-40B4-BE49-F238E27FC236}">
                <a16:creationId xmlns:a16="http://schemas.microsoft.com/office/drawing/2014/main" id="{840B3A53-47E9-47BD-9057-3B9EEA29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9B9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59" name="source-16x16-r10-c3">
            <a:extLst xmlns:a="http://schemas.openxmlformats.org/drawingml/2006/main">
              <a:ext uri="{FF2B5EF4-FFF2-40B4-BE49-F238E27FC236}">
                <a16:creationId xmlns:a16="http://schemas.microsoft.com/office/drawing/2014/main" id="{0CADDA49-238D-459C-9FF7-B0DC0D85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0" name="source-16x16-r10-c4">
            <a:extLst xmlns:a="http://schemas.openxmlformats.org/drawingml/2006/main">
              <a:ext uri="{FF2B5EF4-FFF2-40B4-BE49-F238E27FC236}">
                <a16:creationId xmlns:a16="http://schemas.microsoft.com/office/drawing/2014/main" id="{7365CAFF-876A-45AF-8E45-DE882BE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1" name="source-16x16-r10-c5">
            <a:extLst xmlns:a="http://schemas.openxmlformats.org/drawingml/2006/main">
              <a:ext uri="{FF2B5EF4-FFF2-40B4-BE49-F238E27FC236}">
                <a16:creationId xmlns:a16="http://schemas.microsoft.com/office/drawing/2014/main" id="{47F8F3F4-2221-46C6-82A9-79FA7896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2" name="source-16x16-r10-c6">
            <a:extLst xmlns:a="http://schemas.openxmlformats.org/drawingml/2006/main">
              <a:ext uri="{FF2B5EF4-FFF2-40B4-BE49-F238E27FC236}">
                <a16:creationId xmlns:a16="http://schemas.microsoft.com/office/drawing/2014/main" id="{97CD8645-E2A0-4706-B812-49312217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3" name="source-16x16-r10-c7">
            <a:extLst xmlns:a="http://schemas.openxmlformats.org/drawingml/2006/main">
              <a:ext uri="{FF2B5EF4-FFF2-40B4-BE49-F238E27FC236}">
                <a16:creationId xmlns:a16="http://schemas.microsoft.com/office/drawing/2014/main" id="{BFE97203-BB57-452B-B53E-C2CEFEF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4" name="source-16x16-r10-c8">
            <a:extLst xmlns:a="http://schemas.openxmlformats.org/drawingml/2006/main">
              <a:ext uri="{FF2B5EF4-FFF2-40B4-BE49-F238E27FC236}">
                <a16:creationId xmlns:a16="http://schemas.microsoft.com/office/drawing/2014/main" id="{5C44C9C8-3E17-446D-B7B0-3F19B2E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5" name="source-16x16-r10-c9">
            <a:extLst xmlns:a="http://schemas.openxmlformats.org/drawingml/2006/main">
              <a:ext uri="{FF2B5EF4-FFF2-40B4-BE49-F238E27FC236}">
                <a16:creationId xmlns:a16="http://schemas.microsoft.com/office/drawing/2014/main" id="{856D69FB-4B7E-4419-8295-2F6AC6B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6" name="source-16x16-r10-c10">
            <a:extLst xmlns:a="http://schemas.openxmlformats.org/drawingml/2006/main">
              <a:ext uri="{FF2B5EF4-FFF2-40B4-BE49-F238E27FC236}">
                <a16:creationId xmlns:a16="http://schemas.microsoft.com/office/drawing/2014/main" id="{105308AB-3A3A-41BD-91E7-BF6C5C47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7" name="source-16x16-r10-c11">
            <a:extLst xmlns:a="http://schemas.openxmlformats.org/drawingml/2006/main">
              <a:ext uri="{FF2B5EF4-FFF2-40B4-BE49-F238E27FC236}">
                <a16:creationId xmlns:a16="http://schemas.microsoft.com/office/drawing/2014/main" id="{712A65C9-125A-4A1B-87BA-9959BFB1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8" name="source-16x16-r10-c12">
            <a:extLst xmlns:a="http://schemas.openxmlformats.org/drawingml/2006/main">
              <a:ext uri="{FF2B5EF4-FFF2-40B4-BE49-F238E27FC236}">
                <a16:creationId xmlns:a16="http://schemas.microsoft.com/office/drawing/2014/main" id="{F52FFDEF-B2EC-426B-940D-7EDD636C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69" name="source-16x16-r10-c13">
            <a:extLst xmlns:a="http://schemas.openxmlformats.org/drawingml/2006/main">
              <a:ext uri="{FF2B5EF4-FFF2-40B4-BE49-F238E27FC236}">
                <a16:creationId xmlns:a16="http://schemas.microsoft.com/office/drawing/2014/main" id="{5FAA0CFA-C5AC-4A76-8A93-B2D5D453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0" name="source-16x16-r10-c14">
            <a:extLst xmlns:a="http://schemas.openxmlformats.org/drawingml/2006/main">
              <a:ext uri="{FF2B5EF4-FFF2-40B4-BE49-F238E27FC236}">
                <a16:creationId xmlns:a16="http://schemas.microsoft.com/office/drawing/2014/main" id="{2D0469D5-E3E5-4786-868E-018A5E16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1" name="source-16x16-r10-c15">
            <a:extLst xmlns:a="http://schemas.openxmlformats.org/drawingml/2006/main">
              <a:ext uri="{FF2B5EF4-FFF2-40B4-BE49-F238E27FC236}">
                <a16:creationId xmlns:a16="http://schemas.microsoft.com/office/drawing/2014/main" id="{DAB59FDC-0083-41BD-9BA9-A25531A5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2" name="source-16x16-r10-c16">
            <a:extLst xmlns:a="http://schemas.openxmlformats.org/drawingml/2006/main">
              <a:ext uri="{FF2B5EF4-FFF2-40B4-BE49-F238E27FC236}">
                <a16:creationId xmlns:a16="http://schemas.microsoft.com/office/drawing/2014/main" id="{5254BD49-0036-4A6D-A30F-2B1F67F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766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3" name="source-16x16-r11-c1">
            <a:extLst xmlns:a="http://schemas.openxmlformats.org/drawingml/2006/main">
              <a:ext uri="{FF2B5EF4-FFF2-40B4-BE49-F238E27FC236}">
                <a16:creationId xmlns:a16="http://schemas.microsoft.com/office/drawing/2014/main" id="{AE36FF05-3FA4-4A6D-B232-1B01A32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4" name="source-16x16-r11-c2">
            <a:extLst xmlns:a="http://schemas.openxmlformats.org/drawingml/2006/main">
              <a:ext uri="{FF2B5EF4-FFF2-40B4-BE49-F238E27FC236}">
                <a16:creationId xmlns:a16="http://schemas.microsoft.com/office/drawing/2014/main" id="{B37CEAB6-6D4C-4C27-8C59-0598104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5" name="source-16x16-r11-c3">
            <a:extLst xmlns:a="http://schemas.openxmlformats.org/drawingml/2006/main">
              <a:ext uri="{FF2B5EF4-FFF2-40B4-BE49-F238E27FC236}">
                <a16:creationId xmlns:a16="http://schemas.microsoft.com/office/drawing/2014/main" id="{B77F8174-C2C5-44AF-99F5-E016579D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6" name="source-16x16-r11-c4">
            <a:extLst xmlns:a="http://schemas.openxmlformats.org/drawingml/2006/main">
              <a:ext uri="{FF2B5EF4-FFF2-40B4-BE49-F238E27FC236}">
                <a16:creationId xmlns:a16="http://schemas.microsoft.com/office/drawing/2014/main" id="{BFF834A3-F6E5-4A90-858B-33C6C36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7" name="source-16x16-r11-c5">
            <a:extLst xmlns:a="http://schemas.openxmlformats.org/drawingml/2006/main">
              <a:ext uri="{FF2B5EF4-FFF2-40B4-BE49-F238E27FC236}">
                <a16:creationId xmlns:a16="http://schemas.microsoft.com/office/drawing/2014/main" id="{1A9FC6A6-97CE-4991-97BB-DF91B1A1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8" name="source-16x16-r11-c6">
            <a:extLst xmlns:a="http://schemas.openxmlformats.org/drawingml/2006/main">
              <a:ext uri="{FF2B5EF4-FFF2-40B4-BE49-F238E27FC236}">
                <a16:creationId xmlns:a16="http://schemas.microsoft.com/office/drawing/2014/main" id="{4E3F82B1-040F-4E45-978E-5E143CC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79" name="source-16x16-r11-c7">
            <a:extLst xmlns:a="http://schemas.openxmlformats.org/drawingml/2006/main">
              <a:ext uri="{FF2B5EF4-FFF2-40B4-BE49-F238E27FC236}">
                <a16:creationId xmlns:a16="http://schemas.microsoft.com/office/drawing/2014/main" id="{9CE3CB37-0BBB-4C72-93DF-6669E9CA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0" name="source-16x16-r11-c8">
            <a:extLst xmlns:a="http://schemas.openxmlformats.org/drawingml/2006/main">
              <a:ext uri="{FF2B5EF4-FFF2-40B4-BE49-F238E27FC236}">
                <a16:creationId xmlns:a16="http://schemas.microsoft.com/office/drawing/2014/main" id="{CAA6D943-E5C2-40E0-8239-D832CEBD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1" name="source-16x16-r11-c9">
            <a:extLst xmlns:a="http://schemas.openxmlformats.org/drawingml/2006/main">
              <a:ext uri="{FF2B5EF4-FFF2-40B4-BE49-F238E27FC236}">
                <a16:creationId xmlns:a16="http://schemas.microsoft.com/office/drawing/2014/main" id="{0409A6AD-E17A-47BA-A9C4-C476443B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2" name="source-16x16-r11-c10">
            <a:extLst xmlns:a="http://schemas.openxmlformats.org/drawingml/2006/main">
              <a:ext uri="{FF2B5EF4-FFF2-40B4-BE49-F238E27FC236}">
                <a16:creationId xmlns:a16="http://schemas.microsoft.com/office/drawing/2014/main" id="{EBD3D548-B82A-47BD-A5D2-CEB5B3E1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3" name="source-16x16-r11-c11">
            <a:extLst xmlns:a="http://schemas.openxmlformats.org/drawingml/2006/main">
              <a:ext uri="{FF2B5EF4-FFF2-40B4-BE49-F238E27FC236}">
                <a16:creationId xmlns:a16="http://schemas.microsoft.com/office/drawing/2014/main" id="{7E567842-089E-460C-ABFA-FA7FEF73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4" name="source-16x16-r11-c12">
            <a:extLst xmlns:a="http://schemas.openxmlformats.org/drawingml/2006/main">
              <a:ext uri="{FF2B5EF4-FFF2-40B4-BE49-F238E27FC236}">
                <a16:creationId xmlns:a16="http://schemas.microsoft.com/office/drawing/2014/main" id="{30E0514D-F2CE-487F-9C68-39A0613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5" name="source-16x16-r11-c13">
            <a:extLst xmlns:a="http://schemas.openxmlformats.org/drawingml/2006/main">
              <a:ext uri="{FF2B5EF4-FFF2-40B4-BE49-F238E27FC236}">
                <a16:creationId xmlns:a16="http://schemas.microsoft.com/office/drawing/2014/main" id="{5CB2703B-1F9C-489B-BAE5-25C8C4F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6" name="source-16x16-r11-c14">
            <a:extLst xmlns:a="http://schemas.openxmlformats.org/drawingml/2006/main">
              <a:ext uri="{FF2B5EF4-FFF2-40B4-BE49-F238E27FC236}">
                <a16:creationId xmlns:a16="http://schemas.microsoft.com/office/drawing/2014/main" id="{0ED1867F-259A-4D3C-AC8F-5DB59F3E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7" name="source-16x16-r11-c15">
            <a:extLst xmlns:a="http://schemas.openxmlformats.org/drawingml/2006/main">
              <a:ext uri="{FF2B5EF4-FFF2-40B4-BE49-F238E27FC236}">
                <a16:creationId xmlns:a16="http://schemas.microsoft.com/office/drawing/2014/main" id="{88E02FCC-5C67-4DED-B7F7-FDC6281F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8" name="source-16x16-r11-c16">
            <a:extLst xmlns:a="http://schemas.openxmlformats.org/drawingml/2006/main">
              <a:ext uri="{FF2B5EF4-FFF2-40B4-BE49-F238E27FC236}">
                <a16:creationId xmlns:a16="http://schemas.microsoft.com/office/drawing/2014/main" id="{1D060537-ADE2-4719-BD17-F410659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100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89" name="source-16x16-r12-c1">
            <a:extLst xmlns:a="http://schemas.openxmlformats.org/drawingml/2006/main">
              <a:ext uri="{FF2B5EF4-FFF2-40B4-BE49-F238E27FC236}">
                <a16:creationId xmlns:a16="http://schemas.microsoft.com/office/drawing/2014/main" id="{D336978C-67CB-4C43-B5D7-40B2D0A1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0" name="source-16x16-r12-c2">
            <a:extLst xmlns:a="http://schemas.openxmlformats.org/drawingml/2006/main">
              <a:ext uri="{FF2B5EF4-FFF2-40B4-BE49-F238E27FC236}">
                <a16:creationId xmlns:a16="http://schemas.microsoft.com/office/drawing/2014/main" id="{7E3BED97-46C8-4DF6-9F6C-171D1A9B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1" name="source-16x16-r12-c3">
            <a:extLst xmlns:a="http://schemas.openxmlformats.org/drawingml/2006/main">
              <a:ext uri="{FF2B5EF4-FFF2-40B4-BE49-F238E27FC236}">
                <a16:creationId xmlns:a16="http://schemas.microsoft.com/office/drawing/2014/main" id="{5085F039-9E03-4269-8663-878361A4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2" name="source-16x16-r12-c4">
            <a:extLst xmlns:a="http://schemas.openxmlformats.org/drawingml/2006/main">
              <a:ext uri="{FF2B5EF4-FFF2-40B4-BE49-F238E27FC236}">
                <a16:creationId xmlns:a16="http://schemas.microsoft.com/office/drawing/2014/main" id="{E39B4E21-AD2F-424A-B806-A3573570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3" name="source-16x16-r12-c5">
            <a:extLst xmlns:a="http://schemas.openxmlformats.org/drawingml/2006/main">
              <a:ext uri="{FF2B5EF4-FFF2-40B4-BE49-F238E27FC236}">
                <a16:creationId xmlns:a16="http://schemas.microsoft.com/office/drawing/2014/main" id="{688094AC-F7C5-41A3-95A4-146BB50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4" name="source-16x16-r12-c6">
            <a:extLst xmlns:a="http://schemas.openxmlformats.org/drawingml/2006/main">
              <a:ext uri="{FF2B5EF4-FFF2-40B4-BE49-F238E27FC236}">
                <a16:creationId xmlns:a16="http://schemas.microsoft.com/office/drawing/2014/main" id="{A7F15CB1-A383-450F-9B4C-866C403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5" name="source-16x16-r12-c7">
            <a:extLst xmlns:a="http://schemas.openxmlformats.org/drawingml/2006/main">
              <a:ext uri="{FF2B5EF4-FFF2-40B4-BE49-F238E27FC236}">
                <a16:creationId xmlns:a16="http://schemas.microsoft.com/office/drawing/2014/main" id="{5FE39AE5-B635-4AAA-B4CF-1C5CB644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6" name="source-16x16-r12-c8">
            <a:extLst xmlns:a="http://schemas.openxmlformats.org/drawingml/2006/main">
              <a:ext uri="{FF2B5EF4-FFF2-40B4-BE49-F238E27FC236}">
                <a16:creationId xmlns:a16="http://schemas.microsoft.com/office/drawing/2014/main" id="{87195180-64E6-49D7-AB59-4E7C3861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7" name="source-16x16-r12-c9">
            <a:extLst xmlns:a="http://schemas.openxmlformats.org/drawingml/2006/main">
              <a:ext uri="{FF2B5EF4-FFF2-40B4-BE49-F238E27FC236}">
                <a16:creationId xmlns:a16="http://schemas.microsoft.com/office/drawing/2014/main" id="{226D50FA-2FAD-4A3F-B84E-D050D055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8" name="source-16x16-r12-c10">
            <a:extLst xmlns:a="http://schemas.openxmlformats.org/drawingml/2006/main">
              <a:ext uri="{FF2B5EF4-FFF2-40B4-BE49-F238E27FC236}">
                <a16:creationId xmlns:a16="http://schemas.microsoft.com/office/drawing/2014/main" id="{FAE6B376-8FE5-45CB-8A06-73D43C9C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199" name="source-16x16-r12-c11">
            <a:extLst xmlns:a="http://schemas.openxmlformats.org/drawingml/2006/main">
              <a:ext uri="{FF2B5EF4-FFF2-40B4-BE49-F238E27FC236}">
                <a16:creationId xmlns:a16="http://schemas.microsoft.com/office/drawing/2014/main" id="{3F04CF54-C021-443F-A1D6-80BF755E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0" name="source-16x16-r12-c12">
            <a:extLst xmlns:a="http://schemas.openxmlformats.org/drawingml/2006/main">
              <a:ext uri="{FF2B5EF4-FFF2-40B4-BE49-F238E27FC236}">
                <a16:creationId xmlns:a16="http://schemas.microsoft.com/office/drawing/2014/main" id="{A1E17796-7B1B-40AB-AFDD-5794E77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1" name="source-16x16-r12-c13">
            <a:extLst xmlns:a="http://schemas.openxmlformats.org/drawingml/2006/main">
              <a:ext uri="{FF2B5EF4-FFF2-40B4-BE49-F238E27FC236}">
                <a16:creationId xmlns:a16="http://schemas.microsoft.com/office/drawing/2014/main" id="{6E05FC6D-C685-4861-A2BE-55D81AF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2" name="source-16x16-r12-c14">
            <a:extLst xmlns:a="http://schemas.openxmlformats.org/drawingml/2006/main">
              <a:ext uri="{FF2B5EF4-FFF2-40B4-BE49-F238E27FC236}">
                <a16:creationId xmlns:a16="http://schemas.microsoft.com/office/drawing/2014/main" id="{40C75708-415E-4A1D-98CC-6522AEB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3" name="source-16x16-r12-c15">
            <a:extLst xmlns:a="http://schemas.openxmlformats.org/drawingml/2006/main">
              <a:ext uri="{FF2B5EF4-FFF2-40B4-BE49-F238E27FC236}">
                <a16:creationId xmlns:a16="http://schemas.microsoft.com/office/drawing/2014/main" id="{D148DEE0-D2CD-4640-B2E4-AB9A202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4" name="source-16x16-r12-c16">
            <a:extLst xmlns:a="http://schemas.openxmlformats.org/drawingml/2006/main">
              <a:ext uri="{FF2B5EF4-FFF2-40B4-BE49-F238E27FC236}">
                <a16:creationId xmlns:a16="http://schemas.microsoft.com/office/drawing/2014/main" id="{3A3A3A83-6334-491E-A73A-ACDECEAC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433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5" name="source-16x16-r13-c1">
            <a:extLst xmlns:a="http://schemas.openxmlformats.org/drawingml/2006/main">
              <a:ext uri="{FF2B5EF4-FFF2-40B4-BE49-F238E27FC236}">
                <a16:creationId xmlns:a16="http://schemas.microsoft.com/office/drawing/2014/main" id="{34AB3901-F43D-4676-B906-8A172D79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6" name="source-16x16-r13-c2">
            <a:extLst xmlns:a="http://schemas.openxmlformats.org/drawingml/2006/main">
              <a:ext uri="{FF2B5EF4-FFF2-40B4-BE49-F238E27FC236}">
                <a16:creationId xmlns:a16="http://schemas.microsoft.com/office/drawing/2014/main" id="{B4338571-CFEC-476C-8A4F-F5B5CEA9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7" name="source-16x16-r13-c3">
            <a:extLst xmlns:a="http://schemas.openxmlformats.org/drawingml/2006/main">
              <a:ext uri="{FF2B5EF4-FFF2-40B4-BE49-F238E27FC236}">
                <a16:creationId xmlns:a16="http://schemas.microsoft.com/office/drawing/2014/main" id="{FAFBAF62-8CB2-4514-A6D8-E6EC956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8" name="source-16x16-r13-c4">
            <a:extLst xmlns:a="http://schemas.openxmlformats.org/drawingml/2006/main">
              <a:ext uri="{FF2B5EF4-FFF2-40B4-BE49-F238E27FC236}">
                <a16:creationId xmlns:a16="http://schemas.microsoft.com/office/drawing/2014/main" id="{EBE69F48-4B69-4387-A1FA-FC63564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09" name="source-16x16-r13-c5">
            <a:extLst xmlns:a="http://schemas.openxmlformats.org/drawingml/2006/main">
              <a:ext uri="{FF2B5EF4-FFF2-40B4-BE49-F238E27FC236}">
                <a16:creationId xmlns:a16="http://schemas.microsoft.com/office/drawing/2014/main" id="{FBB6F22E-3834-4B11-A557-8B53DD3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0" name="source-16x16-r13-c6">
            <a:extLst xmlns:a="http://schemas.openxmlformats.org/drawingml/2006/main">
              <a:ext uri="{FF2B5EF4-FFF2-40B4-BE49-F238E27FC236}">
                <a16:creationId xmlns:a16="http://schemas.microsoft.com/office/drawing/2014/main" id="{AD178EFF-1C1B-483F-93F9-227FEA18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1" name="source-16x16-r13-c7">
            <a:extLst xmlns:a="http://schemas.openxmlformats.org/drawingml/2006/main">
              <a:ext uri="{FF2B5EF4-FFF2-40B4-BE49-F238E27FC236}">
                <a16:creationId xmlns:a16="http://schemas.microsoft.com/office/drawing/2014/main" id="{8B4B9BC8-CBF5-4E40-AB67-A3D83AB7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2" name="source-16x16-r13-c8">
            <a:extLst xmlns:a="http://schemas.openxmlformats.org/drawingml/2006/main">
              <a:ext uri="{FF2B5EF4-FFF2-40B4-BE49-F238E27FC236}">
                <a16:creationId xmlns:a16="http://schemas.microsoft.com/office/drawing/2014/main" id="{3863857E-9838-45EE-893B-CFA487B0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3" name="source-16x16-r13-c9">
            <a:extLst xmlns:a="http://schemas.openxmlformats.org/drawingml/2006/main">
              <a:ext uri="{FF2B5EF4-FFF2-40B4-BE49-F238E27FC236}">
                <a16:creationId xmlns:a16="http://schemas.microsoft.com/office/drawing/2014/main" id="{8A6A4AA9-9BAB-4EC3-B762-63FEE96B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4" name="source-16x16-r13-c10">
            <a:extLst xmlns:a="http://schemas.openxmlformats.org/drawingml/2006/main">
              <a:ext uri="{FF2B5EF4-FFF2-40B4-BE49-F238E27FC236}">
                <a16:creationId xmlns:a16="http://schemas.microsoft.com/office/drawing/2014/main" id="{5A00676B-49F0-4F1B-9A88-271E7DBF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5" name="source-16x16-r13-c11">
            <a:extLst xmlns:a="http://schemas.openxmlformats.org/drawingml/2006/main">
              <a:ext uri="{FF2B5EF4-FFF2-40B4-BE49-F238E27FC236}">
                <a16:creationId xmlns:a16="http://schemas.microsoft.com/office/drawing/2014/main" id="{C2D60FC4-CB5C-42F8-B50B-0EA987EE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6" name="source-16x16-r13-c12">
            <a:extLst xmlns:a="http://schemas.openxmlformats.org/drawingml/2006/main">
              <a:ext uri="{FF2B5EF4-FFF2-40B4-BE49-F238E27FC236}">
                <a16:creationId xmlns:a16="http://schemas.microsoft.com/office/drawing/2014/main" id="{325E583F-613C-486E-B28A-AFAB7774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7" name="source-16x16-r13-c13">
            <a:extLst xmlns:a="http://schemas.openxmlformats.org/drawingml/2006/main">
              <a:ext uri="{FF2B5EF4-FFF2-40B4-BE49-F238E27FC236}">
                <a16:creationId xmlns:a16="http://schemas.microsoft.com/office/drawing/2014/main" id="{32C1CE3A-4E9B-4823-A7EF-0609486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8" name="source-16x16-r13-c14">
            <a:extLst xmlns:a="http://schemas.openxmlformats.org/drawingml/2006/main">
              <a:ext uri="{FF2B5EF4-FFF2-40B4-BE49-F238E27FC236}">
                <a16:creationId xmlns:a16="http://schemas.microsoft.com/office/drawing/2014/main" id="{031B0CA1-7FB2-4D58-92E5-40E93F6C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19" name="source-16x16-r13-c15">
            <a:extLst xmlns:a="http://schemas.openxmlformats.org/drawingml/2006/main">
              <a:ext uri="{FF2B5EF4-FFF2-40B4-BE49-F238E27FC236}">
                <a16:creationId xmlns:a16="http://schemas.microsoft.com/office/drawing/2014/main" id="{E90FEADC-5006-477F-BB5D-2B3D251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0" name="source-16x16-r13-c16">
            <a:extLst xmlns:a="http://schemas.openxmlformats.org/drawingml/2006/main">
              <a:ext uri="{FF2B5EF4-FFF2-40B4-BE49-F238E27FC236}">
                <a16:creationId xmlns:a16="http://schemas.microsoft.com/office/drawing/2014/main" id="{28264EAF-F7D0-4832-AEA7-1939DC3E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1" name="source-16x16-r14-c1">
            <a:extLst xmlns:a="http://schemas.openxmlformats.org/drawingml/2006/main">
              <a:ext uri="{FF2B5EF4-FFF2-40B4-BE49-F238E27FC236}">
                <a16:creationId xmlns:a16="http://schemas.microsoft.com/office/drawing/2014/main" id="{0533874C-AC05-4779-8E2B-C7D9607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2" name="source-16x16-r14-c2">
            <a:extLst xmlns:a="http://schemas.openxmlformats.org/drawingml/2006/main">
              <a:ext uri="{FF2B5EF4-FFF2-40B4-BE49-F238E27FC236}">
                <a16:creationId xmlns:a16="http://schemas.microsoft.com/office/drawing/2014/main" id="{BFFAFDB8-037A-4BB9-87D0-0A5375D2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3" name="source-16x16-r14-c3">
            <a:extLst xmlns:a="http://schemas.openxmlformats.org/drawingml/2006/main">
              <a:ext uri="{FF2B5EF4-FFF2-40B4-BE49-F238E27FC236}">
                <a16:creationId xmlns:a16="http://schemas.microsoft.com/office/drawing/2014/main" id="{B1432789-C297-4A6A-A2F3-BF7DEA7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4" name="source-16x16-r14-c4">
            <a:extLst xmlns:a="http://schemas.openxmlformats.org/drawingml/2006/main">
              <a:ext uri="{FF2B5EF4-FFF2-40B4-BE49-F238E27FC236}">
                <a16:creationId xmlns:a16="http://schemas.microsoft.com/office/drawing/2014/main" id="{0FED3AAD-C9BA-4145-B770-8FCE767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5" name="source-16x16-r14-c5">
            <a:extLst xmlns:a="http://schemas.openxmlformats.org/drawingml/2006/main">
              <a:ext uri="{FF2B5EF4-FFF2-40B4-BE49-F238E27FC236}">
                <a16:creationId xmlns:a16="http://schemas.microsoft.com/office/drawing/2014/main" id="{494BB6A9-C0BC-4EC0-AD0E-510FD538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6" name="source-16x16-r14-c6">
            <a:extLst xmlns:a="http://schemas.openxmlformats.org/drawingml/2006/main">
              <a:ext uri="{FF2B5EF4-FFF2-40B4-BE49-F238E27FC236}">
                <a16:creationId xmlns:a16="http://schemas.microsoft.com/office/drawing/2014/main" id="{2EE874DC-FB56-4AA8-8205-CF34C39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7" name="source-16x16-r14-c7">
            <a:extLst xmlns:a="http://schemas.openxmlformats.org/drawingml/2006/main">
              <a:ext uri="{FF2B5EF4-FFF2-40B4-BE49-F238E27FC236}">
                <a16:creationId xmlns:a16="http://schemas.microsoft.com/office/drawing/2014/main" id="{FC1C20E3-7177-4BD8-9BFA-916C18E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8" name="source-16x16-r14-c8">
            <a:extLst xmlns:a="http://schemas.openxmlformats.org/drawingml/2006/main">
              <a:ext uri="{FF2B5EF4-FFF2-40B4-BE49-F238E27FC236}">
                <a16:creationId xmlns:a16="http://schemas.microsoft.com/office/drawing/2014/main" id="{8CC15AF1-5934-4D3F-A114-1FDF404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29" name="source-16x16-r14-c9">
            <a:extLst xmlns:a="http://schemas.openxmlformats.org/drawingml/2006/main">
              <a:ext uri="{FF2B5EF4-FFF2-40B4-BE49-F238E27FC236}">
                <a16:creationId xmlns:a16="http://schemas.microsoft.com/office/drawing/2014/main" id="{40E5D9E8-6F68-4689-B8C6-4A9E7511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0" name="source-16x16-r14-c10">
            <a:extLst xmlns:a="http://schemas.openxmlformats.org/drawingml/2006/main">
              <a:ext uri="{FF2B5EF4-FFF2-40B4-BE49-F238E27FC236}">
                <a16:creationId xmlns:a16="http://schemas.microsoft.com/office/drawing/2014/main" id="{52C934CA-6459-45AE-8888-600507A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1" name="source-16x16-r14-c11">
            <a:extLst xmlns:a="http://schemas.openxmlformats.org/drawingml/2006/main">
              <a:ext uri="{FF2B5EF4-FFF2-40B4-BE49-F238E27FC236}">
                <a16:creationId xmlns:a16="http://schemas.microsoft.com/office/drawing/2014/main" id="{0A923989-A2AB-46EA-B885-A66C5F02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2" name="source-16x16-r14-c12">
            <a:extLst xmlns:a="http://schemas.openxmlformats.org/drawingml/2006/main">
              <a:ext uri="{FF2B5EF4-FFF2-40B4-BE49-F238E27FC236}">
                <a16:creationId xmlns:a16="http://schemas.microsoft.com/office/drawing/2014/main" id="{4AD68ABE-9F63-46D3-9DB2-80D5E08C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3" name="source-16x16-r14-c13">
            <a:extLst xmlns:a="http://schemas.openxmlformats.org/drawingml/2006/main">
              <a:ext uri="{FF2B5EF4-FFF2-40B4-BE49-F238E27FC236}">
                <a16:creationId xmlns:a16="http://schemas.microsoft.com/office/drawing/2014/main" id="{9272CA2B-D545-464A-A914-F1A07EE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4" name="source-16x16-r14-c14">
            <a:extLst xmlns:a="http://schemas.openxmlformats.org/drawingml/2006/main">
              <a:ext uri="{FF2B5EF4-FFF2-40B4-BE49-F238E27FC236}">
                <a16:creationId xmlns:a16="http://schemas.microsoft.com/office/drawing/2014/main" id="{856A5D78-0589-46D4-915E-43593643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5" name="source-16x16-r14-c15">
            <a:extLst xmlns:a="http://schemas.openxmlformats.org/drawingml/2006/main">
              <a:ext uri="{FF2B5EF4-FFF2-40B4-BE49-F238E27FC236}">
                <a16:creationId xmlns:a16="http://schemas.microsoft.com/office/drawing/2014/main" id="{7B888E35-B218-42BC-9E2E-E0F38E2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6" name="source-16x16-r14-c16">
            <a:extLst xmlns:a="http://schemas.openxmlformats.org/drawingml/2006/main">
              <a:ext uri="{FF2B5EF4-FFF2-40B4-BE49-F238E27FC236}">
                <a16:creationId xmlns:a16="http://schemas.microsoft.com/office/drawing/2014/main" id="{2BDF0F74-5D79-4380-B2CA-F1A2238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100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7" name="source-16x16-r15-c1">
            <a:extLst xmlns:a="http://schemas.openxmlformats.org/drawingml/2006/main">
              <a:ext uri="{FF2B5EF4-FFF2-40B4-BE49-F238E27FC236}">
                <a16:creationId xmlns:a16="http://schemas.microsoft.com/office/drawing/2014/main" id="{CDA1EF3B-01D9-472C-BC71-02FCAAE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8" name="source-16x16-r15-c2">
            <a:extLst xmlns:a="http://schemas.openxmlformats.org/drawingml/2006/main">
              <a:ext uri="{FF2B5EF4-FFF2-40B4-BE49-F238E27FC236}">
                <a16:creationId xmlns:a16="http://schemas.microsoft.com/office/drawing/2014/main" id="{04ED023D-F121-4A6B-91E4-01540D3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39" name="source-16x16-r15-c3">
            <a:extLst xmlns:a="http://schemas.openxmlformats.org/drawingml/2006/main">
              <a:ext uri="{FF2B5EF4-FFF2-40B4-BE49-F238E27FC236}">
                <a16:creationId xmlns:a16="http://schemas.microsoft.com/office/drawing/2014/main" id="{BE5575E3-7E3C-4D66-9203-78C874A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0" name="source-16x16-r15-c4">
            <a:extLst xmlns:a="http://schemas.openxmlformats.org/drawingml/2006/main">
              <a:ext uri="{FF2B5EF4-FFF2-40B4-BE49-F238E27FC236}">
                <a16:creationId xmlns:a16="http://schemas.microsoft.com/office/drawing/2014/main" id="{EDF0C4D4-9EE1-499D-A41B-0B30036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1" name="source-16x16-r15-c5">
            <a:extLst xmlns:a="http://schemas.openxmlformats.org/drawingml/2006/main">
              <a:ext uri="{FF2B5EF4-FFF2-40B4-BE49-F238E27FC236}">
                <a16:creationId xmlns:a16="http://schemas.microsoft.com/office/drawing/2014/main" id="{8B7EFBAA-3C3A-4BB5-811A-DC0DF62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2" name="source-16x16-r15-c6">
            <a:extLst xmlns:a="http://schemas.openxmlformats.org/drawingml/2006/main">
              <a:ext uri="{FF2B5EF4-FFF2-40B4-BE49-F238E27FC236}">
                <a16:creationId xmlns:a16="http://schemas.microsoft.com/office/drawing/2014/main" id="{CDEF5DA5-56FB-4181-833D-D1F4E3CD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3" name="source-16x16-r15-c7">
            <a:extLst xmlns:a="http://schemas.openxmlformats.org/drawingml/2006/main">
              <a:ext uri="{FF2B5EF4-FFF2-40B4-BE49-F238E27FC236}">
                <a16:creationId xmlns:a16="http://schemas.microsoft.com/office/drawing/2014/main" id="{A90D8A67-0A78-4805-AFFB-D697EC7C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4" name="source-16x16-r15-c8">
            <a:extLst xmlns:a="http://schemas.openxmlformats.org/drawingml/2006/main">
              <a:ext uri="{FF2B5EF4-FFF2-40B4-BE49-F238E27FC236}">
                <a16:creationId xmlns:a16="http://schemas.microsoft.com/office/drawing/2014/main" id="{163CFEFA-E25B-4CC2-AC5E-A614DDDB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5" name="source-16x16-r15-c9">
            <a:extLst xmlns:a="http://schemas.openxmlformats.org/drawingml/2006/main">
              <a:ext uri="{FF2B5EF4-FFF2-40B4-BE49-F238E27FC236}">
                <a16:creationId xmlns:a16="http://schemas.microsoft.com/office/drawing/2014/main" id="{567D826D-26E3-4A90-B9BA-53B79AE4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6" name="source-16x16-r15-c10">
            <a:extLst xmlns:a="http://schemas.openxmlformats.org/drawingml/2006/main">
              <a:ext uri="{FF2B5EF4-FFF2-40B4-BE49-F238E27FC236}">
                <a16:creationId xmlns:a16="http://schemas.microsoft.com/office/drawing/2014/main" id="{73EC2614-DB00-406C-818C-1EB2D8B7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7" name="source-16x16-r15-c11">
            <a:extLst xmlns:a="http://schemas.openxmlformats.org/drawingml/2006/main">
              <a:ext uri="{FF2B5EF4-FFF2-40B4-BE49-F238E27FC236}">
                <a16:creationId xmlns:a16="http://schemas.microsoft.com/office/drawing/2014/main" id="{86BCCD56-A22F-468E-BD99-F741C681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8" name="source-16x16-r15-c12">
            <a:extLst xmlns:a="http://schemas.openxmlformats.org/drawingml/2006/main">
              <a:ext uri="{FF2B5EF4-FFF2-40B4-BE49-F238E27FC236}">
                <a16:creationId xmlns:a16="http://schemas.microsoft.com/office/drawing/2014/main" id="{22D031D1-8A40-4F1C-8606-91802DB6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49" name="source-16x16-r15-c13">
            <a:extLst xmlns:a="http://schemas.openxmlformats.org/drawingml/2006/main">
              <a:ext uri="{FF2B5EF4-FFF2-40B4-BE49-F238E27FC236}">
                <a16:creationId xmlns:a16="http://schemas.microsoft.com/office/drawing/2014/main" id="{ACA1F844-D18C-42AA-8F35-3E29054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0" name="source-16x16-r15-c14">
            <a:extLst xmlns:a="http://schemas.openxmlformats.org/drawingml/2006/main">
              <a:ext uri="{FF2B5EF4-FFF2-40B4-BE49-F238E27FC236}">
                <a16:creationId xmlns:a16="http://schemas.microsoft.com/office/drawing/2014/main" id="{FF570C3A-DD9D-40E2-B46D-FDCB452E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1" name="source-16x16-r15-c15">
            <a:extLst xmlns:a="http://schemas.openxmlformats.org/drawingml/2006/main">
              <a:ext uri="{FF2B5EF4-FFF2-40B4-BE49-F238E27FC236}">
                <a16:creationId xmlns:a16="http://schemas.microsoft.com/office/drawing/2014/main" id="{893B0610-D7F5-4343-896E-6B4E78F1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2" name="source-16x16-r15-c16">
            <a:extLst xmlns:a="http://schemas.openxmlformats.org/drawingml/2006/main">
              <a:ext uri="{FF2B5EF4-FFF2-40B4-BE49-F238E27FC236}">
                <a16:creationId xmlns:a16="http://schemas.microsoft.com/office/drawing/2014/main" id="{62442E29-CA1D-43F7-A2BE-78821F7A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4340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3" name="source-16x16-r16-c1">
            <a:extLst xmlns:a="http://schemas.openxmlformats.org/drawingml/2006/main">
              <a:ext uri="{FF2B5EF4-FFF2-40B4-BE49-F238E27FC236}">
                <a16:creationId xmlns:a16="http://schemas.microsoft.com/office/drawing/2014/main" id="{16B164B9-ACF6-4D1B-8D5A-2754DB54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4" name="source-16x16-r16-c2">
            <a:extLst xmlns:a="http://schemas.openxmlformats.org/drawingml/2006/main">
              <a:ext uri="{FF2B5EF4-FFF2-40B4-BE49-F238E27FC236}">
                <a16:creationId xmlns:a16="http://schemas.microsoft.com/office/drawing/2014/main" id="{683B95DE-FE81-482B-A4EB-44C12E86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5" name="source-16x16-r16-c3">
            <a:extLst xmlns:a="http://schemas.openxmlformats.org/drawingml/2006/main">
              <a:ext uri="{FF2B5EF4-FFF2-40B4-BE49-F238E27FC236}">
                <a16:creationId xmlns:a16="http://schemas.microsoft.com/office/drawing/2014/main" id="{D74FB81A-4BA0-4A40-91A9-305F5521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6" name="source-16x16-r16-c4">
            <a:extLst xmlns:a="http://schemas.openxmlformats.org/drawingml/2006/main">
              <a:ext uri="{FF2B5EF4-FFF2-40B4-BE49-F238E27FC236}">
                <a16:creationId xmlns:a16="http://schemas.microsoft.com/office/drawing/2014/main" id="{429106E5-5118-436A-8F53-BC6D4049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7" name="source-16x16-r16-c5">
            <a:extLst xmlns:a="http://schemas.openxmlformats.org/drawingml/2006/main">
              <a:ext uri="{FF2B5EF4-FFF2-40B4-BE49-F238E27FC236}">
                <a16:creationId xmlns:a16="http://schemas.microsoft.com/office/drawing/2014/main" id="{6CEBDFE7-22AA-47EB-A349-A4C9B6E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8" name="source-16x16-r16-c6">
            <a:extLst xmlns:a="http://schemas.openxmlformats.org/drawingml/2006/main">
              <a:ext uri="{FF2B5EF4-FFF2-40B4-BE49-F238E27FC236}">
                <a16:creationId xmlns:a16="http://schemas.microsoft.com/office/drawing/2014/main" id="{68890D84-2588-49EC-A783-A473DD95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59" name="source-16x16-r16-c7">
            <a:extLst xmlns:a="http://schemas.openxmlformats.org/drawingml/2006/main">
              <a:ext uri="{FF2B5EF4-FFF2-40B4-BE49-F238E27FC236}">
                <a16:creationId xmlns:a16="http://schemas.microsoft.com/office/drawing/2014/main" id="{E6C7E806-DAF6-4009-BFEF-72644D3F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0" name="source-16x16-r16-c8">
            <a:extLst xmlns:a="http://schemas.openxmlformats.org/drawingml/2006/main">
              <a:ext uri="{FF2B5EF4-FFF2-40B4-BE49-F238E27FC236}">
                <a16:creationId xmlns:a16="http://schemas.microsoft.com/office/drawing/2014/main" id="{3790E632-EF0C-423D-A383-726D11C4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1" name="source-16x16-r16-c9">
            <a:extLst xmlns:a="http://schemas.openxmlformats.org/drawingml/2006/main">
              <a:ext uri="{FF2B5EF4-FFF2-40B4-BE49-F238E27FC236}">
                <a16:creationId xmlns:a16="http://schemas.microsoft.com/office/drawing/2014/main" id="{29162CAA-2AF5-4A9D-BE22-91AEAC5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2" name="source-16x16-r16-c10">
            <a:extLst xmlns:a="http://schemas.openxmlformats.org/drawingml/2006/main">
              <a:ext uri="{FF2B5EF4-FFF2-40B4-BE49-F238E27FC236}">
                <a16:creationId xmlns:a16="http://schemas.microsoft.com/office/drawing/2014/main" id="{2EA213D7-5949-4502-AFDA-6E04F2E3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F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3" name="source-16x16-r16-c11">
            <a:extLst xmlns:a="http://schemas.openxmlformats.org/drawingml/2006/main">
              <a:ext uri="{FF2B5EF4-FFF2-40B4-BE49-F238E27FC236}">
                <a16:creationId xmlns:a16="http://schemas.microsoft.com/office/drawing/2014/main" id="{6D1BE80B-C0D7-40B3-84D4-FBF313E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4" name="source-16x16-r16-c12">
            <a:extLst xmlns:a="http://schemas.openxmlformats.org/drawingml/2006/main">
              <a:ext uri="{FF2B5EF4-FFF2-40B4-BE49-F238E27FC236}">
                <a16:creationId xmlns:a16="http://schemas.microsoft.com/office/drawing/2014/main" id="{D3907066-37B6-4C23-9FE7-77834FB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5" name="source-16x16-r16-c13">
            <a:extLst xmlns:a="http://schemas.openxmlformats.org/drawingml/2006/main">
              <a:ext uri="{FF2B5EF4-FFF2-40B4-BE49-F238E27FC236}">
                <a16:creationId xmlns:a16="http://schemas.microsoft.com/office/drawing/2014/main" id="{48FFA025-9059-4557-ADF9-C6DB79E4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6" name="source-16x16-r16-c14">
            <a:extLst xmlns:a="http://schemas.openxmlformats.org/drawingml/2006/main">
              <a:ext uri="{FF2B5EF4-FFF2-40B4-BE49-F238E27FC236}">
                <a16:creationId xmlns:a16="http://schemas.microsoft.com/office/drawing/2014/main" id="{8D43C5FC-4632-4B3A-B23C-4FAF74A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7" name="source-16x16-r16-c15">
            <a:extLst xmlns:a="http://schemas.openxmlformats.org/drawingml/2006/main">
              <a:ext uri="{FF2B5EF4-FFF2-40B4-BE49-F238E27FC236}">
                <a16:creationId xmlns:a16="http://schemas.microsoft.com/office/drawing/2014/main" id="{50BEC3BB-D325-4D12-AFBC-F3131F05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8" name="source-16x16-r16-c16">
            <a:extLst xmlns:a="http://schemas.openxmlformats.org/drawingml/2006/main">
              <a:ext uri="{FF2B5EF4-FFF2-40B4-BE49-F238E27FC236}">
                <a16:creationId xmlns:a16="http://schemas.microsoft.com/office/drawing/2014/main" id="{579B775A-93BF-4751-9D9B-513333EA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76750"/>
            <a:ext cx="134303" cy="134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69" name="bootstrap-top-12x12-r1-c1">
            <a:extLst xmlns:a="http://schemas.openxmlformats.org/drawingml/2006/main">
              <a:ext uri="{FF2B5EF4-FFF2-40B4-BE49-F238E27FC236}">
                <a16:creationId xmlns:a16="http://schemas.microsoft.com/office/drawing/2014/main" id="{6208AF8A-04E1-4C8F-9902-92D24ED0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0" name="bootstrap-top-12x12-r1-c2">
            <a:extLst xmlns:a="http://schemas.openxmlformats.org/drawingml/2006/main">
              <a:ext uri="{FF2B5EF4-FFF2-40B4-BE49-F238E27FC236}">
                <a16:creationId xmlns:a16="http://schemas.microsoft.com/office/drawing/2014/main" id="{E3DF7CB8-2A43-4303-B12C-F962F33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1" name="bootstrap-top-12x12-r1-c3">
            <a:extLst xmlns:a="http://schemas.openxmlformats.org/drawingml/2006/main">
              <a:ext uri="{FF2B5EF4-FFF2-40B4-BE49-F238E27FC236}">
                <a16:creationId xmlns:a16="http://schemas.microsoft.com/office/drawing/2014/main" id="{4F2DB5CC-F732-4BAE-8502-014A8CA3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2" name="bootstrap-top-12x12-r1-c4">
            <a:extLst xmlns:a="http://schemas.openxmlformats.org/drawingml/2006/main">
              <a:ext uri="{FF2B5EF4-FFF2-40B4-BE49-F238E27FC236}">
                <a16:creationId xmlns:a16="http://schemas.microsoft.com/office/drawing/2014/main" id="{7CC71F6D-8F0D-467A-A264-D4558B1E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3" name="bootstrap-top-12x12-r1-c5">
            <a:extLst xmlns:a="http://schemas.openxmlformats.org/drawingml/2006/main">
              <a:ext uri="{FF2B5EF4-FFF2-40B4-BE49-F238E27FC236}">
                <a16:creationId xmlns:a16="http://schemas.microsoft.com/office/drawing/2014/main" id="{43F856B4-2D0F-462F-8EE1-854F6588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4" name="bootstrap-top-12x12-r1-c6">
            <a:extLst xmlns:a="http://schemas.openxmlformats.org/drawingml/2006/main">
              <a:ext uri="{FF2B5EF4-FFF2-40B4-BE49-F238E27FC236}">
                <a16:creationId xmlns:a16="http://schemas.microsoft.com/office/drawing/2014/main" id="{7CCBB59E-7DFD-426D-845A-5F764D28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5" name="bootstrap-top-12x12-r1-c7">
            <a:extLst xmlns:a="http://schemas.openxmlformats.org/drawingml/2006/main">
              <a:ext uri="{FF2B5EF4-FFF2-40B4-BE49-F238E27FC236}">
                <a16:creationId xmlns:a16="http://schemas.microsoft.com/office/drawing/2014/main" id="{CE5E8778-473C-4111-A56C-956B42F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6" name="bootstrap-top-12x12-r1-c8">
            <a:extLst xmlns:a="http://schemas.openxmlformats.org/drawingml/2006/main">
              <a:ext uri="{FF2B5EF4-FFF2-40B4-BE49-F238E27FC236}">
                <a16:creationId xmlns:a16="http://schemas.microsoft.com/office/drawing/2014/main" id="{3BF992FA-BD92-4ACA-A1C9-2A215B1B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7" name="bootstrap-top-12x12-r1-c9">
            <a:extLst xmlns:a="http://schemas.openxmlformats.org/drawingml/2006/main">
              <a:ext uri="{FF2B5EF4-FFF2-40B4-BE49-F238E27FC236}">
                <a16:creationId xmlns:a16="http://schemas.microsoft.com/office/drawing/2014/main" id="{AACF26C4-7F3C-47D0-AAD7-8BD61FAC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8" name="bootstrap-top-12x12-r1-c10">
            <a:extLst xmlns:a="http://schemas.openxmlformats.org/drawingml/2006/main">
              <a:ext uri="{FF2B5EF4-FFF2-40B4-BE49-F238E27FC236}">
                <a16:creationId xmlns:a16="http://schemas.microsoft.com/office/drawing/2014/main" id="{9559EE26-D34A-4C70-98CB-9CB72EF9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79" name="bootstrap-top-12x12-r1-c11">
            <a:extLst xmlns:a="http://schemas.openxmlformats.org/drawingml/2006/main">
              <a:ext uri="{FF2B5EF4-FFF2-40B4-BE49-F238E27FC236}">
                <a16:creationId xmlns:a16="http://schemas.microsoft.com/office/drawing/2014/main" id="{A6C7DEB0-C4A9-4F27-8708-53739FF7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0" name="bootstrap-top-12x12-r1-c12">
            <a:extLst xmlns:a="http://schemas.openxmlformats.org/drawingml/2006/main">
              <a:ext uri="{FF2B5EF4-FFF2-40B4-BE49-F238E27FC236}">
                <a16:creationId xmlns:a16="http://schemas.microsoft.com/office/drawing/2014/main" id="{DF9FA8BF-EF29-480B-B570-631EC143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666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1" name="bootstrap-top-12x12-r2-c1">
            <a:extLst xmlns:a="http://schemas.openxmlformats.org/drawingml/2006/main">
              <a:ext uri="{FF2B5EF4-FFF2-40B4-BE49-F238E27FC236}">
                <a16:creationId xmlns:a16="http://schemas.microsoft.com/office/drawing/2014/main" id="{CBD67F98-1167-40E9-9926-108FE150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2" name="bootstrap-top-12x12-r2-c2">
            <a:extLst xmlns:a="http://schemas.openxmlformats.org/drawingml/2006/main">
              <a:ext uri="{FF2B5EF4-FFF2-40B4-BE49-F238E27FC236}">
                <a16:creationId xmlns:a16="http://schemas.microsoft.com/office/drawing/2014/main" id="{CBA6A82C-8BC2-48F2-933E-F1A4E04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3" name="bootstrap-top-12x12-r2-c3">
            <a:extLst xmlns:a="http://schemas.openxmlformats.org/drawingml/2006/main">
              <a:ext uri="{FF2B5EF4-FFF2-40B4-BE49-F238E27FC236}">
                <a16:creationId xmlns:a16="http://schemas.microsoft.com/office/drawing/2014/main" id="{9F06EC12-222D-48B0-9439-BBADE46F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4" name="bootstrap-top-12x12-r2-c4">
            <a:extLst xmlns:a="http://schemas.openxmlformats.org/drawingml/2006/main">
              <a:ext uri="{FF2B5EF4-FFF2-40B4-BE49-F238E27FC236}">
                <a16:creationId xmlns:a16="http://schemas.microsoft.com/office/drawing/2014/main" id="{3AD21092-1B67-4390-8019-4C6A189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5" name="bootstrap-top-12x12-r2-c5">
            <a:extLst xmlns:a="http://schemas.openxmlformats.org/drawingml/2006/main">
              <a:ext uri="{FF2B5EF4-FFF2-40B4-BE49-F238E27FC236}">
                <a16:creationId xmlns:a16="http://schemas.microsoft.com/office/drawing/2014/main" id="{0C7591CB-C256-42F5-9C80-6D555DB1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6" name="bootstrap-top-12x12-r2-c6">
            <a:extLst xmlns:a="http://schemas.openxmlformats.org/drawingml/2006/main">
              <a:ext uri="{FF2B5EF4-FFF2-40B4-BE49-F238E27FC236}">
                <a16:creationId xmlns:a16="http://schemas.microsoft.com/office/drawing/2014/main" id="{A8FF0404-6AC0-428F-83B8-75753D0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7" name="bootstrap-top-12x12-r2-c7">
            <a:extLst xmlns:a="http://schemas.openxmlformats.org/drawingml/2006/main">
              <a:ext uri="{FF2B5EF4-FFF2-40B4-BE49-F238E27FC236}">
                <a16:creationId xmlns:a16="http://schemas.microsoft.com/office/drawing/2014/main" id="{22E753B6-2D2A-4A2D-AE18-4677E60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8" name="bootstrap-top-12x12-r2-c8">
            <a:extLst xmlns:a="http://schemas.openxmlformats.org/drawingml/2006/main">
              <a:ext uri="{FF2B5EF4-FFF2-40B4-BE49-F238E27FC236}">
                <a16:creationId xmlns:a16="http://schemas.microsoft.com/office/drawing/2014/main" id="{FFE1D130-05D0-4389-AEB6-028C41E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89" name="bootstrap-top-12x12-r2-c9">
            <a:extLst xmlns:a="http://schemas.openxmlformats.org/drawingml/2006/main">
              <a:ext uri="{FF2B5EF4-FFF2-40B4-BE49-F238E27FC236}">
                <a16:creationId xmlns:a16="http://schemas.microsoft.com/office/drawing/2014/main" id="{E416AFBD-F6AA-4C96-A478-D8640D5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0" name="bootstrap-top-12x12-r2-c10">
            <a:extLst xmlns:a="http://schemas.openxmlformats.org/drawingml/2006/main">
              <a:ext uri="{FF2B5EF4-FFF2-40B4-BE49-F238E27FC236}">
                <a16:creationId xmlns:a16="http://schemas.microsoft.com/office/drawing/2014/main" id="{2265C8FD-76B8-4BAD-8075-43D5EF7B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1" name="bootstrap-top-12x12-r2-c11">
            <a:extLst xmlns:a="http://schemas.openxmlformats.org/drawingml/2006/main">
              <a:ext uri="{FF2B5EF4-FFF2-40B4-BE49-F238E27FC236}">
                <a16:creationId xmlns:a16="http://schemas.microsoft.com/office/drawing/2014/main" id="{23FFB4DD-E539-4F3B-A85A-86FBB93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2" name="bootstrap-top-12x12-r2-c12">
            <a:extLst xmlns:a="http://schemas.openxmlformats.org/drawingml/2006/main">
              <a:ext uri="{FF2B5EF4-FFF2-40B4-BE49-F238E27FC236}">
                <a16:creationId xmlns:a16="http://schemas.microsoft.com/office/drawing/2014/main" id="{865378A1-C473-4DC1-81DE-FC6E5193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755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3" name="bootstrap-top-12x12-r3-c1">
            <a:extLst xmlns:a="http://schemas.openxmlformats.org/drawingml/2006/main">
              <a:ext uri="{FF2B5EF4-FFF2-40B4-BE49-F238E27FC236}">
                <a16:creationId xmlns:a16="http://schemas.microsoft.com/office/drawing/2014/main" id="{3CB3E638-736D-4796-8B65-B1962C90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4" name="bootstrap-top-12x12-r3-c2">
            <a:extLst xmlns:a="http://schemas.openxmlformats.org/drawingml/2006/main">
              <a:ext uri="{FF2B5EF4-FFF2-40B4-BE49-F238E27FC236}">
                <a16:creationId xmlns:a16="http://schemas.microsoft.com/office/drawing/2014/main" id="{5ADD8A72-7475-41F5-B2A4-99995A44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5" name="bootstrap-top-12x12-r3-c3">
            <a:extLst xmlns:a="http://schemas.openxmlformats.org/drawingml/2006/main">
              <a:ext uri="{FF2B5EF4-FFF2-40B4-BE49-F238E27FC236}">
                <a16:creationId xmlns:a16="http://schemas.microsoft.com/office/drawing/2014/main" id="{E6B4F8A9-229A-45F7-9B3D-D62B40F1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6" name="bootstrap-top-12x12-r3-c4">
            <a:extLst xmlns:a="http://schemas.openxmlformats.org/drawingml/2006/main">
              <a:ext uri="{FF2B5EF4-FFF2-40B4-BE49-F238E27FC236}">
                <a16:creationId xmlns:a16="http://schemas.microsoft.com/office/drawing/2014/main" id="{FEA212F2-97E9-447D-B6C5-A31A7B0A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7" name="bootstrap-top-12x12-r3-c5">
            <a:extLst xmlns:a="http://schemas.openxmlformats.org/drawingml/2006/main">
              <a:ext uri="{FF2B5EF4-FFF2-40B4-BE49-F238E27FC236}">
                <a16:creationId xmlns:a16="http://schemas.microsoft.com/office/drawing/2014/main" id="{A3F94B94-14D4-4984-97AC-7768D34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8" name="bootstrap-top-12x12-r3-c6">
            <a:extLst xmlns:a="http://schemas.openxmlformats.org/drawingml/2006/main">
              <a:ext uri="{FF2B5EF4-FFF2-40B4-BE49-F238E27FC236}">
                <a16:creationId xmlns:a16="http://schemas.microsoft.com/office/drawing/2014/main" id="{6B62CA94-24A5-487A-9384-4D9ABAAC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299" name="bootstrap-top-12x12-r3-c7">
            <a:extLst xmlns:a="http://schemas.openxmlformats.org/drawingml/2006/main">
              <a:ext uri="{FF2B5EF4-FFF2-40B4-BE49-F238E27FC236}">
                <a16:creationId xmlns:a16="http://schemas.microsoft.com/office/drawing/2014/main" id="{25D7D85F-2C05-4676-A30A-2622254B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0" name="bootstrap-top-12x12-r3-c8">
            <a:extLst xmlns:a="http://schemas.openxmlformats.org/drawingml/2006/main">
              <a:ext uri="{FF2B5EF4-FFF2-40B4-BE49-F238E27FC236}">
                <a16:creationId xmlns:a16="http://schemas.microsoft.com/office/drawing/2014/main" id="{39D41B69-38CF-4584-B7CC-55143B7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1" name="bootstrap-top-12x12-r3-c9">
            <a:extLst xmlns:a="http://schemas.openxmlformats.org/drawingml/2006/main">
              <a:ext uri="{FF2B5EF4-FFF2-40B4-BE49-F238E27FC236}">
                <a16:creationId xmlns:a16="http://schemas.microsoft.com/office/drawing/2014/main" id="{7B481DA4-D82C-459C-8D0E-C3ED38A4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2" name="bootstrap-top-12x12-r3-c10">
            <a:extLst xmlns:a="http://schemas.openxmlformats.org/drawingml/2006/main">
              <a:ext uri="{FF2B5EF4-FFF2-40B4-BE49-F238E27FC236}">
                <a16:creationId xmlns:a16="http://schemas.microsoft.com/office/drawing/2014/main" id="{577E07F5-E240-4D0B-9420-BD50A93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3" name="bootstrap-top-12x12-r3-c11">
            <a:extLst xmlns:a="http://schemas.openxmlformats.org/drawingml/2006/main">
              <a:ext uri="{FF2B5EF4-FFF2-40B4-BE49-F238E27FC236}">
                <a16:creationId xmlns:a16="http://schemas.microsoft.com/office/drawing/2014/main" id="{AA2D883F-08B2-4637-81B5-7216FB98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4" name="bootstrap-top-12x12-r3-c12">
            <a:extLst xmlns:a="http://schemas.openxmlformats.org/drawingml/2006/main">
              <a:ext uri="{FF2B5EF4-FFF2-40B4-BE49-F238E27FC236}">
                <a16:creationId xmlns:a16="http://schemas.microsoft.com/office/drawing/2014/main" id="{5F89F478-C2DC-47FB-A2A1-60F6F2AB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844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5" name="bootstrap-top-12x12-r4-c1">
            <a:extLst xmlns:a="http://schemas.openxmlformats.org/drawingml/2006/main">
              <a:ext uri="{FF2B5EF4-FFF2-40B4-BE49-F238E27FC236}">
                <a16:creationId xmlns:a16="http://schemas.microsoft.com/office/drawing/2014/main" id="{C0F3029F-1BB6-416D-B878-6116E3AF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6" name="bootstrap-top-12x12-r4-c2">
            <a:extLst xmlns:a="http://schemas.openxmlformats.org/drawingml/2006/main">
              <a:ext uri="{FF2B5EF4-FFF2-40B4-BE49-F238E27FC236}">
                <a16:creationId xmlns:a16="http://schemas.microsoft.com/office/drawing/2014/main" id="{17B69243-99F9-4C70-B0AB-4C636AB6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7" name="bootstrap-top-12x12-r4-c3">
            <a:extLst xmlns:a="http://schemas.openxmlformats.org/drawingml/2006/main">
              <a:ext uri="{FF2B5EF4-FFF2-40B4-BE49-F238E27FC236}">
                <a16:creationId xmlns:a16="http://schemas.microsoft.com/office/drawing/2014/main" id="{E8A7D3FC-3D4B-4366-AD80-D6D621F8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8" name="bootstrap-top-12x12-r4-c4">
            <a:extLst xmlns:a="http://schemas.openxmlformats.org/drawingml/2006/main">
              <a:ext uri="{FF2B5EF4-FFF2-40B4-BE49-F238E27FC236}">
                <a16:creationId xmlns:a16="http://schemas.microsoft.com/office/drawing/2014/main" id="{A5BBB847-1A2C-4240-A2D9-BC41B4A9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09" name="bootstrap-top-12x12-r4-c5">
            <a:extLst xmlns:a="http://schemas.openxmlformats.org/drawingml/2006/main">
              <a:ext uri="{FF2B5EF4-FFF2-40B4-BE49-F238E27FC236}">
                <a16:creationId xmlns:a16="http://schemas.microsoft.com/office/drawing/2014/main" id="{3D30A08E-FAFF-476A-8971-047252B5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0" name="bootstrap-top-12x12-r4-c6">
            <a:extLst xmlns:a="http://schemas.openxmlformats.org/drawingml/2006/main">
              <a:ext uri="{FF2B5EF4-FFF2-40B4-BE49-F238E27FC236}">
                <a16:creationId xmlns:a16="http://schemas.microsoft.com/office/drawing/2014/main" id="{479ADAE3-D9C2-4484-939A-C9795055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1" name="bootstrap-top-12x12-r4-c7">
            <a:extLst xmlns:a="http://schemas.openxmlformats.org/drawingml/2006/main">
              <a:ext uri="{FF2B5EF4-FFF2-40B4-BE49-F238E27FC236}">
                <a16:creationId xmlns:a16="http://schemas.microsoft.com/office/drawing/2014/main" id="{5F4C121E-6E6D-4B38-9A44-BE7A244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2" name="bootstrap-top-12x12-r4-c8">
            <a:extLst xmlns:a="http://schemas.openxmlformats.org/drawingml/2006/main">
              <a:ext uri="{FF2B5EF4-FFF2-40B4-BE49-F238E27FC236}">
                <a16:creationId xmlns:a16="http://schemas.microsoft.com/office/drawing/2014/main" id="{270AA83D-6965-4505-96F0-8F6D0B68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3" name="bootstrap-top-12x12-r4-c9">
            <a:extLst xmlns:a="http://schemas.openxmlformats.org/drawingml/2006/main">
              <a:ext uri="{FF2B5EF4-FFF2-40B4-BE49-F238E27FC236}">
                <a16:creationId xmlns:a16="http://schemas.microsoft.com/office/drawing/2014/main" id="{212A3041-6348-40FF-AEEA-A9F998A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4" name="bootstrap-top-12x12-r4-c10">
            <a:extLst xmlns:a="http://schemas.openxmlformats.org/drawingml/2006/main">
              <a:ext uri="{FF2B5EF4-FFF2-40B4-BE49-F238E27FC236}">
                <a16:creationId xmlns:a16="http://schemas.microsoft.com/office/drawing/2014/main" id="{84D29F80-C71D-41FF-88A3-B6AFB0B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5" name="bootstrap-top-12x12-r4-c11">
            <a:extLst xmlns:a="http://schemas.openxmlformats.org/drawingml/2006/main">
              <a:ext uri="{FF2B5EF4-FFF2-40B4-BE49-F238E27FC236}">
                <a16:creationId xmlns:a16="http://schemas.microsoft.com/office/drawing/2014/main" id="{AF99C371-C3E5-4829-A0E3-CDCFB5FB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6" name="bootstrap-top-12x12-r4-c12">
            <a:extLst xmlns:a="http://schemas.openxmlformats.org/drawingml/2006/main">
              <a:ext uri="{FF2B5EF4-FFF2-40B4-BE49-F238E27FC236}">
                <a16:creationId xmlns:a16="http://schemas.microsoft.com/office/drawing/2014/main" id="{9524641F-DDC1-4737-B9A7-C9E8B18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933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7" name="bootstrap-top-12x12-r5-c1">
            <a:extLst xmlns:a="http://schemas.openxmlformats.org/drawingml/2006/main">
              <a:ext uri="{FF2B5EF4-FFF2-40B4-BE49-F238E27FC236}">
                <a16:creationId xmlns:a16="http://schemas.microsoft.com/office/drawing/2014/main" id="{86CB3E88-8D2C-410B-821F-DF11784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8" name="bootstrap-top-12x12-r5-c2">
            <a:extLst xmlns:a="http://schemas.openxmlformats.org/drawingml/2006/main">
              <a:ext uri="{FF2B5EF4-FFF2-40B4-BE49-F238E27FC236}">
                <a16:creationId xmlns:a16="http://schemas.microsoft.com/office/drawing/2014/main" id="{BA26C588-7B46-46C5-9470-E0AF7648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19" name="bootstrap-top-12x12-r5-c3">
            <a:extLst xmlns:a="http://schemas.openxmlformats.org/drawingml/2006/main">
              <a:ext uri="{FF2B5EF4-FFF2-40B4-BE49-F238E27FC236}">
                <a16:creationId xmlns:a16="http://schemas.microsoft.com/office/drawing/2014/main" id="{63C6E4E8-87EF-4350-AA17-CECCC5A0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0" name="bootstrap-top-12x12-r5-c4">
            <a:extLst xmlns:a="http://schemas.openxmlformats.org/drawingml/2006/main">
              <a:ext uri="{FF2B5EF4-FFF2-40B4-BE49-F238E27FC236}">
                <a16:creationId xmlns:a16="http://schemas.microsoft.com/office/drawing/2014/main" id="{7B4628BC-E9D3-4E62-94CF-6FE60E6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1" name="bootstrap-top-12x12-r5-c5">
            <a:extLst xmlns:a="http://schemas.openxmlformats.org/drawingml/2006/main">
              <a:ext uri="{FF2B5EF4-FFF2-40B4-BE49-F238E27FC236}">
                <a16:creationId xmlns:a16="http://schemas.microsoft.com/office/drawing/2014/main" id="{B071ABE1-5AFB-44F6-9205-0A6A7386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2" name="bootstrap-top-12x12-r5-c6">
            <a:extLst xmlns:a="http://schemas.openxmlformats.org/drawingml/2006/main">
              <a:ext uri="{FF2B5EF4-FFF2-40B4-BE49-F238E27FC236}">
                <a16:creationId xmlns:a16="http://schemas.microsoft.com/office/drawing/2014/main" id="{625B45C0-1570-441D-95CB-FB8C9EF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3" name="bootstrap-top-12x12-r5-c7">
            <a:extLst xmlns:a="http://schemas.openxmlformats.org/drawingml/2006/main">
              <a:ext uri="{FF2B5EF4-FFF2-40B4-BE49-F238E27FC236}">
                <a16:creationId xmlns:a16="http://schemas.microsoft.com/office/drawing/2014/main" id="{1DAA8EC2-6F68-4D16-B1ED-15025303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4" name="bootstrap-top-12x12-r5-c8">
            <a:extLst xmlns:a="http://schemas.openxmlformats.org/drawingml/2006/main">
              <a:ext uri="{FF2B5EF4-FFF2-40B4-BE49-F238E27FC236}">
                <a16:creationId xmlns:a16="http://schemas.microsoft.com/office/drawing/2014/main" id="{4F41F312-5495-4C75-86BB-F5A093B4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5" name="bootstrap-top-12x12-r5-c9">
            <a:extLst xmlns:a="http://schemas.openxmlformats.org/drawingml/2006/main">
              <a:ext uri="{FF2B5EF4-FFF2-40B4-BE49-F238E27FC236}">
                <a16:creationId xmlns:a16="http://schemas.microsoft.com/office/drawing/2014/main" id="{03419C08-BF30-40BD-A4EF-6B65C7A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6" name="bootstrap-top-12x12-r5-c10">
            <a:extLst xmlns:a="http://schemas.openxmlformats.org/drawingml/2006/main">
              <a:ext uri="{FF2B5EF4-FFF2-40B4-BE49-F238E27FC236}">
                <a16:creationId xmlns:a16="http://schemas.microsoft.com/office/drawing/2014/main" id="{4921B056-377E-4EB1-A5CA-D3FFE9CF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7" name="bootstrap-top-12x12-r5-c11">
            <a:extLst xmlns:a="http://schemas.openxmlformats.org/drawingml/2006/main">
              <a:ext uri="{FF2B5EF4-FFF2-40B4-BE49-F238E27FC236}">
                <a16:creationId xmlns:a16="http://schemas.microsoft.com/office/drawing/2014/main" id="{024D7CBD-9B23-41CC-A648-3449351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8" name="bootstrap-top-12x12-r5-c12">
            <a:extLst xmlns:a="http://schemas.openxmlformats.org/drawingml/2006/main">
              <a:ext uri="{FF2B5EF4-FFF2-40B4-BE49-F238E27FC236}">
                <a16:creationId xmlns:a16="http://schemas.microsoft.com/office/drawing/2014/main" id="{B257C7E0-A2FB-464A-A7A7-B2EFEE4F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022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29" name="bootstrap-top-12x12-r6-c1">
            <a:extLst xmlns:a="http://schemas.openxmlformats.org/drawingml/2006/main">
              <a:ext uri="{FF2B5EF4-FFF2-40B4-BE49-F238E27FC236}">
                <a16:creationId xmlns:a16="http://schemas.microsoft.com/office/drawing/2014/main" id="{4DB6E704-5C08-41DD-AEBB-6C8C9500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0" name="bootstrap-top-12x12-r6-c2">
            <a:extLst xmlns:a="http://schemas.openxmlformats.org/drawingml/2006/main">
              <a:ext uri="{FF2B5EF4-FFF2-40B4-BE49-F238E27FC236}">
                <a16:creationId xmlns:a16="http://schemas.microsoft.com/office/drawing/2014/main" id="{69208D69-94BB-4D39-823A-F08B53EA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1" name="bootstrap-top-12x12-r6-c3">
            <a:extLst xmlns:a="http://schemas.openxmlformats.org/drawingml/2006/main">
              <a:ext uri="{FF2B5EF4-FFF2-40B4-BE49-F238E27FC236}">
                <a16:creationId xmlns:a16="http://schemas.microsoft.com/office/drawing/2014/main" id="{D189EFBE-945E-4D02-A016-2CF8EA7D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2" name="bootstrap-top-12x12-r6-c4">
            <a:extLst xmlns:a="http://schemas.openxmlformats.org/drawingml/2006/main">
              <a:ext uri="{FF2B5EF4-FFF2-40B4-BE49-F238E27FC236}">
                <a16:creationId xmlns:a16="http://schemas.microsoft.com/office/drawing/2014/main" id="{F656FA67-3A06-4BB5-8558-1025A12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3" name="bootstrap-top-12x12-r6-c5">
            <a:extLst xmlns:a="http://schemas.openxmlformats.org/drawingml/2006/main">
              <a:ext uri="{FF2B5EF4-FFF2-40B4-BE49-F238E27FC236}">
                <a16:creationId xmlns:a16="http://schemas.microsoft.com/office/drawing/2014/main" id="{F4592276-2853-4E46-970D-4405EAD9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4" name="bootstrap-top-12x12-r6-c6">
            <a:extLst xmlns:a="http://schemas.openxmlformats.org/drawingml/2006/main">
              <a:ext uri="{FF2B5EF4-FFF2-40B4-BE49-F238E27FC236}">
                <a16:creationId xmlns:a16="http://schemas.microsoft.com/office/drawing/2014/main" id="{87E0DC2D-9C29-42AC-8A24-C8D9B2A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5" name="bootstrap-top-12x12-r6-c7">
            <a:extLst xmlns:a="http://schemas.openxmlformats.org/drawingml/2006/main">
              <a:ext uri="{FF2B5EF4-FFF2-40B4-BE49-F238E27FC236}">
                <a16:creationId xmlns:a16="http://schemas.microsoft.com/office/drawing/2014/main" id="{79B77224-E1D5-43AD-A599-80CBD21C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6" name="bootstrap-top-12x12-r6-c8">
            <a:extLst xmlns:a="http://schemas.openxmlformats.org/drawingml/2006/main">
              <a:ext uri="{FF2B5EF4-FFF2-40B4-BE49-F238E27FC236}">
                <a16:creationId xmlns:a16="http://schemas.microsoft.com/office/drawing/2014/main" id="{243F9ED1-8BE6-4F78-80D8-6F3E286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7" name="bootstrap-top-12x12-r6-c9">
            <a:extLst xmlns:a="http://schemas.openxmlformats.org/drawingml/2006/main">
              <a:ext uri="{FF2B5EF4-FFF2-40B4-BE49-F238E27FC236}">
                <a16:creationId xmlns:a16="http://schemas.microsoft.com/office/drawing/2014/main" id="{969452D0-AE3D-4F2D-A157-0B5F85E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8" name="bootstrap-top-12x12-r6-c10">
            <a:extLst xmlns:a="http://schemas.openxmlformats.org/drawingml/2006/main">
              <a:ext uri="{FF2B5EF4-FFF2-40B4-BE49-F238E27FC236}">
                <a16:creationId xmlns:a16="http://schemas.microsoft.com/office/drawing/2014/main" id="{76EE704B-48E1-42C3-89F2-FFDD4B54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39" name="bootstrap-top-12x12-r6-c11">
            <a:extLst xmlns:a="http://schemas.openxmlformats.org/drawingml/2006/main">
              <a:ext uri="{FF2B5EF4-FFF2-40B4-BE49-F238E27FC236}">
                <a16:creationId xmlns:a16="http://schemas.microsoft.com/office/drawing/2014/main" id="{822F60EB-D865-44C8-8C51-8EBF60CD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0" name="bootstrap-top-12x12-r6-c12">
            <a:extLst xmlns:a="http://schemas.openxmlformats.org/drawingml/2006/main">
              <a:ext uri="{FF2B5EF4-FFF2-40B4-BE49-F238E27FC236}">
                <a16:creationId xmlns:a16="http://schemas.microsoft.com/office/drawing/2014/main" id="{0BFCCC53-3225-46A6-90AD-8C8AFCE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111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1" name="bootstrap-top-12x12-r7-c1">
            <a:extLst xmlns:a="http://schemas.openxmlformats.org/drawingml/2006/main">
              <a:ext uri="{FF2B5EF4-FFF2-40B4-BE49-F238E27FC236}">
                <a16:creationId xmlns:a16="http://schemas.microsoft.com/office/drawing/2014/main" id="{40A8F2B5-03B7-4CB1-9420-F74271F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2" name="bootstrap-top-12x12-r7-c2">
            <a:extLst xmlns:a="http://schemas.openxmlformats.org/drawingml/2006/main">
              <a:ext uri="{FF2B5EF4-FFF2-40B4-BE49-F238E27FC236}">
                <a16:creationId xmlns:a16="http://schemas.microsoft.com/office/drawing/2014/main" id="{849EDFF0-D25D-4AC1-9343-1742869D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3" name="bootstrap-top-12x12-r7-c3">
            <a:extLst xmlns:a="http://schemas.openxmlformats.org/drawingml/2006/main">
              <a:ext uri="{FF2B5EF4-FFF2-40B4-BE49-F238E27FC236}">
                <a16:creationId xmlns:a16="http://schemas.microsoft.com/office/drawing/2014/main" id="{47EF8839-4313-4BE2-B191-91411045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4" name="bootstrap-top-12x12-r7-c4">
            <a:extLst xmlns:a="http://schemas.openxmlformats.org/drawingml/2006/main">
              <a:ext uri="{FF2B5EF4-FFF2-40B4-BE49-F238E27FC236}">
                <a16:creationId xmlns:a16="http://schemas.microsoft.com/office/drawing/2014/main" id="{52A9AC99-5516-4F19-8CAA-D3E53369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5" name="bootstrap-top-12x12-r7-c5">
            <a:extLst xmlns:a="http://schemas.openxmlformats.org/drawingml/2006/main">
              <a:ext uri="{FF2B5EF4-FFF2-40B4-BE49-F238E27FC236}">
                <a16:creationId xmlns:a16="http://schemas.microsoft.com/office/drawing/2014/main" id="{676C74A7-5D30-4268-9AE0-11C537E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6" name="bootstrap-top-12x12-r7-c6">
            <a:extLst xmlns:a="http://schemas.openxmlformats.org/drawingml/2006/main">
              <a:ext uri="{FF2B5EF4-FFF2-40B4-BE49-F238E27FC236}">
                <a16:creationId xmlns:a16="http://schemas.microsoft.com/office/drawing/2014/main" id="{02F23D6F-0DEB-4466-ABCD-5E10359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7" name="bootstrap-top-12x12-r7-c7">
            <a:extLst xmlns:a="http://schemas.openxmlformats.org/drawingml/2006/main">
              <a:ext uri="{FF2B5EF4-FFF2-40B4-BE49-F238E27FC236}">
                <a16:creationId xmlns:a16="http://schemas.microsoft.com/office/drawing/2014/main" id="{BFC6EA80-0712-4776-A01A-9DF59D3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8" name="bootstrap-top-12x12-r7-c8">
            <a:extLst xmlns:a="http://schemas.openxmlformats.org/drawingml/2006/main">
              <a:ext uri="{FF2B5EF4-FFF2-40B4-BE49-F238E27FC236}">
                <a16:creationId xmlns:a16="http://schemas.microsoft.com/office/drawing/2014/main" id="{4DC5A931-529F-499D-B6C6-D5D572A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49" name="bootstrap-top-12x12-r7-c9">
            <a:extLst xmlns:a="http://schemas.openxmlformats.org/drawingml/2006/main">
              <a:ext uri="{FF2B5EF4-FFF2-40B4-BE49-F238E27FC236}">
                <a16:creationId xmlns:a16="http://schemas.microsoft.com/office/drawing/2014/main" id="{B64B6533-BD26-452D-BC9C-65A8868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0" name="bootstrap-top-12x12-r7-c10">
            <a:extLst xmlns:a="http://schemas.openxmlformats.org/drawingml/2006/main">
              <a:ext uri="{FF2B5EF4-FFF2-40B4-BE49-F238E27FC236}">
                <a16:creationId xmlns:a16="http://schemas.microsoft.com/office/drawing/2014/main" id="{FCAF982F-A339-400E-BFFF-F88F35F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1" name="bootstrap-top-12x12-r7-c11">
            <a:extLst xmlns:a="http://schemas.openxmlformats.org/drawingml/2006/main">
              <a:ext uri="{FF2B5EF4-FFF2-40B4-BE49-F238E27FC236}">
                <a16:creationId xmlns:a16="http://schemas.microsoft.com/office/drawing/2014/main" id="{4AED9C54-ACBA-4F97-9496-C083074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2" name="bootstrap-top-12x12-r7-c12">
            <a:extLst xmlns:a="http://schemas.openxmlformats.org/drawingml/2006/main">
              <a:ext uri="{FF2B5EF4-FFF2-40B4-BE49-F238E27FC236}">
                <a16:creationId xmlns:a16="http://schemas.microsoft.com/office/drawing/2014/main" id="{A3CA8D78-0137-4A3E-801C-F09A6A3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200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3" name="bootstrap-top-12x12-r8-c1">
            <a:extLst xmlns:a="http://schemas.openxmlformats.org/drawingml/2006/main">
              <a:ext uri="{FF2B5EF4-FFF2-40B4-BE49-F238E27FC236}">
                <a16:creationId xmlns:a16="http://schemas.microsoft.com/office/drawing/2014/main" id="{E851C66E-92B8-4B31-905F-5AFD2D6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4" name="bootstrap-top-12x12-r8-c2">
            <a:extLst xmlns:a="http://schemas.openxmlformats.org/drawingml/2006/main">
              <a:ext uri="{FF2B5EF4-FFF2-40B4-BE49-F238E27FC236}">
                <a16:creationId xmlns:a16="http://schemas.microsoft.com/office/drawing/2014/main" id="{4D2331C7-561C-457A-9047-A85A41CE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5" name="bootstrap-top-12x12-r8-c3">
            <a:extLst xmlns:a="http://schemas.openxmlformats.org/drawingml/2006/main">
              <a:ext uri="{FF2B5EF4-FFF2-40B4-BE49-F238E27FC236}">
                <a16:creationId xmlns:a16="http://schemas.microsoft.com/office/drawing/2014/main" id="{65ACE8CA-70FF-4EFF-B234-E3C505E2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6" name="bootstrap-top-12x12-r8-c4">
            <a:extLst xmlns:a="http://schemas.openxmlformats.org/drawingml/2006/main">
              <a:ext uri="{FF2B5EF4-FFF2-40B4-BE49-F238E27FC236}">
                <a16:creationId xmlns:a16="http://schemas.microsoft.com/office/drawing/2014/main" id="{866A13F5-B628-4B4D-87A3-F5B72D3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7" name="bootstrap-top-12x12-r8-c5">
            <a:extLst xmlns:a="http://schemas.openxmlformats.org/drawingml/2006/main">
              <a:ext uri="{FF2B5EF4-FFF2-40B4-BE49-F238E27FC236}">
                <a16:creationId xmlns:a16="http://schemas.microsoft.com/office/drawing/2014/main" id="{5B7CFE4B-B616-4188-8E41-8631F901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8" name="bootstrap-top-12x12-r8-c6">
            <a:extLst xmlns:a="http://schemas.openxmlformats.org/drawingml/2006/main">
              <a:ext uri="{FF2B5EF4-FFF2-40B4-BE49-F238E27FC236}">
                <a16:creationId xmlns:a16="http://schemas.microsoft.com/office/drawing/2014/main" id="{1F4B5D19-C5FB-4AC6-BC41-C675732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59" name="bootstrap-top-12x12-r8-c7">
            <a:extLst xmlns:a="http://schemas.openxmlformats.org/drawingml/2006/main">
              <a:ext uri="{FF2B5EF4-FFF2-40B4-BE49-F238E27FC236}">
                <a16:creationId xmlns:a16="http://schemas.microsoft.com/office/drawing/2014/main" id="{CC9ED033-E869-4013-BBB3-222FE0D3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0" name="bootstrap-top-12x12-r8-c8">
            <a:extLst xmlns:a="http://schemas.openxmlformats.org/drawingml/2006/main">
              <a:ext uri="{FF2B5EF4-FFF2-40B4-BE49-F238E27FC236}">
                <a16:creationId xmlns:a16="http://schemas.microsoft.com/office/drawing/2014/main" id="{C883B994-80EA-4ABD-A433-39312B14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1" name="bootstrap-top-12x12-r8-c9">
            <a:extLst xmlns:a="http://schemas.openxmlformats.org/drawingml/2006/main">
              <a:ext uri="{FF2B5EF4-FFF2-40B4-BE49-F238E27FC236}">
                <a16:creationId xmlns:a16="http://schemas.microsoft.com/office/drawing/2014/main" id="{40190EF7-CE34-4DB6-A850-0863D16C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2" name="bootstrap-top-12x12-r8-c10">
            <a:extLst xmlns:a="http://schemas.openxmlformats.org/drawingml/2006/main">
              <a:ext uri="{FF2B5EF4-FFF2-40B4-BE49-F238E27FC236}">
                <a16:creationId xmlns:a16="http://schemas.microsoft.com/office/drawing/2014/main" id="{7DB79AB2-8531-4A71-A71B-C4F7889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3" name="bootstrap-top-12x12-r8-c11">
            <a:extLst xmlns:a="http://schemas.openxmlformats.org/drawingml/2006/main">
              <a:ext uri="{FF2B5EF4-FFF2-40B4-BE49-F238E27FC236}">
                <a16:creationId xmlns:a16="http://schemas.microsoft.com/office/drawing/2014/main" id="{C98C7D26-1E18-4D14-AA64-5ABF2CB8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4" name="bootstrap-top-12x12-r8-c12">
            <a:extLst xmlns:a="http://schemas.openxmlformats.org/drawingml/2006/main">
              <a:ext uri="{FF2B5EF4-FFF2-40B4-BE49-F238E27FC236}">
                <a16:creationId xmlns:a16="http://schemas.microsoft.com/office/drawing/2014/main" id="{A2197846-B124-439D-912F-91C8DD0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289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5" name="bootstrap-top-12x12-r9-c1">
            <a:extLst xmlns:a="http://schemas.openxmlformats.org/drawingml/2006/main">
              <a:ext uri="{FF2B5EF4-FFF2-40B4-BE49-F238E27FC236}">
                <a16:creationId xmlns:a16="http://schemas.microsoft.com/office/drawing/2014/main" id="{3AF47451-4F08-4E87-83E4-B9669FE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6" name="bootstrap-top-12x12-r9-c2">
            <a:extLst xmlns:a="http://schemas.openxmlformats.org/drawingml/2006/main">
              <a:ext uri="{FF2B5EF4-FFF2-40B4-BE49-F238E27FC236}">
                <a16:creationId xmlns:a16="http://schemas.microsoft.com/office/drawing/2014/main" id="{59D63BA1-7F39-4079-AD91-1F33B98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7" name="bootstrap-top-12x12-r9-c3">
            <a:extLst xmlns:a="http://schemas.openxmlformats.org/drawingml/2006/main">
              <a:ext uri="{FF2B5EF4-FFF2-40B4-BE49-F238E27FC236}">
                <a16:creationId xmlns:a16="http://schemas.microsoft.com/office/drawing/2014/main" id="{1DF7FD79-EA3F-4710-A1ED-4F9CCD3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8" name="bootstrap-top-12x12-r9-c4">
            <a:extLst xmlns:a="http://schemas.openxmlformats.org/drawingml/2006/main">
              <a:ext uri="{FF2B5EF4-FFF2-40B4-BE49-F238E27FC236}">
                <a16:creationId xmlns:a16="http://schemas.microsoft.com/office/drawing/2014/main" id="{4F76DB04-75CF-4144-9510-7954CF3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69" name="bootstrap-top-12x12-r9-c5">
            <a:extLst xmlns:a="http://schemas.openxmlformats.org/drawingml/2006/main">
              <a:ext uri="{FF2B5EF4-FFF2-40B4-BE49-F238E27FC236}">
                <a16:creationId xmlns:a16="http://schemas.microsoft.com/office/drawing/2014/main" id="{1C8CF784-8786-482C-97F4-D9F0713E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0" name="bootstrap-top-12x12-r9-c6">
            <a:extLst xmlns:a="http://schemas.openxmlformats.org/drawingml/2006/main">
              <a:ext uri="{FF2B5EF4-FFF2-40B4-BE49-F238E27FC236}">
                <a16:creationId xmlns:a16="http://schemas.microsoft.com/office/drawing/2014/main" id="{4FFCF93D-0167-4EAC-971D-932D3084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1" name="bootstrap-top-12x12-r9-c7">
            <a:extLst xmlns:a="http://schemas.openxmlformats.org/drawingml/2006/main">
              <a:ext uri="{FF2B5EF4-FFF2-40B4-BE49-F238E27FC236}">
                <a16:creationId xmlns:a16="http://schemas.microsoft.com/office/drawing/2014/main" id="{1C80641B-3417-40C4-AA7C-2889B238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2" name="bootstrap-top-12x12-r9-c8">
            <a:extLst xmlns:a="http://schemas.openxmlformats.org/drawingml/2006/main">
              <a:ext uri="{FF2B5EF4-FFF2-40B4-BE49-F238E27FC236}">
                <a16:creationId xmlns:a16="http://schemas.microsoft.com/office/drawing/2014/main" id="{EEF202E5-B8AD-4202-B05D-891B7ED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3" name="bootstrap-top-12x12-r9-c9">
            <a:extLst xmlns:a="http://schemas.openxmlformats.org/drawingml/2006/main">
              <a:ext uri="{FF2B5EF4-FFF2-40B4-BE49-F238E27FC236}">
                <a16:creationId xmlns:a16="http://schemas.microsoft.com/office/drawing/2014/main" id="{E48FF42D-22A4-40F4-AFFD-2493656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4" name="bootstrap-top-12x12-r9-c10">
            <a:extLst xmlns:a="http://schemas.openxmlformats.org/drawingml/2006/main">
              <a:ext uri="{FF2B5EF4-FFF2-40B4-BE49-F238E27FC236}">
                <a16:creationId xmlns:a16="http://schemas.microsoft.com/office/drawing/2014/main" id="{226688E4-6E5D-46B3-BA92-BA1F99A6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5" name="bootstrap-top-12x12-r9-c11">
            <a:extLst xmlns:a="http://schemas.openxmlformats.org/drawingml/2006/main">
              <a:ext uri="{FF2B5EF4-FFF2-40B4-BE49-F238E27FC236}">
                <a16:creationId xmlns:a16="http://schemas.microsoft.com/office/drawing/2014/main" id="{73FB2F32-E42E-4E0C-A296-CF84FE97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6" name="bootstrap-top-12x12-r9-c12">
            <a:extLst xmlns:a="http://schemas.openxmlformats.org/drawingml/2006/main">
              <a:ext uri="{FF2B5EF4-FFF2-40B4-BE49-F238E27FC236}">
                <a16:creationId xmlns:a16="http://schemas.microsoft.com/office/drawing/2014/main" id="{F5D10529-B751-4E18-862E-180E3EAA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378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7" name="bootstrap-top-12x12-r10-c1">
            <a:extLst xmlns:a="http://schemas.openxmlformats.org/drawingml/2006/main">
              <a:ext uri="{FF2B5EF4-FFF2-40B4-BE49-F238E27FC236}">
                <a16:creationId xmlns:a16="http://schemas.microsoft.com/office/drawing/2014/main" id="{3E440C58-FC64-4974-AAFC-40FEED3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8" name="bootstrap-top-12x12-r10-c2">
            <a:extLst xmlns:a="http://schemas.openxmlformats.org/drawingml/2006/main">
              <a:ext uri="{FF2B5EF4-FFF2-40B4-BE49-F238E27FC236}">
                <a16:creationId xmlns:a16="http://schemas.microsoft.com/office/drawing/2014/main" id="{DDC92D65-BAB6-41CA-8FB4-5F8A8C7E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79" name="bootstrap-top-12x12-r10-c3">
            <a:extLst xmlns:a="http://schemas.openxmlformats.org/drawingml/2006/main">
              <a:ext uri="{FF2B5EF4-FFF2-40B4-BE49-F238E27FC236}">
                <a16:creationId xmlns:a16="http://schemas.microsoft.com/office/drawing/2014/main" id="{31B9D027-93DB-4BF2-BE64-DA5A55A0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0" name="bootstrap-top-12x12-r10-c4">
            <a:extLst xmlns:a="http://schemas.openxmlformats.org/drawingml/2006/main">
              <a:ext uri="{FF2B5EF4-FFF2-40B4-BE49-F238E27FC236}">
                <a16:creationId xmlns:a16="http://schemas.microsoft.com/office/drawing/2014/main" id="{F4BD5E50-D86C-4600-9F8E-456A3AED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1" name="bootstrap-top-12x12-r10-c5">
            <a:extLst xmlns:a="http://schemas.openxmlformats.org/drawingml/2006/main">
              <a:ext uri="{FF2B5EF4-FFF2-40B4-BE49-F238E27FC236}">
                <a16:creationId xmlns:a16="http://schemas.microsoft.com/office/drawing/2014/main" id="{01135E1B-FE72-4A91-85E7-EA1658C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2" name="bootstrap-top-12x12-r10-c6">
            <a:extLst xmlns:a="http://schemas.openxmlformats.org/drawingml/2006/main">
              <a:ext uri="{FF2B5EF4-FFF2-40B4-BE49-F238E27FC236}">
                <a16:creationId xmlns:a16="http://schemas.microsoft.com/office/drawing/2014/main" id="{C70630F3-B992-4B5F-8B49-2D83D75D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3" name="bootstrap-top-12x12-r10-c7">
            <a:extLst xmlns:a="http://schemas.openxmlformats.org/drawingml/2006/main">
              <a:ext uri="{FF2B5EF4-FFF2-40B4-BE49-F238E27FC236}">
                <a16:creationId xmlns:a16="http://schemas.microsoft.com/office/drawing/2014/main" id="{7E3BAC27-D8D3-4FB8-93F3-6134BD7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4" name="bootstrap-top-12x12-r10-c8">
            <a:extLst xmlns:a="http://schemas.openxmlformats.org/drawingml/2006/main">
              <a:ext uri="{FF2B5EF4-FFF2-40B4-BE49-F238E27FC236}">
                <a16:creationId xmlns:a16="http://schemas.microsoft.com/office/drawing/2014/main" id="{C204C4EB-6D52-452A-8692-11168C36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5" name="bootstrap-top-12x12-r10-c9">
            <a:extLst xmlns:a="http://schemas.openxmlformats.org/drawingml/2006/main">
              <a:ext uri="{FF2B5EF4-FFF2-40B4-BE49-F238E27FC236}">
                <a16:creationId xmlns:a16="http://schemas.microsoft.com/office/drawing/2014/main" id="{77492DB5-E74E-4AEC-AC33-108FFBE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6" name="bootstrap-top-12x12-r10-c10">
            <a:extLst xmlns:a="http://schemas.openxmlformats.org/drawingml/2006/main">
              <a:ext uri="{FF2B5EF4-FFF2-40B4-BE49-F238E27FC236}">
                <a16:creationId xmlns:a16="http://schemas.microsoft.com/office/drawing/2014/main" id="{041BB9BC-5966-4EDD-B42E-4C0CDC4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7" name="bootstrap-top-12x12-r10-c11">
            <a:extLst xmlns:a="http://schemas.openxmlformats.org/drawingml/2006/main">
              <a:ext uri="{FF2B5EF4-FFF2-40B4-BE49-F238E27FC236}">
                <a16:creationId xmlns:a16="http://schemas.microsoft.com/office/drawing/2014/main" id="{70FD31AD-BA59-4CAE-8B1D-A8777952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8" name="bootstrap-top-12x12-r10-c12">
            <a:extLst xmlns:a="http://schemas.openxmlformats.org/drawingml/2006/main">
              <a:ext uri="{FF2B5EF4-FFF2-40B4-BE49-F238E27FC236}">
                <a16:creationId xmlns:a16="http://schemas.microsoft.com/office/drawing/2014/main" id="{4ADD2014-300E-4BE3-8733-18E8C0E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466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89" name="bootstrap-top-12x12-r11-c1">
            <a:extLst xmlns:a="http://schemas.openxmlformats.org/drawingml/2006/main">
              <a:ext uri="{FF2B5EF4-FFF2-40B4-BE49-F238E27FC236}">
                <a16:creationId xmlns:a16="http://schemas.microsoft.com/office/drawing/2014/main" id="{17FCA288-F020-48FD-8A1D-5EF029A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0" name="bootstrap-top-12x12-r11-c2">
            <a:extLst xmlns:a="http://schemas.openxmlformats.org/drawingml/2006/main">
              <a:ext uri="{FF2B5EF4-FFF2-40B4-BE49-F238E27FC236}">
                <a16:creationId xmlns:a16="http://schemas.microsoft.com/office/drawing/2014/main" id="{4E85577C-8373-4008-84CF-6707E22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1" name="bootstrap-top-12x12-r11-c3">
            <a:extLst xmlns:a="http://schemas.openxmlformats.org/drawingml/2006/main">
              <a:ext uri="{FF2B5EF4-FFF2-40B4-BE49-F238E27FC236}">
                <a16:creationId xmlns:a16="http://schemas.microsoft.com/office/drawing/2014/main" id="{4EB67F96-5BCD-44D0-836F-E236976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2" name="bootstrap-top-12x12-r11-c4">
            <a:extLst xmlns:a="http://schemas.openxmlformats.org/drawingml/2006/main">
              <a:ext uri="{FF2B5EF4-FFF2-40B4-BE49-F238E27FC236}">
                <a16:creationId xmlns:a16="http://schemas.microsoft.com/office/drawing/2014/main" id="{6DDAF4AB-2FA5-4D18-80A7-83D035DF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3" name="bootstrap-top-12x12-r11-c5">
            <a:extLst xmlns:a="http://schemas.openxmlformats.org/drawingml/2006/main">
              <a:ext uri="{FF2B5EF4-FFF2-40B4-BE49-F238E27FC236}">
                <a16:creationId xmlns:a16="http://schemas.microsoft.com/office/drawing/2014/main" id="{148CBC1F-1175-4AD3-8359-35EB6812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4" name="bootstrap-top-12x12-r11-c6">
            <a:extLst xmlns:a="http://schemas.openxmlformats.org/drawingml/2006/main">
              <a:ext uri="{FF2B5EF4-FFF2-40B4-BE49-F238E27FC236}">
                <a16:creationId xmlns:a16="http://schemas.microsoft.com/office/drawing/2014/main" id="{8C2F3CBA-7FD3-4179-BABE-6934827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5" name="bootstrap-top-12x12-r11-c7">
            <a:extLst xmlns:a="http://schemas.openxmlformats.org/drawingml/2006/main">
              <a:ext uri="{FF2B5EF4-FFF2-40B4-BE49-F238E27FC236}">
                <a16:creationId xmlns:a16="http://schemas.microsoft.com/office/drawing/2014/main" id="{D7527015-38F6-41E9-B1B7-019A9735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6" name="bootstrap-top-12x12-r11-c8">
            <a:extLst xmlns:a="http://schemas.openxmlformats.org/drawingml/2006/main">
              <a:ext uri="{FF2B5EF4-FFF2-40B4-BE49-F238E27FC236}">
                <a16:creationId xmlns:a16="http://schemas.microsoft.com/office/drawing/2014/main" id="{A44B2DB1-FEDC-4B8A-83C4-2CEB67AB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7" name="bootstrap-top-12x12-r11-c9">
            <a:extLst xmlns:a="http://schemas.openxmlformats.org/drawingml/2006/main">
              <a:ext uri="{FF2B5EF4-FFF2-40B4-BE49-F238E27FC236}">
                <a16:creationId xmlns:a16="http://schemas.microsoft.com/office/drawing/2014/main" id="{9C72190F-E5B9-41ED-B2C1-D41ACE8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8" name="bootstrap-top-12x12-r11-c10">
            <a:extLst xmlns:a="http://schemas.openxmlformats.org/drawingml/2006/main">
              <a:ext uri="{FF2B5EF4-FFF2-40B4-BE49-F238E27FC236}">
                <a16:creationId xmlns:a16="http://schemas.microsoft.com/office/drawing/2014/main" id="{F484D894-BE9A-4380-A06E-FFEDEC13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399" name="bootstrap-top-12x12-r11-c11">
            <a:extLst xmlns:a="http://schemas.openxmlformats.org/drawingml/2006/main">
              <a:ext uri="{FF2B5EF4-FFF2-40B4-BE49-F238E27FC236}">
                <a16:creationId xmlns:a16="http://schemas.microsoft.com/office/drawing/2014/main" id="{8E777CA0-F753-4E22-AF61-5C35066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0" name="bootstrap-top-12x12-r11-c12">
            <a:extLst xmlns:a="http://schemas.openxmlformats.org/drawingml/2006/main">
              <a:ext uri="{FF2B5EF4-FFF2-40B4-BE49-F238E27FC236}">
                <a16:creationId xmlns:a16="http://schemas.microsoft.com/office/drawing/2014/main" id="{D5F2F545-1705-49AD-A15F-FFAF3D6F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555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1" name="bootstrap-top-12x12-r12-c1">
            <a:extLst xmlns:a="http://schemas.openxmlformats.org/drawingml/2006/main">
              <a:ext uri="{FF2B5EF4-FFF2-40B4-BE49-F238E27FC236}">
                <a16:creationId xmlns:a16="http://schemas.microsoft.com/office/drawing/2014/main" id="{628EF43E-AF3A-4CB1-A973-3A5131F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2" name="bootstrap-top-12x12-r12-c2">
            <a:extLst xmlns:a="http://schemas.openxmlformats.org/drawingml/2006/main">
              <a:ext uri="{FF2B5EF4-FFF2-40B4-BE49-F238E27FC236}">
                <a16:creationId xmlns:a16="http://schemas.microsoft.com/office/drawing/2014/main" id="{12FB0920-528B-41B2-A4C5-2BAE5DBF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3" name="bootstrap-top-12x12-r12-c3">
            <a:extLst xmlns:a="http://schemas.openxmlformats.org/drawingml/2006/main">
              <a:ext uri="{FF2B5EF4-FFF2-40B4-BE49-F238E27FC236}">
                <a16:creationId xmlns:a16="http://schemas.microsoft.com/office/drawing/2014/main" id="{369C23CD-9171-4A72-BA73-36B55439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4" name="bootstrap-top-12x12-r12-c4">
            <a:extLst xmlns:a="http://schemas.openxmlformats.org/drawingml/2006/main">
              <a:ext uri="{FF2B5EF4-FFF2-40B4-BE49-F238E27FC236}">
                <a16:creationId xmlns:a16="http://schemas.microsoft.com/office/drawing/2014/main" id="{33CA2F2D-6557-49D9-957D-7213A343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5" name="bootstrap-top-12x12-r12-c5">
            <a:extLst xmlns:a="http://schemas.openxmlformats.org/drawingml/2006/main">
              <a:ext uri="{FF2B5EF4-FFF2-40B4-BE49-F238E27FC236}">
                <a16:creationId xmlns:a16="http://schemas.microsoft.com/office/drawing/2014/main" id="{43B1DC64-2379-4099-8CA0-36ED5D3C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6" name="bootstrap-top-12x12-r12-c6">
            <a:extLst xmlns:a="http://schemas.openxmlformats.org/drawingml/2006/main">
              <a:ext uri="{FF2B5EF4-FFF2-40B4-BE49-F238E27FC236}">
                <a16:creationId xmlns:a16="http://schemas.microsoft.com/office/drawing/2014/main" id="{D2F51BDF-7424-4F0F-9EB2-0C8588BA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7" name="bootstrap-top-12x12-r12-c7">
            <a:extLst xmlns:a="http://schemas.openxmlformats.org/drawingml/2006/main">
              <a:ext uri="{FF2B5EF4-FFF2-40B4-BE49-F238E27FC236}">
                <a16:creationId xmlns:a16="http://schemas.microsoft.com/office/drawing/2014/main" id="{1A5D5CF8-2C4F-453C-9376-DEE8321F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8" name="bootstrap-top-12x12-r12-c8">
            <a:extLst xmlns:a="http://schemas.openxmlformats.org/drawingml/2006/main">
              <a:ext uri="{FF2B5EF4-FFF2-40B4-BE49-F238E27FC236}">
                <a16:creationId xmlns:a16="http://schemas.microsoft.com/office/drawing/2014/main" id="{C54776C8-2435-4F6A-A569-CF2C8BE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09" name="bootstrap-top-12x12-r12-c9">
            <a:extLst xmlns:a="http://schemas.openxmlformats.org/drawingml/2006/main">
              <a:ext uri="{FF2B5EF4-FFF2-40B4-BE49-F238E27FC236}">
                <a16:creationId xmlns:a16="http://schemas.microsoft.com/office/drawing/2014/main" id="{1F2DD0D3-8C9A-4CAC-9116-A08448CA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0" name="bootstrap-top-12x12-r12-c10">
            <a:extLst xmlns:a="http://schemas.openxmlformats.org/drawingml/2006/main">
              <a:ext uri="{FF2B5EF4-FFF2-40B4-BE49-F238E27FC236}">
                <a16:creationId xmlns:a16="http://schemas.microsoft.com/office/drawing/2014/main" id="{6533FFB8-2B38-47AF-8C8E-C8A27C82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1" name="bootstrap-top-12x12-r12-c11">
            <a:extLst xmlns:a="http://schemas.openxmlformats.org/drawingml/2006/main">
              <a:ext uri="{FF2B5EF4-FFF2-40B4-BE49-F238E27FC236}">
                <a16:creationId xmlns:a16="http://schemas.microsoft.com/office/drawing/2014/main" id="{1C5FFC23-21AD-4D44-8554-CC12AAD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2" name="bootstrap-top-12x12-r12-c12">
            <a:extLst xmlns:a="http://schemas.openxmlformats.org/drawingml/2006/main">
              <a:ext uri="{FF2B5EF4-FFF2-40B4-BE49-F238E27FC236}">
                <a16:creationId xmlns:a16="http://schemas.microsoft.com/office/drawing/2014/main" id="{3658583B-5C06-48A1-92DD-D7FE79BF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644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3" name="bootstrap-middle-12x12-r1-c1">
            <a:extLst xmlns:a="http://schemas.openxmlformats.org/drawingml/2006/main">
              <a:ext uri="{FF2B5EF4-FFF2-40B4-BE49-F238E27FC236}">
                <a16:creationId xmlns:a16="http://schemas.microsoft.com/office/drawing/2014/main" id="{9E0B6CE2-AC4A-4120-9EA1-0ADAF08A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4" name="bootstrap-middle-12x12-r1-c2">
            <a:extLst xmlns:a="http://schemas.openxmlformats.org/drawingml/2006/main">
              <a:ext uri="{FF2B5EF4-FFF2-40B4-BE49-F238E27FC236}">
                <a16:creationId xmlns:a16="http://schemas.microsoft.com/office/drawing/2014/main" id="{C826477C-DE12-4D1D-B39C-C9BD0F5A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5" name="bootstrap-middle-12x12-r1-c3">
            <a:extLst xmlns:a="http://schemas.openxmlformats.org/drawingml/2006/main">
              <a:ext uri="{FF2B5EF4-FFF2-40B4-BE49-F238E27FC236}">
                <a16:creationId xmlns:a16="http://schemas.microsoft.com/office/drawing/2014/main" id="{372F3DCF-336C-482C-925F-2644997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6" name="bootstrap-middle-12x12-r1-c4">
            <a:extLst xmlns:a="http://schemas.openxmlformats.org/drawingml/2006/main">
              <a:ext uri="{FF2B5EF4-FFF2-40B4-BE49-F238E27FC236}">
                <a16:creationId xmlns:a16="http://schemas.microsoft.com/office/drawing/2014/main" id="{F314CB61-5B30-4AC1-9186-D1EAA9AA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7" name="bootstrap-middle-12x12-r1-c5">
            <a:extLst xmlns:a="http://schemas.openxmlformats.org/drawingml/2006/main">
              <a:ext uri="{FF2B5EF4-FFF2-40B4-BE49-F238E27FC236}">
                <a16:creationId xmlns:a16="http://schemas.microsoft.com/office/drawing/2014/main" id="{B7DF582B-3D55-4B01-AF09-8F7A05E7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8" name="bootstrap-middle-12x12-r1-c6">
            <a:extLst xmlns:a="http://schemas.openxmlformats.org/drawingml/2006/main">
              <a:ext uri="{FF2B5EF4-FFF2-40B4-BE49-F238E27FC236}">
                <a16:creationId xmlns:a16="http://schemas.microsoft.com/office/drawing/2014/main" id="{B08C1E69-2F61-4481-8E04-D38167D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19" name="bootstrap-middle-12x12-r1-c7">
            <a:extLst xmlns:a="http://schemas.openxmlformats.org/drawingml/2006/main">
              <a:ext uri="{FF2B5EF4-FFF2-40B4-BE49-F238E27FC236}">
                <a16:creationId xmlns:a16="http://schemas.microsoft.com/office/drawing/2014/main" id="{75DE2000-C6D5-48E4-979E-F14CF098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0" name="bootstrap-middle-12x12-r1-c8">
            <a:extLst xmlns:a="http://schemas.openxmlformats.org/drawingml/2006/main">
              <a:ext uri="{FF2B5EF4-FFF2-40B4-BE49-F238E27FC236}">
                <a16:creationId xmlns:a16="http://schemas.microsoft.com/office/drawing/2014/main" id="{F6D32DB4-D533-4F6C-BB7D-DDE6F9DC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1" name="bootstrap-middle-12x12-r1-c9">
            <a:extLst xmlns:a="http://schemas.openxmlformats.org/drawingml/2006/main">
              <a:ext uri="{FF2B5EF4-FFF2-40B4-BE49-F238E27FC236}">
                <a16:creationId xmlns:a16="http://schemas.microsoft.com/office/drawing/2014/main" id="{EEAD8685-2ECC-4C6F-BEEA-B7BB3320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2" name="bootstrap-middle-12x12-r1-c10">
            <a:extLst xmlns:a="http://schemas.openxmlformats.org/drawingml/2006/main">
              <a:ext uri="{FF2B5EF4-FFF2-40B4-BE49-F238E27FC236}">
                <a16:creationId xmlns:a16="http://schemas.microsoft.com/office/drawing/2014/main" id="{656B24B1-8EB1-4C5A-B990-A5BD442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3" name="bootstrap-middle-12x12-r1-c11">
            <a:extLst xmlns:a="http://schemas.openxmlformats.org/drawingml/2006/main">
              <a:ext uri="{FF2B5EF4-FFF2-40B4-BE49-F238E27FC236}">
                <a16:creationId xmlns:a16="http://schemas.microsoft.com/office/drawing/2014/main" id="{89E8B960-1E8F-4F63-B362-C95BBA84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4" name="bootstrap-middle-12x12-r1-c12">
            <a:extLst xmlns:a="http://schemas.openxmlformats.org/drawingml/2006/main">
              <a:ext uri="{FF2B5EF4-FFF2-40B4-BE49-F238E27FC236}">
                <a16:creationId xmlns:a16="http://schemas.microsoft.com/office/drawing/2014/main" id="{0E9B3C05-9A02-46C0-9C58-06D8D1FB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286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5" name="bootstrap-middle-12x12-r2-c1">
            <a:extLst xmlns:a="http://schemas.openxmlformats.org/drawingml/2006/main">
              <a:ext uri="{FF2B5EF4-FFF2-40B4-BE49-F238E27FC236}">
                <a16:creationId xmlns:a16="http://schemas.microsoft.com/office/drawing/2014/main" id="{B75FEF23-A853-45BF-916D-FC3EA46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6" name="bootstrap-middle-12x12-r2-c2">
            <a:extLst xmlns:a="http://schemas.openxmlformats.org/drawingml/2006/main">
              <a:ext uri="{FF2B5EF4-FFF2-40B4-BE49-F238E27FC236}">
                <a16:creationId xmlns:a16="http://schemas.microsoft.com/office/drawing/2014/main" id="{91FF53C6-D3F7-47D9-B4C4-8DB8BFA8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7" name="bootstrap-middle-12x12-r2-c3">
            <a:extLst xmlns:a="http://schemas.openxmlformats.org/drawingml/2006/main">
              <a:ext uri="{FF2B5EF4-FFF2-40B4-BE49-F238E27FC236}">
                <a16:creationId xmlns:a16="http://schemas.microsoft.com/office/drawing/2014/main" id="{F90F98A5-2EE5-44AB-9981-A61CE65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8" name="bootstrap-middle-12x12-r2-c4">
            <a:extLst xmlns:a="http://schemas.openxmlformats.org/drawingml/2006/main">
              <a:ext uri="{FF2B5EF4-FFF2-40B4-BE49-F238E27FC236}">
                <a16:creationId xmlns:a16="http://schemas.microsoft.com/office/drawing/2014/main" id="{D0443164-C97F-4C81-BE61-D48024B4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29" name="bootstrap-middle-12x12-r2-c5">
            <a:extLst xmlns:a="http://schemas.openxmlformats.org/drawingml/2006/main">
              <a:ext uri="{FF2B5EF4-FFF2-40B4-BE49-F238E27FC236}">
                <a16:creationId xmlns:a16="http://schemas.microsoft.com/office/drawing/2014/main" id="{0271BCD5-AFE4-4DC0-82D5-A14A44C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0" name="bootstrap-middle-12x12-r2-c6">
            <a:extLst xmlns:a="http://schemas.openxmlformats.org/drawingml/2006/main">
              <a:ext uri="{FF2B5EF4-FFF2-40B4-BE49-F238E27FC236}">
                <a16:creationId xmlns:a16="http://schemas.microsoft.com/office/drawing/2014/main" id="{026D1C80-B264-4A53-B521-78B208EB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1" name="bootstrap-middle-12x12-r2-c7">
            <a:extLst xmlns:a="http://schemas.openxmlformats.org/drawingml/2006/main">
              <a:ext uri="{FF2B5EF4-FFF2-40B4-BE49-F238E27FC236}">
                <a16:creationId xmlns:a16="http://schemas.microsoft.com/office/drawing/2014/main" id="{B35B9510-FDD0-4AAD-8004-08EB0012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2" name="bootstrap-middle-12x12-r2-c8">
            <a:extLst xmlns:a="http://schemas.openxmlformats.org/drawingml/2006/main">
              <a:ext uri="{FF2B5EF4-FFF2-40B4-BE49-F238E27FC236}">
                <a16:creationId xmlns:a16="http://schemas.microsoft.com/office/drawing/2014/main" id="{6A515C62-1AB9-4E45-AC9E-6B75015E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3" name="bootstrap-middle-12x12-r2-c9">
            <a:extLst xmlns:a="http://schemas.openxmlformats.org/drawingml/2006/main">
              <a:ext uri="{FF2B5EF4-FFF2-40B4-BE49-F238E27FC236}">
                <a16:creationId xmlns:a16="http://schemas.microsoft.com/office/drawing/2014/main" id="{22697C4A-33F4-4B9E-A8FA-FFAD08C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4" name="bootstrap-middle-12x12-r2-c10">
            <a:extLst xmlns:a="http://schemas.openxmlformats.org/drawingml/2006/main">
              <a:ext uri="{FF2B5EF4-FFF2-40B4-BE49-F238E27FC236}">
                <a16:creationId xmlns:a16="http://schemas.microsoft.com/office/drawing/2014/main" id="{4F5C178F-671A-4E08-8838-A121BCE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5" name="bootstrap-middle-12x12-r2-c11">
            <a:extLst xmlns:a="http://schemas.openxmlformats.org/drawingml/2006/main">
              <a:ext uri="{FF2B5EF4-FFF2-40B4-BE49-F238E27FC236}">
                <a16:creationId xmlns:a16="http://schemas.microsoft.com/office/drawing/2014/main" id="{C8D2A80F-09A4-4081-B24E-E47663D5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6" name="bootstrap-middle-12x12-r2-c12">
            <a:extLst xmlns:a="http://schemas.openxmlformats.org/drawingml/2006/main">
              <a:ext uri="{FF2B5EF4-FFF2-40B4-BE49-F238E27FC236}">
                <a16:creationId xmlns:a16="http://schemas.microsoft.com/office/drawing/2014/main" id="{B88961D4-7934-4B56-95A9-08953D8C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375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7" name="bootstrap-middle-12x12-r3-c1">
            <a:extLst xmlns:a="http://schemas.openxmlformats.org/drawingml/2006/main">
              <a:ext uri="{FF2B5EF4-FFF2-40B4-BE49-F238E27FC236}">
                <a16:creationId xmlns:a16="http://schemas.microsoft.com/office/drawing/2014/main" id="{D6D45353-ED62-4345-AF24-D9CCC70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8" name="bootstrap-middle-12x12-r3-c2">
            <a:extLst xmlns:a="http://schemas.openxmlformats.org/drawingml/2006/main">
              <a:ext uri="{FF2B5EF4-FFF2-40B4-BE49-F238E27FC236}">
                <a16:creationId xmlns:a16="http://schemas.microsoft.com/office/drawing/2014/main" id="{521661A9-A524-4E76-950A-7D979E2F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39" name="bootstrap-middle-12x12-r3-c3">
            <a:extLst xmlns:a="http://schemas.openxmlformats.org/drawingml/2006/main">
              <a:ext uri="{FF2B5EF4-FFF2-40B4-BE49-F238E27FC236}">
                <a16:creationId xmlns:a16="http://schemas.microsoft.com/office/drawing/2014/main" id="{6B56DCC5-8D5F-4813-B0E6-6FE042D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0" name="bootstrap-middle-12x12-r3-c4">
            <a:extLst xmlns:a="http://schemas.openxmlformats.org/drawingml/2006/main">
              <a:ext uri="{FF2B5EF4-FFF2-40B4-BE49-F238E27FC236}">
                <a16:creationId xmlns:a16="http://schemas.microsoft.com/office/drawing/2014/main" id="{6E9E1625-6898-4AA6-B73E-6ADBDB67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1" name="bootstrap-middle-12x12-r3-c5">
            <a:extLst xmlns:a="http://schemas.openxmlformats.org/drawingml/2006/main">
              <a:ext uri="{FF2B5EF4-FFF2-40B4-BE49-F238E27FC236}">
                <a16:creationId xmlns:a16="http://schemas.microsoft.com/office/drawing/2014/main" id="{24F65027-DE22-446A-AE64-C4C7834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2" name="bootstrap-middle-12x12-r3-c6">
            <a:extLst xmlns:a="http://schemas.openxmlformats.org/drawingml/2006/main">
              <a:ext uri="{FF2B5EF4-FFF2-40B4-BE49-F238E27FC236}">
                <a16:creationId xmlns:a16="http://schemas.microsoft.com/office/drawing/2014/main" id="{2D14F6CD-BC9B-4B85-9B1D-2DD40D7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3" name="bootstrap-middle-12x12-r3-c7">
            <a:extLst xmlns:a="http://schemas.openxmlformats.org/drawingml/2006/main">
              <a:ext uri="{FF2B5EF4-FFF2-40B4-BE49-F238E27FC236}">
                <a16:creationId xmlns:a16="http://schemas.microsoft.com/office/drawing/2014/main" id="{284736ED-6632-480B-821A-B408C339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4" name="bootstrap-middle-12x12-r3-c8">
            <a:extLst xmlns:a="http://schemas.openxmlformats.org/drawingml/2006/main">
              <a:ext uri="{FF2B5EF4-FFF2-40B4-BE49-F238E27FC236}">
                <a16:creationId xmlns:a16="http://schemas.microsoft.com/office/drawing/2014/main" id="{45E57056-F41B-4F33-A61C-080D626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5" name="bootstrap-middle-12x12-r3-c9">
            <a:extLst xmlns:a="http://schemas.openxmlformats.org/drawingml/2006/main">
              <a:ext uri="{FF2B5EF4-FFF2-40B4-BE49-F238E27FC236}">
                <a16:creationId xmlns:a16="http://schemas.microsoft.com/office/drawing/2014/main" id="{0ED81AA0-4B53-40DA-9D10-E0341C8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6" name="bootstrap-middle-12x12-r3-c10">
            <a:extLst xmlns:a="http://schemas.openxmlformats.org/drawingml/2006/main">
              <a:ext uri="{FF2B5EF4-FFF2-40B4-BE49-F238E27FC236}">
                <a16:creationId xmlns:a16="http://schemas.microsoft.com/office/drawing/2014/main" id="{3FFCFCB0-CD60-4C7C-B7E8-60DB291F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7" name="bootstrap-middle-12x12-r3-c11">
            <a:extLst xmlns:a="http://schemas.openxmlformats.org/drawingml/2006/main">
              <a:ext uri="{FF2B5EF4-FFF2-40B4-BE49-F238E27FC236}">
                <a16:creationId xmlns:a16="http://schemas.microsoft.com/office/drawing/2014/main" id="{349BA013-3CC0-482E-823E-565EEBDD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8" name="bootstrap-middle-12x12-r3-c12">
            <a:extLst xmlns:a="http://schemas.openxmlformats.org/drawingml/2006/main">
              <a:ext uri="{FF2B5EF4-FFF2-40B4-BE49-F238E27FC236}">
                <a16:creationId xmlns:a16="http://schemas.microsoft.com/office/drawing/2014/main" id="{871E5392-D77A-4334-94A9-AC7DA585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4639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49" name="bootstrap-middle-12x12-r4-c1">
            <a:extLst xmlns:a="http://schemas.openxmlformats.org/drawingml/2006/main">
              <a:ext uri="{FF2B5EF4-FFF2-40B4-BE49-F238E27FC236}">
                <a16:creationId xmlns:a16="http://schemas.microsoft.com/office/drawing/2014/main" id="{082B310B-99C4-4776-AFCB-4A6E332E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0" name="bootstrap-middle-12x12-r4-c2">
            <a:extLst xmlns:a="http://schemas.openxmlformats.org/drawingml/2006/main">
              <a:ext uri="{FF2B5EF4-FFF2-40B4-BE49-F238E27FC236}">
                <a16:creationId xmlns:a16="http://schemas.microsoft.com/office/drawing/2014/main" id="{193E0067-4FEA-437C-999B-72551CAF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1" name="bootstrap-middle-12x12-r4-c3">
            <a:extLst xmlns:a="http://schemas.openxmlformats.org/drawingml/2006/main">
              <a:ext uri="{FF2B5EF4-FFF2-40B4-BE49-F238E27FC236}">
                <a16:creationId xmlns:a16="http://schemas.microsoft.com/office/drawing/2014/main" id="{4C081955-99E7-4277-9496-DEAE03C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2" name="bootstrap-middle-12x12-r4-c4">
            <a:extLst xmlns:a="http://schemas.openxmlformats.org/drawingml/2006/main">
              <a:ext uri="{FF2B5EF4-FFF2-40B4-BE49-F238E27FC236}">
                <a16:creationId xmlns:a16="http://schemas.microsoft.com/office/drawing/2014/main" id="{FE4839E8-BDFA-4509-97B0-48B52026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3" name="bootstrap-middle-12x12-r4-c5">
            <a:extLst xmlns:a="http://schemas.openxmlformats.org/drawingml/2006/main">
              <a:ext uri="{FF2B5EF4-FFF2-40B4-BE49-F238E27FC236}">
                <a16:creationId xmlns:a16="http://schemas.microsoft.com/office/drawing/2014/main" id="{83038645-31F5-47BB-BF7B-4264A6B0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4" name="bootstrap-middle-12x12-r4-c6">
            <a:extLst xmlns:a="http://schemas.openxmlformats.org/drawingml/2006/main">
              <a:ext uri="{FF2B5EF4-FFF2-40B4-BE49-F238E27FC236}">
                <a16:creationId xmlns:a16="http://schemas.microsoft.com/office/drawing/2014/main" id="{F64E0854-07CD-4EE4-BAAE-220AEA51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5" name="bootstrap-middle-12x12-r4-c7">
            <a:extLst xmlns:a="http://schemas.openxmlformats.org/drawingml/2006/main">
              <a:ext uri="{FF2B5EF4-FFF2-40B4-BE49-F238E27FC236}">
                <a16:creationId xmlns:a16="http://schemas.microsoft.com/office/drawing/2014/main" id="{F290A58F-F710-4F1F-AC75-410E155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6" name="bootstrap-middle-12x12-r4-c8">
            <a:extLst xmlns:a="http://schemas.openxmlformats.org/drawingml/2006/main">
              <a:ext uri="{FF2B5EF4-FFF2-40B4-BE49-F238E27FC236}">
                <a16:creationId xmlns:a16="http://schemas.microsoft.com/office/drawing/2014/main" id="{39A7F273-0E9C-4D5B-88BE-F3683AEB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7" name="bootstrap-middle-12x12-r4-c9">
            <a:extLst xmlns:a="http://schemas.openxmlformats.org/drawingml/2006/main">
              <a:ext uri="{FF2B5EF4-FFF2-40B4-BE49-F238E27FC236}">
                <a16:creationId xmlns:a16="http://schemas.microsoft.com/office/drawing/2014/main" id="{64224CA8-59B9-4F4D-8063-C456D80A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8" name="bootstrap-middle-12x12-r4-c10">
            <a:extLst xmlns:a="http://schemas.openxmlformats.org/drawingml/2006/main">
              <a:ext uri="{FF2B5EF4-FFF2-40B4-BE49-F238E27FC236}">
                <a16:creationId xmlns:a16="http://schemas.microsoft.com/office/drawing/2014/main" id="{49758077-81E2-432E-8A0E-89E8DA27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59" name="bootstrap-middle-12x12-r4-c11">
            <a:extLst xmlns:a="http://schemas.openxmlformats.org/drawingml/2006/main">
              <a:ext uri="{FF2B5EF4-FFF2-40B4-BE49-F238E27FC236}">
                <a16:creationId xmlns:a16="http://schemas.microsoft.com/office/drawing/2014/main" id="{800642AF-D320-4475-9433-D5A2E08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0" name="bootstrap-middle-12x12-r4-c12">
            <a:extLst xmlns:a="http://schemas.openxmlformats.org/drawingml/2006/main">
              <a:ext uri="{FF2B5EF4-FFF2-40B4-BE49-F238E27FC236}">
                <a16:creationId xmlns:a16="http://schemas.microsoft.com/office/drawing/2014/main" id="{8FE4135A-DA7A-4E1C-9CFA-AC34E73A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5528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1" name="bootstrap-middle-12x12-r5-c1">
            <a:extLst xmlns:a="http://schemas.openxmlformats.org/drawingml/2006/main">
              <a:ext uri="{FF2B5EF4-FFF2-40B4-BE49-F238E27FC236}">
                <a16:creationId xmlns:a16="http://schemas.microsoft.com/office/drawing/2014/main" id="{6E1CC94F-B117-4188-95F1-1AF81ABB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2" name="bootstrap-middle-12x12-r5-c2">
            <a:extLst xmlns:a="http://schemas.openxmlformats.org/drawingml/2006/main">
              <a:ext uri="{FF2B5EF4-FFF2-40B4-BE49-F238E27FC236}">
                <a16:creationId xmlns:a16="http://schemas.microsoft.com/office/drawing/2014/main" id="{B62E960B-CFB0-45A0-9969-C0A8D26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3" name="bootstrap-middle-12x12-r5-c3">
            <a:extLst xmlns:a="http://schemas.openxmlformats.org/drawingml/2006/main">
              <a:ext uri="{FF2B5EF4-FFF2-40B4-BE49-F238E27FC236}">
                <a16:creationId xmlns:a16="http://schemas.microsoft.com/office/drawing/2014/main" id="{50A9796A-43B8-41CB-89F4-4258A479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4" name="bootstrap-middle-12x12-r5-c4">
            <a:extLst xmlns:a="http://schemas.openxmlformats.org/drawingml/2006/main">
              <a:ext uri="{FF2B5EF4-FFF2-40B4-BE49-F238E27FC236}">
                <a16:creationId xmlns:a16="http://schemas.microsoft.com/office/drawing/2014/main" id="{ECE0C648-D33A-4956-A647-5EE553BA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5" name="bootstrap-middle-12x12-r5-c5">
            <a:extLst xmlns:a="http://schemas.openxmlformats.org/drawingml/2006/main">
              <a:ext uri="{FF2B5EF4-FFF2-40B4-BE49-F238E27FC236}">
                <a16:creationId xmlns:a16="http://schemas.microsoft.com/office/drawing/2014/main" id="{0F366DE2-1B7D-45F3-9382-2C2AAED1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6" name="bootstrap-middle-12x12-r5-c6">
            <a:extLst xmlns:a="http://schemas.openxmlformats.org/drawingml/2006/main">
              <a:ext uri="{FF2B5EF4-FFF2-40B4-BE49-F238E27FC236}">
                <a16:creationId xmlns:a16="http://schemas.microsoft.com/office/drawing/2014/main" id="{71978D06-457B-496F-82FE-5FB4A4B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7" name="bootstrap-middle-12x12-r5-c7">
            <a:extLst xmlns:a="http://schemas.openxmlformats.org/drawingml/2006/main">
              <a:ext uri="{FF2B5EF4-FFF2-40B4-BE49-F238E27FC236}">
                <a16:creationId xmlns:a16="http://schemas.microsoft.com/office/drawing/2014/main" id="{010B5450-BCE5-49CE-948B-937EC0DA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8" name="bootstrap-middle-12x12-r5-c8">
            <a:extLst xmlns:a="http://schemas.openxmlformats.org/drawingml/2006/main">
              <a:ext uri="{FF2B5EF4-FFF2-40B4-BE49-F238E27FC236}">
                <a16:creationId xmlns:a16="http://schemas.microsoft.com/office/drawing/2014/main" id="{DF98945F-4292-470A-BC9F-9557C24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69" name="bootstrap-middle-12x12-r5-c9">
            <a:extLst xmlns:a="http://schemas.openxmlformats.org/drawingml/2006/main">
              <a:ext uri="{FF2B5EF4-FFF2-40B4-BE49-F238E27FC236}">
                <a16:creationId xmlns:a16="http://schemas.microsoft.com/office/drawing/2014/main" id="{CDE2BC8B-9661-43FA-9DF8-751A58B7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0" name="bootstrap-middle-12x12-r5-c10">
            <a:extLst xmlns:a="http://schemas.openxmlformats.org/drawingml/2006/main">
              <a:ext uri="{FF2B5EF4-FFF2-40B4-BE49-F238E27FC236}">
                <a16:creationId xmlns:a16="http://schemas.microsoft.com/office/drawing/2014/main" id="{1278216D-DE6F-45AA-96D7-A1B2B9F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1" name="bootstrap-middle-12x12-r5-c11">
            <a:extLst xmlns:a="http://schemas.openxmlformats.org/drawingml/2006/main">
              <a:ext uri="{FF2B5EF4-FFF2-40B4-BE49-F238E27FC236}">
                <a16:creationId xmlns:a16="http://schemas.microsoft.com/office/drawing/2014/main" id="{DD4B650D-B887-4CB8-BABD-ED260C8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2" name="bootstrap-middle-12x12-r5-c12">
            <a:extLst xmlns:a="http://schemas.openxmlformats.org/drawingml/2006/main">
              <a:ext uri="{FF2B5EF4-FFF2-40B4-BE49-F238E27FC236}">
                <a16:creationId xmlns:a16="http://schemas.microsoft.com/office/drawing/2014/main" id="{7B2D3492-A4B6-4FA8-BF67-C07D6851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6417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3" name="bootstrap-middle-12x12-r6-c1">
            <a:extLst xmlns:a="http://schemas.openxmlformats.org/drawingml/2006/main">
              <a:ext uri="{FF2B5EF4-FFF2-40B4-BE49-F238E27FC236}">
                <a16:creationId xmlns:a16="http://schemas.microsoft.com/office/drawing/2014/main" id="{E2225604-7680-4BAC-B410-AF53EF7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4" name="bootstrap-middle-12x12-r6-c2">
            <a:extLst xmlns:a="http://schemas.openxmlformats.org/drawingml/2006/main">
              <a:ext uri="{FF2B5EF4-FFF2-40B4-BE49-F238E27FC236}">
                <a16:creationId xmlns:a16="http://schemas.microsoft.com/office/drawing/2014/main" id="{D21D0FD1-7E73-4FE7-BB0B-6DE39DA0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5" name="bootstrap-middle-12x12-r6-c3">
            <a:extLst xmlns:a="http://schemas.openxmlformats.org/drawingml/2006/main">
              <a:ext uri="{FF2B5EF4-FFF2-40B4-BE49-F238E27FC236}">
                <a16:creationId xmlns:a16="http://schemas.microsoft.com/office/drawing/2014/main" id="{2169168C-4110-457C-AC65-091E92E8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6" name="bootstrap-middle-12x12-r6-c4">
            <a:extLst xmlns:a="http://schemas.openxmlformats.org/drawingml/2006/main">
              <a:ext uri="{FF2B5EF4-FFF2-40B4-BE49-F238E27FC236}">
                <a16:creationId xmlns:a16="http://schemas.microsoft.com/office/drawing/2014/main" id="{C9FB6EC4-A4B4-4F93-A081-C29AA2B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7" name="bootstrap-middle-12x12-r6-c5">
            <a:extLst xmlns:a="http://schemas.openxmlformats.org/drawingml/2006/main">
              <a:ext uri="{FF2B5EF4-FFF2-40B4-BE49-F238E27FC236}">
                <a16:creationId xmlns:a16="http://schemas.microsoft.com/office/drawing/2014/main" id="{3E5A3345-5C4F-488D-AB7E-D4221E8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8" name="bootstrap-middle-12x12-r6-c6">
            <a:extLst xmlns:a="http://schemas.openxmlformats.org/drawingml/2006/main">
              <a:ext uri="{FF2B5EF4-FFF2-40B4-BE49-F238E27FC236}">
                <a16:creationId xmlns:a16="http://schemas.microsoft.com/office/drawing/2014/main" id="{CB03E434-D5E4-4EAB-868A-8374C0AD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79" name="bootstrap-middle-12x12-r6-c7">
            <a:extLst xmlns:a="http://schemas.openxmlformats.org/drawingml/2006/main">
              <a:ext uri="{FF2B5EF4-FFF2-40B4-BE49-F238E27FC236}">
                <a16:creationId xmlns:a16="http://schemas.microsoft.com/office/drawing/2014/main" id="{411B3565-3E54-4CBA-927F-614F42EF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0" name="bootstrap-middle-12x12-r6-c8">
            <a:extLst xmlns:a="http://schemas.openxmlformats.org/drawingml/2006/main">
              <a:ext uri="{FF2B5EF4-FFF2-40B4-BE49-F238E27FC236}">
                <a16:creationId xmlns:a16="http://schemas.microsoft.com/office/drawing/2014/main" id="{D1A7522D-E3D7-47B0-A680-74ABBB6F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1" name="bootstrap-middle-12x12-r6-c9">
            <a:extLst xmlns:a="http://schemas.openxmlformats.org/drawingml/2006/main">
              <a:ext uri="{FF2B5EF4-FFF2-40B4-BE49-F238E27FC236}">
                <a16:creationId xmlns:a16="http://schemas.microsoft.com/office/drawing/2014/main" id="{8F7FBDD6-769B-4535-B8CC-AD836B6D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2" name="bootstrap-middle-12x12-r6-c10">
            <a:extLst xmlns:a="http://schemas.openxmlformats.org/drawingml/2006/main">
              <a:ext uri="{FF2B5EF4-FFF2-40B4-BE49-F238E27FC236}">
                <a16:creationId xmlns:a16="http://schemas.microsoft.com/office/drawing/2014/main" id="{CEF5C37D-AF65-4607-A711-92D59F1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3" name="bootstrap-middle-12x12-r6-c11">
            <a:extLst xmlns:a="http://schemas.openxmlformats.org/drawingml/2006/main">
              <a:ext uri="{FF2B5EF4-FFF2-40B4-BE49-F238E27FC236}">
                <a16:creationId xmlns:a16="http://schemas.microsoft.com/office/drawing/2014/main" id="{7E3F6BFF-29DA-4E52-9804-3E24BAD4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4" name="bootstrap-middle-12x12-r6-c12">
            <a:extLst xmlns:a="http://schemas.openxmlformats.org/drawingml/2006/main">
              <a:ext uri="{FF2B5EF4-FFF2-40B4-BE49-F238E27FC236}">
                <a16:creationId xmlns:a16="http://schemas.microsoft.com/office/drawing/2014/main" id="{3314FEF7-F2FB-4B32-937D-E0CAE87A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7306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5" name="bootstrap-middle-12x12-r7-c1">
            <a:extLst xmlns:a="http://schemas.openxmlformats.org/drawingml/2006/main">
              <a:ext uri="{FF2B5EF4-FFF2-40B4-BE49-F238E27FC236}">
                <a16:creationId xmlns:a16="http://schemas.microsoft.com/office/drawing/2014/main" id="{B8847934-CA0E-48E1-ACE4-08899274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6" name="bootstrap-middle-12x12-r7-c2">
            <a:extLst xmlns:a="http://schemas.openxmlformats.org/drawingml/2006/main">
              <a:ext uri="{FF2B5EF4-FFF2-40B4-BE49-F238E27FC236}">
                <a16:creationId xmlns:a16="http://schemas.microsoft.com/office/drawing/2014/main" id="{0768C18D-C7EF-4A47-AA5F-E523BF37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7" name="bootstrap-middle-12x12-r7-c3">
            <a:extLst xmlns:a="http://schemas.openxmlformats.org/drawingml/2006/main">
              <a:ext uri="{FF2B5EF4-FFF2-40B4-BE49-F238E27FC236}">
                <a16:creationId xmlns:a16="http://schemas.microsoft.com/office/drawing/2014/main" id="{E66F42B2-DB17-425D-B005-0147F7E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8" name="bootstrap-middle-12x12-r7-c4">
            <a:extLst xmlns:a="http://schemas.openxmlformats.org/drawingml/2006/main">
              <a:ext uri="{FF2B5EF4-FFF2-40B4-BE49-F238E27FC236}">
                <a16:creationId xmlns:a16="http://schemas.microsoft.com/office/drawing/2014/main" id="{FFBE08C2-087E-484C-93DA-462952B3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89" name="bootstrap-middle-12x12-r7-c5">
            <a:extLst xmlns:a="http://schemas.openxmlformats.org/drawingml/2006/main">
              <a:ext uri="{FF2B5EF4-FFF2-40B4-BE49-F238E27FC236}">
                <a16:creationId xmlns:a16="http://schemas.microsoft.com/office/drawing/2014/main" id="{4FEBA3B7-7990-498A-A7C8-F1E89BD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0" name="bootstrap-middle-12x12-r7-c6">
            <a:extLst xmlns:a="http://schemas.openxmlformats.org/drawingml/2006/main">
              <a:ext uri="{FF2B5EF4-FFF2-40B4-BE49-F238E27FC236}">
                <a16:creationId xmlns:a16="http://schemas.microsoft.com/office/drawing/2014/main" id="{E65F5379-B835-440A-8C67-5255AD5A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1" name="bootstrap-middle-12x12-r7-c7">
            <a:extLst xmlns:a="http://schemas.openxmlformats.org/drawingml/2006/main">
              <a:ext uri="{FF2B5EF4-FFF2-40B4-BE49-F238E27FC236}">
                <a16:creationId xmlns:a16="http://schemas.microsoft.com/office/drawing/2014/main" id="{A283F814-72FF-4509-8EDE-B309D411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2" name="bootstrap-middle-12x12-r7-c8">
            <a:extLst xmlns:a="http://schemas.openxmlformats.org/drawingml/2006/main">
              <a:ext uri="{FF2B5EF4-FFF2-40B4-BE49-F238E27FC236}">
                <a16:creationId xmlns:a16="http://schemas.microsoft.com/office/drawing/2014/main" id="{527B12AA-77F8-458E-83A7-8F0DF97F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3" name="bootstrap-middle-12x12-r7-c9">
            <a:extLst xmlns:a="http://schemas.openxmlformats.org/drawingml/2006/main">
              <a:ext uri="{FF2B5EF4-FFF2-40B4-BE49-F238E27FC236}">
                <a16:creationId xmlns:a16="http://schemas.microsoft.com/office/drawing/2014/main" id="{CD09CDF8-94A6-41FB-A7B2-6986CFF4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4" name="bootstrap-middle-12x12-r7-c10">
            <a:extLst xmlns:a="http://schemas.openxmlformats.org/drawingml/2006/main">
              <a:ext uri="{FF2B5EF4-FFF2-40B4-BE49-F238E27FC236}">
                <a16:creationId xmlns:a16="http://schemas.microsoft.com/office/drawing/2014/main" id="{A8D04924-196D-44FA-8566-F21D1984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5" name="bootstrap-middle-12x12-r7-c11">
            <a:extLst xmlns:a="http://schemas.openxmlformats.org/drawingml/2006/main">
              <a:ext uri="{FF2B5EF4-FFF2-40B4-BE49-F238E27FC236}">
                <a16:creationId xmlns:a16="http://schemas.microsoft.com/office/drawing/2014/main" id="{82DD1C40-A9F7-45F5-A92C-8AB244B1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6" name="bootstrap-middle-12x12-r7-c12">
            <a:extLst xmlns:a="http://schemas.openxmlformats.org/drawingml/2006/main">
              <a:ext uri="{FF2B5EF4-FFF2-40B4-BE49-F238E27FC236}">
                <a16:creationId xmlns:a16="http://schemas.microsoft.com/office/drawing/2014/main" id="{C9D5D27E-F630-41AE-BCBD-88E4208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8195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7" name="bootstrap-middle-12x12-r8-c1">
            <a:extLst xmlns:a="http://schemas.openxmlformats.org/drawingml/2006/main">
              <a:ext uri="{FF2B5EF4-FFF2-40B4-BE49-F238E27FC236}">
                <a16:creationId xmlns:a16="http://schemas.microsoft.com/office/drawing/2014/main" id="{173BEFB2-4732-41B8-8FE2-B84448B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8" name="bootstrap-middle-12x12-r8-c2">
            <a:extLst xmlns:a="http://schemas.openxmlformats.org/drawingml/2006/main">
              <a:ext uri="{FF2B5EF4-FFF2-40B4-BE49-F238E27FC236}">
                <a16:creationId xmlns:a16="http://schemas.microsoft.com/office/drawing/2014/main" id="{2CC7CBA2-54EC-4A50-BDA5-5C8D6FA4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499" name="bootstrap-middle-12x12-r8-c3">
            <a:extLst xmlns:a="http://schemas.openxmlformats.org/drawingml/2006/main">
              <a:ext uri="{FF2B5EF4-FFF2-40B4-BE49-F238E27FC236}">
                <a16:creationId xmlns:a16="http://schemas.microsoft.com/office/drawing/2014/main" id="{D17E80DE-6994-4565-A2C5-6B24CA4E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0" name="bootstrap-middle-12x12-r8-c4">
            <a:extLst xmlns:a="http://schemas.openxmlformats.org/drawingml/2006/main">
              <a:ext uri="{FF2B5EF4-FFF2-40B4-BE49-F238E27FC236}">
                <a16:creationId xmlns:a16="http://schemas.microsoft.com/office/drawing/2014/main" id="{83B5D962-6655-45B5-9A1D-7957505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1" name="bootstrap-middle-12x12-r8-c5">
            <a:extLst xmlns:a="http://schemas.openxmlformats.org/drawingml/2006/main">
              <a:ext uri="{FF2B5EF4-FFF2-40B4-BE49-F238E27FC236}">
                <a16:creationId xmlns:a16="http://schemas.microsoft.com/office/drawing/2014/main" id="{7BF2806D-3B57-4B48-8692-747B1139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2" name="bootstrap-middle-12x12-r8-c6">
            <a:extLst xmlns:a="http://schemas.openxmlformats.org/drawingml/2006/main">
              <a:ext uri="{FF2B5EF4-FFF2-40B4-BE49-F238E27FC236}">
                <a16:creationId xmlns:a16="http://schemas.microsoft.com/office/drawing/2014/main" id="{267937E8-0546-414B-B623-70022CD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3" name="bootstrap-middle-12x12-r8-c7">
            <a:extLst xmlns:a="http://schemas.openxmlformats.org/drawingml/2006/main">
              <a:ext uri="{FF2B5EF4-FFF2-40B4-BE49-F238E27FC236}">
                <a16:creationId xmlns:a16="http://schemas.microsoft.com/office/drawing/2014/main" id="{CED4E959-24EE-4398-813A-7E685B8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4" name="bootstrap-middle-12x12-r8-c8">
            <a:extLst xmlns:a="http://schemas.openxmlformats.org/drawingml/2006/main">
              <a:ext uri="{FF2B5EF4-FFF2-40B4-BE49-F238E27FC236}">
                <a16:creationId xmlns:a16="http://schemas.microsoft.com/office/drawing/2014/main" id="{B8ED1FF1-3647-4066-8199-749DFAC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5" name="bootstrap-middle-12x12-r8-c9">
            <a:extLst xmlns:a="http://schemas.openxmlformats.org/drawingml/2006/main">
              <a:ext uri="{FF2B5EF4-FFF2-40B4-BE49-F238E27FC236}">
                <a16:creationId xmlns:a16="http://schemas.microsoft.com/office/drawing/2014/main" id="{2CEC9231-19E8-4785-AC88-657CC50B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6" name="bootstrap-middle-12x12-r8-c10">
            <a:extLst xmlns:a="http://schemas.openxmlformats.org/drawingml/2006/main">
              <a:ext uri="{FF2B5EF4-FFF2-40B4-BE49-F238E27FC236}">
                <a16:creationId xmlns:a16="http://schemas.microsoft.com/office/drawing/2014/main" id="{D132FE72-4021-4474-AF02-CAEA631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7" name="bootstrap-middle-12x12-r8-c11">
            <a:extLst xmlns:a="http://schemas.openxmlformats.org/drawingml/2006/main">
              <a:ext uri="{FF2B5EF4-FFF2-40B4-BE49-F238E27FC236}">
                <a16:creationId xmlns:a16="http://schemas.microsoft.com/office/drawing/2014/main" id="{32DA0942-5CC2-4503-82EB-4D90652A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8" name="bootstrap-middle-12x12-r8-c12">
            <a:extLst xmlns:a="http://schemas.openxmlformats.org/drawingml/2006/main">
              <a:ext uri="{FF2B5EF4-FFF2-40B4-BE49-F238E27FC236}">
                <a16:creationId xmlns:a16="http://schemas.microsoft.com/office/drawing/2014/main" id="{88E7AB1A-1486-400E-90E6-947E56D2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9084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09" name="bootstrap-middle-12x12-r9-c1">
            <a:extLst xmlns:a="http://schemas.openxmlformats.org/drawingml/2006/main">
              <a:ext uri="{FF2B5EF4-FFF2-40B4-BE49-F238E27FC236}">
                <a16:creationId xmlns:a16="http://schemas.microsoft.com/office/drawing/2014/main" id="{36199CC6-B34B-49CC-826D-5355BB66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0" name="bootstrap-middle-12x12-r9-c2">
            <a:extLst xmlns:a="http://schemas.openxmlformats.org/drawingml/2006/main">
              <a:ext uri="{FF2B5EF4-FFF2-40B4-BE49-F238E27FC236}">
                <a16:creationId xmlns:a16="http://schemas.microsoft.com/office/drawing/2014/main" id="{7F1CE4EB-C4DF-4D87-AA92-B3631414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1" name="bootstrap-middle-12x12-r9-c3">
            <a:extLst xmlns:a="http://schemas.openxmlformats.org/drawingml/2006/main">
              <a:ext uri="{FF2B5EF4-FFF2-40B4-BE49-F238E27FC236}">
                <a16:creationId xmlns:a16="http://schemas.microsoft.com/office/drawing/2014/main" id="{D50878D3-854C-4F6C-B449-61F96C43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2" name="bootstrap-middle-12x12-r9-c4">
            <a:extLst xmlns:a="http://schemas.openxmlformats.org/drawingml/2006/main">
              <a:ext uri="{FF2B5EF4-FFF2-40B4-BE49-F238E27FC236}">
                <a16:creationId xmlns:a16="http://schemas.microsoft.com/office/drawing/2014/main" id="{FD331C15-8CB3-4961-8250-3A7D78B8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3" name="bootstrap-middle-12x12-r9-c5">
            <a:extLst xmlns:a="http://schemas.openxmlformats.org/drawingml/2006/main">
              <a:ext uri="{FF2B5EF4-FFF2-40B4-BE49-F238E27FC236}">
                <a16:creationId xmlns:a16="http://schemas.microsoft.com/office/drawing/2014/main" id="{D2C94A46-8E27-4E7E-BB1C-712C7D7A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4" name="bootstrap-middle-12x12-r9-c6">
            <a:extLst xmlns:a="http://schemas.openxmlformats.org/drawingml/2006/main">
              <a:ext uri="{FF2B5EF4-FFF2-40B4-BE49-F238E27FC236}">
                <a16:creationId xmlns:a16="http://schemas.microsoft.com/office/drawing/2014/main" id="{DBC4C37E-557C-4A72-B570-6CC284F5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5" name="bootstrap-middle-12x12-r9-c7">
            <a:extLst xmlns:a="http://schemas.openxmlformats.org/drawingml/2006/main">
              <a:ext uri="{FF2B5EF4-FFF2-40B4-BE49-F238E27FC236}">
                <a16:creationId xmlns:a16="http://schemas.microsoft.com/office/drawing/2014/main" id="{F789DB05-EB42-43D6-949B-2C0A6C65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6" name="bootstrap-middle-12x12-r9-c8">
            <a:extLst xmlns:a="http://schemas.openxmlformats.org/drawingml/2006/main">
              <a:ext uri="{FF2B5EF4-FFF2-40B4-BE49-F238E27FC236}">
                <a16:creationId xmlns:a16="http://schemas.microsoft.com/office/drawing/2014/main" id="{0B6AA87D-161C-4771-8C93-2C027D7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7" name="bootstrap-middle-12x12-r9-c9">
            <a:extLst xmlns:a="http://schemas.openxmlformats.org/drawingml/2006/main">
              <a:ext uri="{FF2B5EF4-FFF2-40B4-BE49-F238E27FC236}">
                <a16:creationId xmlns:a16="http://schemas.microsoft.com/office/drawing/2014/main" id="{D5704D4C-55B7-4C3A-BB1D-830EADD0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8" name="bootstrap-middle-12x12-r9-c10">
            <a:extLst xmlns:a="http://schemas.openxmlformats.org/drawingml/2006/main">
              <a:ext uri="{FF2B5EF4-FFF2-40B4-BE49-F238E27FC236}">
                <a16:creationId xmlns:a16="http://schemas.microsoft.com/office/drawing/2014/main" id="{E0EEDD15-80B6-4B91-9031-9E3CE48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19" name="bootstrap-middle-12x12-r9-c11">
            <a:extLst xmlns:a="http://schemas.openxmlformats.org/drawingml/2006/main">
              <a:ext uri="{FF2B5EF4-FFF2-40B4-BE49-F238E27FC236}">
                <a16:creationId xmlns:a16="http://schemas.microsoft.com/office/drawing/2014/main" id="{017FF920-FA82-43CC-A4B5-80308D57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0" name="bootstrap-middle-12x12-r9-c12">
            <a:extLst xmlns:a="http://schemas.openxmlformats.org/drawingml/2006/main">
              <a:ext uri="{FF2B5EF4-FFF2-40B4-BE49-F238E27FC236}">
                <a16:creationId xmlns:a16="http://schemas.microsoft.com/office/drawing/2014/main" id="{AADC7D0F-2985-4F81-8C4C-EFD3BBB9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9973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1" name="bootstrap-middle-12x12-r10-c1">
            <a:extLst xmlns:a="http://schemas.openxmlformats.org/drawingml/2006/main">
              <a:ext uri="{FF2B5EF4-FFF2-40B4-BE49-F238E27FC236}">
                <a16:creationId xmlns:a16="http://schemas.microsoft.com/office/drawing/2014/main" id="{6E1EB07A-9D60-40BB-9F16-67BBB6D2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2" name="bootstrap-middle-12x12-r10-c2">
            <a:extLst xmlns:a="http://schemas.openxmlformats.org/drawingml/2006/main">
              <a:ext uri="{FF2B5EF4-FFF2-40B4-BE49-F238E27FC236}">
                <a16:creationId xmlns:a16="http://schemas.microsoft.com/office/drawing/2014/main" id="{3D97AC03-1533-484C-8130-6BD4D536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3" name="bootstrap-middle-12x12-r10-c3">
            <a:extLst xmlns:a="http://schemas.openxmlformats.org/drawingml/2006/main">
              <a:ext uri="{FF2B5EF4-FFF2-40B4-BE49-F238E27FC236}">
                <a16:creationId xmlns:a16="http://schemas.microsoft.com/office/drawing/2014/main" id="{084CB06C-8D59-424E-8EBF-78C34143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4" name="bootstrap-middle-12x12-r10-c4">
            <a:extLst xmlns:a="http://schemas.openxmlformats.org/drawingml/2006/main">
              <a:ext uri="{FF2B5EF4-FFF2-40B4-BE49-F238E27FC236}">
                <a16:creationId xmlns:a16="http://schemas.microsoft.com/office/drawing/2014/main" id="{933E01ED-E8FC-4446-B63D-AEC089C8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5" name="bootstrap-middle-12x12-r10-c5">
            <a:extLst xmlns:a="http://schemas.openxmlformats.org/drawingml/2006/main">
              <a:ext uri="{FF2B5EF4-FFF2-40B4-BE49-F238E27FC236}">
                <a16:creationId xmlns:a16="http://schemas.microsoft.com/office/drawing/2014/main" id="{420FC158-2E3D-465F-9C64-C3C04C8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6" name="bootstrap-middle-12x12-r10-c6">
            <a:extLst xmlns:a="http://schemas.openxmlformats.org/drawingml/2006/main">
              <a:ext uri="{FF2B5EF4-FFF2-40B4-BE49-F238E27FC236}">
                <a16:creationId xmlns:a16="http://schemas.microsoft.com/office/drawing/2014/main" id="{6127E4C0-535B-4ABC-8169-96C7486C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7" name="bootstrap-middle-12x12-r10-c7">
            <a:extLst xmlns:a="http://schemas.openxmlformats.org/drawingml/2006/main">
              <a:ext uri="{FF2B5EF4-FFF2-40B4-BE49-F238E27FC236}">
                <a16:creationId xmlns:a16="http://schemas.microsoft.com/office/drawing/2014/main" id="{181DB672-2B27-45B5-A31A-CD0621F0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8" name="bootstrap-middle-12x12-r10-c8">
            <a:extLst xmlns:a="http://schemas.openxmlformats.org/drawingml/2006/main">
              <a:ext uri="{FF2B5EF4-FFF2-40B4-BE49-F238E27FC236}">
                <a16:creationId xmlns:a16="http://schemas.microsoft.com/office/drawing/2014/main" id="{DCA04402-404C-4082-8BC1-7D069DE4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29" name="bootstrap-middle-12x12-r10-c9">
            <a:extLst xmlns:a="http://schemas.openxmlformats.org/drawingml/2006/main">
              <a:ext uri="{FF2B5EF4-FFF2-40B4-BE49-F238E27FC236}">
                <a16:creationId xmlns:a16="http://schemas.microsoft.com/office/drawing/2014/main" id="{5B4A7F74-676D-4D50-96B6-32D6D253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0" name="bootstrap-middle-12x12-r10-c10">
            <a:extLst xmlns:a="http://schemas.openxmlformats.org/drawingml/2006/main">
              <a:ext uri="{FF2B5EF4-FFF2-40B4-BE49-F238E27FC236}">
                <a16:creationId xmlns:a16="http://schemas.microsoft.com/office/drawing/2014/main" id="{4AE4CB1C-80C0-4A63-96DB-8C9247B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1" name="bootstrap-middle-12x12-r10-c11">
            <a:extLst xmlns:a="http://schemas.openxmlformats.org/drawingml/2006/main">
              <a:ext uri="{FF2B5EF4-FFF2-40B4-BE49-F238E27FC236}">
                <a16:creationId xmlns:a16="http://schemas.microsoft.com/office/drawing/2014/main" id="{2EB7BBDB-90A1-4B43-8C3F-8221364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2" name="bootstrap-middle-12x12-r10-c12">
            <a:extLst xmlns:a="http://schemas.openxmlformats.org/drawingml/2006/main">
              <a:ext uri="{FF2B5EF4-FFF2-40B4-BE49-F238E27FC236}">
                <a16:creationId xmlns:a16="http://schemas.microsoft.com/office/drawing/2014/main" id="{C61F51E3-6226-4E64-A8D1-C317F9B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0862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3" name="bootstrap-middle-12x12-r11-c1">
            <a:extLst xmlns:a="http://schemas.openxmlformats.org/drawingml/2006/main">
              <a:ext uri="{FF2B5EF4-FFF2-40B4-BE49-F238E27FC236}">
                <a16:creationId xmlns:a16="http://schemas.microsoft.com/office/drawing/2014/main" id="{B9307BBA-8626-411B-9F9B-AAA24350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4" name="bootstrap-middle-12x12-r11-c2">
            <a:extLst xmlns:a="http://schemas.openxmlformats.org/drawingml/2006/main">
              <a:ext uri="{FF2B5EF4-FFF2-40B4-BE49-F238E27FC236}">
                <a16:creationId xmlns:a16="http://schemas.microsoft.com/office/drawing/2014/main" id="{A70F717F-5E2E-4C93-BB15-BD25B08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5" name="bootstrap-middle-12x12-r11-c3">
            <a:extLst xmlns:a="http://schemas.openxmlformats.org/drawingml/2006/main">
              <a:ext uri="{FF2B5EF4-FFF2-40B4-BE49-F238E27FC236}">
                <a16:creationId xmlns:a16="http://schemas.microsoft.com/office/drawing/2014/main" id="{0906B440-98B5-4F8B-871B-6B5E1818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6" name="bootstrap-middle-12x12-r11-c4">
            <a:extLst xmlns:a="http://schemas.openxmlformats.org/drawingml/2006/main">
              <a:ext uri="{FF2B5EF4-FFF2-40B4-BE49-F238E27FC236}">
                <a16:creationId xmlns:a16="http://schemas.microsoft.com/office/drawing/2014/main" id="{D7E13252-B4AF-4111-99B3-F6AB8674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7" name="bootstrap-middle-12x12-r11-c5">
            <a:extLst xmlns:a="http://schemas.openxmlformats.org/drawingml/2006/main">
              <a:ext uri="{FF2B5EF4-FFF2-40B4-BE49-F238E27FC236}">
                <a16:creationId xmlns:a16="http://schemas.microsoft.com/office/drawing/2014/main" id="{EEA05F17-27CC-4BA8-BB00-4645962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8" name="bootstrap-middle-12x12-r11-c6">
            <a:extLst xmlns:a="http://schemas.openxmlformats.org/drawingml/2006/main">
              <a:ext uri="{FF2B5EF4-FFF2-40B4-BE49-F238E27FC236}">
                <a16:creationId xmlns:a16="http://schemas.microsoft.com/office/drawing/2014/main" id="{EFF0FF0A-9B5A-439D-A112-E3606344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39" name="bootstrap-middle-12x12-r11-c7">
            <a:extLst xmlns:a="http://schemas.openxmlformats.org/drawingml/2006/main">
              <a:ext uri="{FF2B5EF4-FFF2-40B4-BE49-F238E27FC236}">
                <a16:creationId xmlns:a16="http://schemas.microsoft.com/office/drawing/2014/main" id="{92D32858-CF90-4D48-A3B9-3F4DE044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0" name="bootstrap-middle-12x12-r11-c8">
            <a:extLst xmlns:a="http://schemas.openxmlformats.org/drawingml/2006/main">
              <a:ext uri="{FF2B5EF4-FFF2-40B4-BE49-F238E27FC236}">
                <a16:creationId xmlns:a16="http://schemas.microsoft.com/office/drawing/2014/main" id="{C3F56AA8-3F1A-425E-86F6-4E6EAE7C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1" name="bootstrap-middle-12x12-r11-c9">
            <a:extLst xmlns:a="http://schemas.openxmlformats.org/drawingml/2006/main">
              <a:ext uri="{FF2B5EF4-FFF2-40B4-BE49-F238E27FC236}">
                <a16:creationId xmlns:a16="http://schemas.microsoft.com/office/drawing/2014/main" id="{1048EDB6-A588-4F06-A34D-91BC0094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2" name="bootstrap-middle-12x12-r11-c10">
            <a:extLst xmlns:a="http://schemas.openxmlformats.org/drawingml/2006/main">
              <a:ext uri="{FF2B5EF4-FFF2-40B4-BE49-F238E27FC236}">
                <a16:creationId xmlns:a16="http://schemas.microsoft.com/office/drawing/2014/main" id="{5FF9001E-2D81-41B2-AFFF-0987A314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3" name="bootstrap-middle-12x12-r11-c11">
            <a:extLst xmlns:a="http://schemas.openxmlformats.org/drawingml/2006/main">
              <a:ext uri="{FF2B5EF4-FFF2-40B4-BE49-F238E27FC236}">
                <a16:creationId xmlns:a16="http://schemas.microsoft.com/office/drawing/2014/main" id="{FBC8D61B-DB75-4B99-9BD1-B47FFE7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4" name="bootstrap-middle-12x12-r11-c12">
            <a:extLst xmlns:a="http://schemas.openxmlformats.org/drawingml/2006/main">
              <a:ext uri="{FF2B5EF4-FFF2-40B4-BE49-F238E27FC236}">
                <a16:creationId xmlns:a16="http://schemas.microsoft.com/office/drawing/2014/main" id="{A92F007F-46F0-4DBE-878C-104AD6E0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1751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5" name="bootstrap-middle-12x12-r12-c1">
            <a:extLst xmlns:a="http://schemas.openxmlformats.org/drawingml/2006/main">
              <a:ext uri="{FF2B5EF4-FFF2-40B4-BE49-F238E27FC236}">
                <a16:creationId xmlns:a16="http://schemas.microsoft.com/office/drawing/2014/main" id="{C6FA205B-DD2F-4032-BE66-2A94D055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6" name="bootstrap-middle-12x12-r12-c2">
            <a:extLst xmlns:a="http://schemas.openxmlformats.org/drawingml/2006/main">
              <a:ext uri="{FF2B5EF4-FFF2-40B4-BE49-F238E27FC236}">
                <a16:creationId xmlns:a16="http://schemas.microsoft.com/office/drawing/2014/main" id="{B7D4DA80-C4D8-42A5-8C6D-23C13ED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7" name="bootstrap-middle-12x12-r12-c3">
            <a:extLst xmlns:a="http://schemas.openxmlformats.org/drawingml/2006/main">
              <a:ext uri="{FF2B5EF4-FFF2-40B4-BE49-F238E27FC236}">
                <a16:creationId xmlns:a16="http://schemas.microsoft.com/office/drawing/2014/main" id="{CDEC57C4-A69C-42DC-BD44-529667DA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8" name="bootstrap-middle-12x12-r12-c4">
            <a:extLst xmlns:a="http://schemas.openxmlformats.org/drawingml/2006/main">
              <a:ext uri="{FF2B5EF4-FFF2-40B4-BE49-F238E27FC236}">
                <a16:creationId xmlns:a16="http://schemas.microsoft.com/office/drawing/2014/main" id="{DB16E9C2-7CC3-4A6B-BF3F-976EB8B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064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49" name="bootstrap-middle-12x12-r12-c5">
            <a:extLst xmlns:a="http://schemas.openxmlformats.org/drawingml/2006/main">
              <a:ext uri="{FF2B5EF4-FFF2-40B4-BE49-F238E27FC236}">
                <a16:creationId xmlns:a16="http://schemas.microsoft.com/office/drawing/2014/main" id="{FE8B1070-7838-4F7A-8E5E-5B15942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0" name="bootstrap-middle-12x12-r12-c6">
            <a:extLst xmlns:a="http://schemas.openxmlformats.org/drawingml/2006/main">
              <a:ext uri="{FF2B5EF4-FFF2-40B4-BE49-F238E27FC236}">
                <a16:creationId xmlns:a16="http://schemas.microsoft.com/office/drawing/2014/main" id="{FCCB805B-A652-4EE8-A7B5-28C367F6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E7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1" name="bootstrap-middle-12x12-r12-c7">
            <a:extLst xmlns:a="http://schemas.openxmlformats.org/drawingml/2006/main">
              <a:ext uri="{FF2B5EF4-FFF2-40B4-BE49-F238E27FC236}">
                <a16:creationId xmlns:a16="http://schemas.microsoft.com/office/drawing/2014/main" id="{7AED5F6E-6431-489A-B35E-C7DFE3B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2" name="bootstrap-middle-12x12-r12-c8">
            <a:extLst xmlns:a="http://schemas.openxmlformats.org/drawingml/2006/main">
              <a:ext uri="{FF2B5EF4-FFF2-40B4-BE49-F238E27FC236}">
                <a16:creationId xmlns:a16="http://schemas.microsoft.com/office/drawing/2014/main" id="{E30DFA8B-8E6C-45E9-A659-C31F383B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3" name="bootstrap-middle-12x12-r12-c9">
            <a:extLst xmlns:a="http://schemas.openxmlformats.org/drawingml/2006/main">
              <a:ext uri="{FF2B5EF4-FFF2-40B4-BE49-F238E27FC236}">
                <a16:creationId xmlns:a16="http://schemas.microsoft.com/office/drawing/2014/main" id="{5169B72E-D62E-4122-9E50-785DD7E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4" name="bootstrap-middle-12x12-r12-c10">
            <a:extLst xmlns:a="http://schemas.openxmlformats.org/drawingml/2006/main">
              <a:ext uri="{FF2B5EF4-FFF2-40B4-BE49-F238E27FC236}">
                <a16:creationId xmlns:a16="http://schemas.microsoft.com/office/drawing/2014/main" id="{A39D1D9D-D1E7-4978-9CDA-E4A3A259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5" name="bootstrap-middle-12x12-r12-c11">
            <a:extLst xmlns:a="http://schemas.openxmlformats.org/drawingml/2006/main">
              <a:ext uri="{FF2B5EF4-FFF2-40B4-BE49-F238E27FC236}">
                <a16:creationId xmlns:a16="http://schemas.microsoft.com/office/drawing/2014/main" id="{7CA17ADA-8DF2-43BA-A30A-BA48C43B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6" name="bootstrap-middle-12x12-r12-c12">
            <a:extLst xmlns:a="http://schemas.openxmlformats.org/drawingml/2006/main">
              <a:ext uri="{FF2B5EF4-FFF2-40B4-BE49-F238E27FC236}">
                <a16:creationId xmlns:a16="http://schemas.microsoft.com/office/drawing/2014/main" id="{710D13F7-DDB3-4345-859C-6F29C07A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26402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7" name="bootstrap-bottom-12x12-r1-c1">
            <a:extLst xmlns:a="http://schemas.openxmlformats.org/drawingml/2006/main">
              <a:ext uri="{FF2B5EF4-FFF2-40B4-BE49-F238E27FC236}">
                <a16:creationId xmlns:a16="http://schemas.microsoft.com/office/drawing/2014/main" id="{525D9506-2060-46C7-8013-0A868F06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8" name="bootstrap-bottom-12x12-r1-c2">
            <a:extLst xmlns:a="http://schemas.openxmlformats.org/drawingml/2006/main">
              <a:ext uri="{FF2B5EF4-FFF2-40B4-BE49-F238E27FC236}">
                <a16:creationId xmlns:a16="http://schemas.microsoft.com/office/drawing/2014/main" id="{D6996610-0E2B-474A-983E-D27FB88D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59" name="bootstrap-bottom-12x12-r1-c3">
            <a:extLst xmlns:a="http://schemas.openxmlformats.org/drawingml/2006/main">
              <a:ext uri="{FF2B5EF4-FFF2-40B4-BE49-F238E27FC236}">
                <a16:creationId xmlns:a16="http://schemas.microsoft.com/office/drawing/2014/main" id="{87E067AA-9541-492B-A1A6-6F7636D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0" name="bootstrap-bottom-12x12-r1-c4">
            <a:extLst xmlns:a="http://schemas.openxmlformats.org/drawingml/2006/main">
              <a:ext uri="{FF2B5EF4-FFF2-40B4-BE49-F238E27FC236}">
                <a16:creationId xmlns:a16="http://schemas.microsoft.com/office/drawing/2014/main" id="{D188F331-7ADD-4DD2-9968-89833E72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1" name="bootstrap-bottom-12x12-r1-c5">
            <a:extLst xmlns:a="http://schemas.openxmlformats.org/drawingml/2006/main">
              <a:ext uri="{FF2B5EF4-FFF2-40B4-BE49-F238E27FC236}">
                <a16:creationId xmlns:a16="http://schemas.microsoft.com/office/drawing/2014/main" id="{B7D58E54-C4B2-4FF8-83D2-033B501B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2" name="bootstrap-bottom-12x12-r1-c6">
            <a:extLst xmlns:a="http://schemas.openxmlformats.org/drawingml/2006/main">
              <a:ext uri="{FF2B5EF4-FFF2-40B4-BE49-F238E27FC236}">
                <a16:creationId xmlns:a16="http://schemas.microsoft.com/office/drawing/2014/main" id="{7BBE76DF-C782-4FCA-AEB4-6D3B2908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3" name="bootstrap-bottom-12x12-r1-c7">
            <a:extLst xmlns:a="http://schemas.openxmlformats.org/drawingml/2006/main">
              <a:ext uri="{FF2B5EF4-FFF2-40B4-BE49-F238E27FC236}">
                <a16:creationId xmlns:a16="http://schemas.microsoft.com/office/drawing/2014/main" id="{FD06F477-A635-4FF4-A57A-72547A4B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4" name="bootstrap-bottom-12x12-r1-c8">
            <a:extLst xmlns:a="http://schemas.openxmlformats.org/drawingml/2006/main">
              <a:ext uri="{FF2B5EF4-FFF2-40B4-BE49-F238E27FC236}">
                <a16:creationId xmlns:a16="http://schemas.microsoft.com/office/drawing/2014/main" id="{7A800E72-138A-432E-9D8A-E2C7197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5" name="bootstrap-bottom-12x12-r1-c9">
            <a:extLst xmlns:a="http://schemas.openxmlformats.org/drawingml/2006/main">
              <a:ext uri="{FF2B5EF4-FFF2-40B4-BE49-F238E27FC236}">
                <a16:creationId xmlns:a16="http://schemas.microsoft.com/office/drawing/2014/main" id="{C67A4D64-BA37-42EC-83F3-1E5657E7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6" name="bootstrap-bottom-12x12-r1-c10">
            <a:extLst xmlns:a="http://schemas.openxmlformats.org/drawingml/2006/main">
              <a:ext uri="{FF2B5EF4-FFF2-40B4-BE49-F238E27FC236}">
                <a16:creationId xmlns:a16="http://schemas.microsoft.com/office/drawing/2014/main" id="{0E86313A-90E8-4ECA-B90E-62E3B38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7" name="bootstrap-bottom-12x12-r1-c11">
            <a:extLst xmlns:a="http://schemas.openxmlformats.org/drawingml/2006/main">
              <a:ext uri="{FF2B5EF4-FFF2-40B4-BE49-F238E27FC236}">
                <a16:creationId xmlns:a16="http://schemas.microsoft.com/office/drawing/2014/main" id="{13B31609-F5F1-4203-B493-0939F050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8" name="bootstrap-bottom-12x12-r1-c12">
            <a:extLst xmlns:a="http://schemas.openxmlformats.org/drawingml/2006/main">
              <a:ext uri="{FF2B5EF4-FFF2-40B4-BE49-F238E27FC236}">
                <a16:creationId xmlns:a16="http://schemas.microsoft.com/office/drawing/2014/main" id="{05DA7008-8E41-4D62-BDBB-E087801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905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69" name="bootstrap-bottom-12x12-r2-c1">
            <a:extLst xmlns:a="http://schemas.openxmlformats.org/drawingml/2006/main">
              <a:ext uri="{FF2B5EF4-FFF2-40B4-BE49-F238E27FC236}">
                <a16:creationId xmlns:a16="http://schemas.microsoft.com/office/drawing/2014/main" id="{555B2DCE-73DA-457F-A17C-5867B406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0" name="bootstrap-bottom-12x12-r2-c2">
            <a:extLst xmlns:a="http://schemas.openxmlformats.org/drawingml/2006/main">
              <a:ext uri="{FF2B5EF4-FFF2-40B4-BE49-F238E27FC236}">
                <a16:creationId xmlns:a16="http://schemas.microsoft.com/office/drawing/2014/main" id="{96E5DED0-62D2-4F9D-BE34-467C5FAC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1" name="bootstrap-bottom-12x12-r2-c3">
            <a:extLst xmlns:a="http://schemas.openxmlformats.org/drawingml/2006/main">
              <a:ext uri="{FF2B5EF4-FFF2-40B4-BE49-F238E27FC236}">
                <a16:creationId xmlns:a16="http://schemas.microsoft.com/office/drawing/2014/main" id="{D6F23968-21D3-45BB-ACD5-C11853F8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2" name="bootstrap-bottom-12x12-r2-c4">
            <a:extLst xmlns:a="http://schemas.openxmlformats.org/drawingml/2006/main">
              <a:ext uri="{FF2B5EF4-FFF2-40B4-BE49-F238E27FC236}">
                <a16:creationId xmlns:a16="http://schemas.microsoft.com/office/drawing/2014/main" id="{9DB0EABE-9350-4169-AAD1-ADBE04C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3" name="bootstrap-bottom-12x12-r2-c5">
            <a:extLst xmlns:a="http://schemas.openxmlformats.org/drawingml/2006/main">
              <a:ext uri="{FF2B5EF4-FFF2-40B4-BE49-F238E27FC236}">
                <a16:creationId xmlns:a16="http://schemas.microsoft.com/office/drawing/2014/main" id="{D5CE3FF7-8F15-453C-8EC7-DB267A8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4" name="bootstrap-bottom-12x12-r2-c6">
            <a:extLst xmlns:a="http://schemas.openxmlformats.org/drawingml/2006/main">
              <a:ext uri="{FF2B5EF4-FFF2-40B4-BE49-F238E27FC236}">
                <a16:creationId xmlns:a16="http://schemas.microsoft.com/office/drawing/2014/main" id="{ADDAB495-3002-4DD7-A873-7758778C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5" name="bootstrap-bottom-12x12-r2-c7">
            <a:extLst xmlns:a="http://schemas.openxmlformats.org/drawingml/2006/main">
              <a:ext uri="{FF2B5EF4-FFF2-40B4-BE49-F238E27FC236}">
                <a16:creationId xmlns:a16="http://schemas.microsoft.com/office/drawing/2014/main" id="{FA075D45-88A6-4C61-9E65-D88F2D85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6" name="bootstrap-bottom-12x12-r2-c8">
            <a:extLst xmlns:a="http://schemas.openxmlformats.org/drawingml/2006/main">
              <a:ext uri="{FF2B5EF4-FFF2-40B4-BE49-F238E27FC236}">
                <a16:creationId xmlns:a16="http://schemas.microsoft.com/office/drawing/2014/main" id="{A8958379-E689-41C2-945B-D2C5A48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7" name="bootstrap-bottom-12x12-r2-c9">
            <a:extLst xmlns:a="http://schemas.openxmlformats.org/drawingml/2006/main">
              <a:ext uri="{FF2B5EF4-FFF2-40B4-BE49-F238E27FC236}">
                <a16:creationId xmlns:a16="http://schemas.microsoft.com/office/drawing/2014/main" id="{9618EF38-C9F4-47FD-ADFE-7D08CFC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8" name="bootstrap-bottom-12x12-r2-c10">
            <a:extLst xmlns:a="http://schemas.openxmlformats.org/drawingml/2006/main">
              <a:ext uri="{FF2B5EF4-FFF2-40B4-BE49-F238E27FC236}">
                <a16:creationId xmlns:a16="http://schemas.microsoft.com/office/drawing/2014/main" id="{88CFFE5B-AA72-45B8-ACC4-A3687F7F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79" name="bootstrap-bottom-12x12-r2-c11">
            <a:extLst xmlns:a="http://schemas.openxmlformats.org/drawingml/2006/main">
              <a:ext uri="{FF2B5EF4-FFF2-40B4-BE49-F238E27FC236}">
                <a16:creationId xmlns:a16="http://schemas.microsoft.com/office/drawing/2014/main" id="{90575A9A-0CFE-4A99-9129-C096669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0" name="bootstrap-bottom-12x12-r2-c12">
            <a:extLst xmlns:a="http://schemas.openxmlformats.org/drawingml/2006/main">
              <a:ext uri="{FF2B5EF4-FFF2-40B4-BE49-F238E27FC236}">
                <a16:creationId xmlns:a16="http://schemas.microsoft.com/office/drawing/2014/main" id="{FA810E4A-2B53-45B7-8C42-65C16A69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4994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1" name="bootstrap-bottom-12x12-r3-c1">
            <a:extLst xmlns:a="http://schemas.openxmlformats.org/drawingml/2006/main">
              <a:ext uri="{FF2B5EF4-FFF2-40B4-BE49-F238E27FC236}">
                <a16:creationId xmlns:a16="http://schemas.microsoft.com/office/drawing/2014/main" id="{539F88B9-D3BE-47B4-8982-04A4C8C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2" name="bootstrap-bottom-12x12-r3-c2">
            <a:extLst xmlns:a="http://schemas.openxmlformats.org/drawingml/2006/main">
              <a:ext uri="{FF2B5EF4-FFF2-40B4-BE49-F238E27FC236}">
                <a16:creationId xmlns:a16="http://schemas.microsoft.com/office/drawing/2014/main" id="{02F85076-9CFB-4C6C-ABDF-819F0620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3" name="bootstrap-bottom-12x12-r3-c3">
            <a:extLst xmlns:a="http://schemas.openxmlformats.org/drawingml/2006/main">
              <a:ext uri="{FF2B5EF4-FFF2-40B4-BE49-F238E27FC236}">
                <a16:creationId xmlns:a16="http://schemas.microsoft.com/office/drawing/2014/main" id="{6FF71078-EF4C-42F4-8127-4F6568E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4" name="bootstrap-bottom-12x12-r3-c4">
            <a:extLst xmlns:a="http://schemas.openxmlformats.org/drawingml/2006/main">
              <a:ext uri="{FF2B5EF4-FFF2-40B4-BE49-F238E27FC236}">
                <a16:creationId xmlns:a16="http://schemas.microsoft.com/office/drawing/2014/main" id="{FBFD32BB-56F5-4749-A3C5-2778A7F6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5" name="bootstrap-bottom-12x12-r3-c5">
            <a:extLst xmlns:a="http://schemas.openxmlformats.org/drawingml/2006/main">
              <a:ext uri="{FF2B5EF4-FFF2-40B4-BE49-F238E27FC236}">
                <a16:creationId xmlns:a16="http://schemas.microsoft.com/office/drawing/2014/main" id="{2D5443CF-4813-451F-867E-B4C21E0A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6" name="bootstrap-bottom-12x12-r3-c6">
            <a:extLst xmlns:a="http://schemas.openxmlformats.org/drawingml/2006/main">
              <a:ext uri="{FF2B5EF4-FFF2-40B4-BE49-F238E27FC236}">
                <a16:creationId xmlns:a16="http://schemas.microsoft.com/office/drawing/2014/main" id="{1089E90F-9202-467A-89EA-5388E857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7" name="bootstrap-bottom-12x12-r3-c7">
            <a:extLst xmlns:a="http://schemas.openxmlformats.org/drawingml/2006/main">
              <a:ext uri="{FF2B5EF4-FFF2-40B4-BE49-F238E27FC236}">
                <a16:creationId xmlns:a16="http://schemas.microsoft.com/office/drawing/2014/main" id="{4C1A178E-CB7C-4A5D-AB47-C3AFF9A8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8" name="bootstrap-bottom-12x12-r3-c8">
            <a:extLst xmlns:a="http://schemas.openxmlformats.org/drawingml/2006/main">
              <a:ext uri="{FF2B5EF4-FFF2-40B4-BE49-F238E27FC236}">
                <a16:creationId xmlns:a16="http://schemas.microsoft.com/office/drawing/2014/main" id="{FB9CE813-8CDD-4925-AB9C-9C86C73C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89" name="bootstrap-bottom-12x12-r3-c9">
            <a:extLst xmlns:a="http://schemas.openxmlformats.org/drawingml/2006/main">
              <a:ext uri="{FF2B5EF4-FFF2-40B4-BE49-F238E27FC236}">
                <a16:creationId xmlns:a16="http://schemas.microsoft.com/office/drawing/2014/main" id="{2D05F2FB-0411-41A0-843F-CF038B9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0" name="bootstrap-bottom-12x12-r3-c10">
            <a:extLst xmlns:a="http://schemas.openxmlformats.org/drawingml/2006/main">
              <a:ext uri="{FF2B5EF4-FFF2-40B4-BE49-F238E27FC236}">
                <a16:creationId xmlns:a16="http://schemas.microsoft.com/office/drawing/2014/main" id="{75CF334D-403B-4B0B-A07F-0068B44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1" name="bootstrap-bottom-12x12-r3-c11">
            <a:extLst xmlns:a="http://schemas.openxmlformats.org/drawingml/2006/main">
              <a:ext uri="{FF2B5EF4-FFF2-40B4-BE49-F238E27FC236}">
                <a16:creationId xmlns:a16="http://schemas.microsoft.com/office/drawing/2014/main" id="{EE7677A4-3AC5-49EA-9459-7148A437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2" name="bootstrap-bottom-12x12-r3-c12">
            <a:extLst xmlns:a="http://schemas.openxmlformats.org/drawingml/2006/main">
              <a:ext uri="{FF2B5EF4-FFF2-40B4-BE49-F238E27FC236}">
                <a16:creationId xmlns:a16="http://schemas.microsoft.com/office/drawing/2014/main" id="{9CB2F6C2-778D-4856-AE40-F7833C5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0831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3" name="bootstrap-bottom-12x12-r4-c1">
            <a:extLst xmlns:a="http://schemas.openxmlformats.org/drawingml/2006/main">
              <a:ext uri="{FF2B5EF4-FFF2-40B4-BE49-F238E27FC236}">
                <a16:creationId xmlns:a16="http://schemas.microsoft.com/office/drawing/2014/main" id="{034B3DE6-502A-4945-957B-13550789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4" name="bootstrap-bottom-12x12-r4-c2">
            <a:extLst xmlns:a="http://schemas.openxmlformats.org/drawingml/2006/main">
              <a:ext uri="{FF2B5EF4-FFF2-40B4-BE49-F238E27FC236}">
                <a16:creationId xmlns:a16="http://schemas.microsoft.com/office/drawing/2014/main" id="{C4171910-C332-4A60-8E8E-1ABDB6B9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5" name="bootstrap-bottom-12x12-r4-c3">
            <a:extLst xmlns:a="http://schemas.openxmlformats.org/drawingml/2006/main">
              <a:ext uri="{FF2B5EF4-FFF2-40B4-BE49-F238E27FC236}">
                <a16:creationId xmlns:a16="http://schemas.microsoft.com/office/drawing/2014/main" id="{A31E5089-F87A-4610-B22A-DD2DB13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6" name="bootstrap-bottom-12x12-r4-c4">
            <a:extLst xmlns:a="http://schemas.openxmlformats.org/drawingml/2006/main">
              <a:ext uri="{FF2B5EF4-FFF2-40B4-BE49-F238E27FC236}">
                <a16:creationId xmlns:a16="http://schemas.microsoft.com/office/drawing/2014/main" id="{110D1EA9-A62E-4968-80F5-7F245D88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7" name="bootstrap-bottom-12x12-r4-c5">
            <a:extLst xmlns:a="http://schemas.openxmlformats.org/drawingml/2006/main">
              <a:ext uri="{FF2B5EF4-FFF2-40B4-BE49-F238E27FC236}">
                <a16:creationId xmlns:a16="http://schemas.microsoft.com/office/drawing/2014/main" id="{55D1340E-262A-4174-9C89-57BFFAD1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8" name="bootstrap-bottom-12x12-r4-c6">
            <a:extLst xmlns:a="http://schemas.openxmlformats.org/drawingml/2006/main">
              <a:ext uri="{FF2B5EF4-FFF2-40B4-BE49-F238E27FC236}">
                <a16:creationId xmlns:a16="http://schemas.microsoft.com/office/drawing/2014/main" id="{52464482-E71A-43A0-8B93-3ACA2E42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599" name="bootstrap-bottom-12x12-r4-c7">
            <a:extLst xmlns:a="http://schemas.openxmlformats.org/drawingml/2006/main">
              <a:ext uri="{FF2B5EF4-FFF2-40B4-BE49-F238E27FC236}">
                <a16:creationId xmlns:a16="http://schemas.microsoft.com/office/drawing/2014/main" id="{13C634B4-7ACE-4DB4-B948-0F43795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0" name="bootstrap-bottom-12x12-r4-c8">
            <a:extLst xmlns:a="http://schemas.openxmlformats.org/drawingml/2006/main">
              <a:ext uri="{FF2B5EF4-FFF2-40B4-BE49-F238E27FC236}">
                <a16:creationId xmlns:a16="http://schemas.microsoft.com/office/drawing/2014/main" id="{6516E756-FF17-45F3-85F4-8F665A82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1" name="bootstrap-bottom-12x12-r4-c9">
            <a:extLst xmlns:a="http://schemas.openxmlformats.org/drawingml/2006/main">
              <a:ext uri="{FF2B5EF4-FFF2-40B4-BE49-F238E27FC236}">
                <a16:creationId xmlns:a16="http://schemas.microsoft.com/office/drawing/2014/main" id="{01BF7675-CCC6-4F2A-ABAB-9814F46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2" name="bootstrap-bottom-12x12-r4-c10">
            <a:extLst xmlns:a="http://schemas.openxmlformats.org/drawingml/2006/main">
              <a:ext uri="{FF2B5EF4-FFF2-40B4-BE49-F238E27FC236}">
                <a16:creationId xmlns:a16="http://schemas.microsoft.com/office/drawing/2014/main" id="{50AA1992-89FD-46D1-B09E-FFA87B74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3" name="bootstrap-bottom-12x12-r4-c11">
            <a:extLst xmlns:a="http://schemas.openxmlformats.org/drawingml/2006/main">
              <a:ext uri="{FF2B5EF4-FFF2-40B4-BE49-F238E27FC236}">
                <a16:creationId xmlns:a16="http://schemas.microsoft.com/office/drawing/2014/main" id="{7A15A9B8-2FA2-4AA3-A1B7-119C890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4" name="bootstrap-bottom-12x12-r4-c12">
            <a:extLst xmlns:a="http://schemas.openxmlformats.org/drawingml/2006/main">
              <a:ext uri="{FF2B5EF4-FFF2-40B4-BE49-F238E27FC236}">
                <a16:creationId xmlns:a16="http://schemas.microsoft.com/office/drawing/2014/main" id="{1FA6D1E9-7DAE-4B7A-BCFF-45E5D98C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1720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5" name="bootstrap-bottom-12x12-r5-c1">
            <a:extLst xmlns:a="http://schemas.openxmlformats.org/drawingml/2006/main">
              <a:ext uri="{FF2B5EF4-FFF2-40B4-BE49-F238E27FC236}">
                <a16:creationId xmlns:a16="http://schemas.microsoft.com/office/drawing/2014/main" id="{4C1A0F33-C2D7-4ABC-BFE9-131A05E7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6" name="bootstrap-bottom-12x12-r5-c2">
            <a:extLst xmlns:a="http://schemas.openxmlformats.org/drawingml/2006/main">
              <a:ext uri="{FF2B5EF4-FFF2-40B4-BE49-F238E27FC236}">
                <a16:creationId xmlns:a16="http://schemas.microsoft.com/office/drawing/2014/main" id="{1BFC3DE8-5611-4FB3-82DC-0B5454AA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7" name="bootstrap-bottom-12x12-r5-c3">
            <a:extLst xmlns:a="http://schemas.openxmlformats.org/drawingml/2006/main">
              <a:ext uri="{FF2B5EF4-FFF2-40B4-BE49-F238E27FC236}">
                <a16:creationId xmlns:a16="http://schemas.microsoft.com/office/drawing/2014/main" id="{65C4C9D0-B22D-4217-B4A5-879DDB0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8" name="bootstrap-bottom-12x12-r5-c4">
            <a:extLst xmlns:a="http://schemas.openxmlformats.org/drawingml/2006/main">
              <a:ext uri="{FF2B5EF4-FFF2-40B4-BE49-F238E27FC236}">
                <a16:creationId xmlns:a16="http://schemas.microsoft.com/office/drawing/2014/main" id="{85C2CC7A-7D7F-4A60-9AA5-DE6269AE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09" name="bootstrap-bottom-12x12-r5-c5">
            <a:extLst xmlns:a="http://schemas.openxmlformats.org/drawingml/2006/main">
              <a:ext uri="{FF2B5EF4-FFF2-40B4-BE49-F238E27FC236}">
                <a16:creationId xmlns:a16="http://schemas.microsoft.com/office/drawing/2014/main" id="{E770AD4B-AE9A-46D0-B971-4DC757CE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0" name="bootstrap-bottom-12x12-r5-c6">
            <a:extLst xmlns:a="http://schemas.openxmlformats.org/drawingml/2006/main">
              <a:ext uri="{FF2B5EF4-FFF2-40B4-BE49-F238E27FC236}">
                <a16:creationId xmlns:a16="http://schemas.microsoft.com/office/drawing/2014/main" id="{F5503130-8327-49AA-87AF-BA25952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1" name="bootstrap-bottom-12x12-r5-c7">
            <a:extLst xmlns:a="http://schemas.openxmlformats.org/drawingml/2006/main">
              <a:ext uri="{FF2B5EF4-FFF2-40B4-BE49-F238E27FC236}">
                <a16:creationId xmlns:a16="http://schemas.microsoft.com/office/drawing/2014/main" id="{9E3C0C4B-0FAD-498C-A266-04CFCEE2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2" name="bootstrap-bottom-12x12-r5-c8">
            <a:extLst xmlns:a="http://schemas.openxmlformats.org/drawingml/2006/main">
              <a:ext uri="{FF2B5EF4-FFF2-40B4-BE49-F238E27FC236}">
                <a16:creationId xmlns:a16="http://schemas.microsoft.com/office/drawing/2014/main" id="{623F681A-CCB1-4BD2-81AC-30520AAA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3" name="bootstrap-bottom-12x12-r5-c9">
            <a:extLst xmlns:a="http://schemas.openxmlformats.org/drawingml/2006/main">
              <a:ext uri="{FF2B5EF4-FFF2-40B4-BE49-F238E27FC236}">
                <a16:creationId xmlns:a16="http://schemas.microsoft.com/office/drawing/2014/main" id="{B7DB0708-A8E9-4C3F-9213-7729660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4" name="bootstrap-bottom-12x12-r5-c10">
            <a:extLst xmlns:a="http://schemas.openxmlformats.org/drawingml/2006/main">
              <a:ext uri="{FF2B5EF4-FFF2-40B4-BE49-F238E27FC236}">
                <a16:creationId xmlns:a16="http://schemas.microsoft.com/office/drawing/2014/main" id="{8C2BEFE1-BA95-4550-B8FF-9096B6A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5" name="bootstrap-bottom-12x12-r5-c11">
            <a:extLst xmlns:a="http://schemas.openxmlformats.org/drawingml/2006/main">
              <a:ext uri="{FF2B5EF4-FFF2-40B4-BE49-F238E27FC236}">
                <a16:creationId xmlns:a16="http://schemas.microsoft.com/office/drawing/2014/main" id="{1F3411F3-9684-42A9-896E-B454FBE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6" name="bootstrap-bottom-12x12-r5-c12">
            <a:extLst xmlns:a="http://schemas.openxmlformats.org/drawingml/2006/main">
              <a:ext uri="{FF2B5EF4-FFF2-40B4-BE49-F238E27FC236}">
                <a16:creationId xmlns:a16="http://schemas.microsoft.com/office/drawing/2014/main" id="{459AF611-D2D9-4B49-ABF5-E9830504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2609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7" name="bootstrap-bottom-12x12-r6-c1">
            <a:extLst xmlns:a="http://schemas.openxmlformats.org/drawingml/2006/main">
              <a:ext uri="{FF2B5EF4-FFF2-40B4-BE49-F238E27FC236}">
                <a16:creationId xmlns:a16="http://schemas.microsoft.com/office/drawing/2014/main" id="{7D79E429-9A78-48D0-9CB8-C508201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8" name="bootstrap-bottom-12x12-r6-c2">
            <a:extLst xmlns:a="http://schemas.openxmlformats.org/drawingml/2006/main">
              <a:ext uri="{FF2B5EF4-FFF2-40B4-BE49-F238E27FC236}">
                <a16:creationId xmlns:a16="http://schemas.microsoft.com/office/drawing/2014/main" id="{2E8EE4EE-DB58-46DF-A9E9-F05244F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19" name="bootstrap-bottom-12x12-r6-c3">
            <a:extLst xmlns:a="http://schemas.openxmlformats.org/drawingml/2006/main">
              <a:ext uri="{FF2B5EF4-FFF2-40B4-BE49-F238E27FC236}">
                <a16:creationId xmlns:a16="http://schemas.microsoft.com/office/drawing/2014/main" id="{B53FC520-F414-49EA-AFE7-5308BE0A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0" name="bootstrap-bottom-12x12-r6-c4">
            <a:extLst xmlns:a="http://schemas.openxmlformats.org/drawingml/2006/main">
              <a:ext uri="{FF2B5EF4-FFF2-40B4-BE49-F238E27FC236}">
                <a16:creationId xmlns:a16="http://schemas.microsoft.com/office/drawing/2014/main" id="{DBF505B8-FE6B-4E54-9348-492898B5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1" name="bootstrap-bottom-12x12-r6-c5">
            <a:extLst xmlns:a="http://schemas.openxmlformats.org/drawingml/2006/main">
              <a:ext uri="{FF2B5EF4-FFF2-40B4-BE49-F238E27FC236}">
                <a16:creationId xmlns:a16="http://schemas.microsoft.com/office/drawing/2014/main" id="{EEE82A64-7938-4643-B1F4-9E54193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2" name="bootstrap-bottom-12x12-r6-c6">
            <a:extLst xmlns:a="http://schemas.openxmlformats.org/drawingml/2006/main">
              <a:ext uri="{FF2B5EF4-FFF2-40B4-BE49-F238E27FC236}">
                <a16:creationId xmlns:a16="http://schemas.microsoft.com/office/drawing/2014/main" id="{ABF629B2-C885-4490-8837-49E09D30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3" name="bootstrap-bottom-12x12-r6-c7">
            <a:extLst xmlns:a="http://schemas.openxmlformats.org/drawingml/2006/main">
              <a:ext uri="{FF2B5EF4-FFF2-40B4-BE49-F238E27FC236}">
                <a16:creationId xmlns:a16="http://schemas.microsoft.com/office/drawing/2014/main" id="{226606BA-9A85-4C44-BBD7-B7EB02AF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4" name="bootstrap-bottom-12x12-r6-c8">
            <a:extLst xmlns:a="http://schemas.openxmlformats.org/drawingml/2006/main">
              <a:ext uri="{FF2B5EF4-FFF2-40B4-BE49-F238E27FC236}">
                <a16:creationId xmlns:a16="http://schemas.microsoft.com/office/drawing/2014/main" id="{BCF96829-5E50-4EC6-991C-E298B596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5" name="bootstrap-bottom-12x12-r6-c9">
            <a:extLst xmlns:a="http://schemas.openxmlformats.org/drawingml/2006/main">
              <a:ext uri="{FF2B5EF4-FFF2-40B4-BE49-F238E27FC236}">
                <a16:creationId xmlns:a16="http://schemas.microsoft.com/office/drawing/2014/main" id="{5C4080CB-9106-487D-88D7-CAD4850F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6" name="bootstrap-bottom-12x12-r6-c10">
            <a:extLst xmlns:a="http://schemas.openxmlformats.org/drawingml/2006/main">
              <a:ext uri="{FF2B5EF4-FFF2-40B4-BE49-F238E27FC236}">
                <a16:creationId xmlns:a16="http://schemas.microsoft.com/office/drawing/2014/main" id="{6A613464-6823-44FF-8D10-C464631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7" name="bootstrap-bottom-12x12-r6-c11">
            <a:extLst xmlns:a="http://schemas.openxmlformats.org/drawingml/2006/main">
              <a:ext uri="{FF2B5EF4-FFF2-40B4-BE49-F238E27FC236}">
                <a16:creationId xmlns:a16="http://schemas.microsoft.com/office/drawing/2014/main" id="{DDD81C1A-1C06-4052-902B-FD840BC1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8" name="bootstrap-bottom-12x12-r6-c12">
            <a:extLst xmlns:a="http://schemas.openxmlformats.org/drawingml/2006/main">
              <a:ext uri="{FF2B5EF4-FFF2-40B4-BE49-F238E27FC236}">
                <a16:creationId xmlns:a16="http://schemas.microsoft.com/office/drawing/2014/main" id="{D048D27C-95C5-46C0-8A9F-46272EB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3498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29" name="bootstrap-bottom-12x12-r7-c1">
            <a:extLst xmlns:a="http://schemas.openxmlformats.org/drawingml/2006/main">
              <a:ext uri="{FF2B5EF4-FFF2-40B4-BE49-F238E27FC236}">
                <a16:creationId xmlns:a16="http://schemas.microsoft.com/office/drawing/2014/main" id="{79A32348-54FA-4B64-A579-4737C639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0" name="bootstrap-bottom-12x12-r7-c2">
            <a:extLst xmlns:a="http://schemas.openxmlformats.org/drawingml/2006/main">
              <a:ext uri="{FF2B5EF4-FFF2-40B4-BE49-F238E27FC236}">
                <a16:creationId xmlns:a16="http://schemas.microsoft.com/office/drawing/2014/main" id="{125889C9-B67A-4829-A2BF-BBA1FD08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1" name="bootstrap-bottom-12x12-r7-c3">
            <a:extLst xmlns:a="http://schemas.openxmlformats.org/drawingml/2006/main">
              <a:ext uri="{FF2B5EF4-FFF2-40B4-BE49-F238E27FC236}">
                <a16:creationId xmlns:a16="http://schemas.microsoft.com/office/drawing/2014/main" id="{3EF25EEF-9105-471E-A0D8-7E3850E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2" name="bootstrap-bottom-12x12-r7-c4">
            <a:extLst xmlns:a="http://schemas.openxmlformats.org/drawingml/2006/main">
              <a:ext uri="{FF2B5EF4-FFF2-40B4-BE49-F238E27FC236}">
                <a16:creationId xmlns:a16="http://schemas.microsoft.com/office/drawing/2014/main" id="{47152FFD-323E-4919-B7D1-12876836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3" name="bootstrap-bottom-12x12-r7-c5">
            <a:extLst xmlns:a="http://schemas.openxmlformats.org/drawingml/2006/main">
              <a:ext uri="{FF2B5EF4-FFF2-40B4-BE49-F238E27FC236}">
                <a16:creationId xmlns:a16="http://schemas.microsoft.com/office/drawing/2014/main" id="{3DE6B631-F2D3-406E-B826-0630571A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4" name="bootstrap-bottom-12x12-r7-c6">
            <a:extLst xmlns:a="http://schemas.openxmlformats.org/drawingml/2006/main">
              <a:ext uri="{FF2B5EF4-FFF2-40B4-BE49-F238E27FC236}">
                <a16:creationId xmlns:a16="http://schemas.microsoft.com/office/drawing/2014/main" id="{0B33D58E-5A18-477D-AEBF-AA32A633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5" name="bootstrap-bottom-12x12-r7-c7">
            <a:extLst xmlns:a="http://schemas.openxmlformats.org/drawingml/2006/main">
              <a:ext uri="{FF2B5EF4-FFF2-40B4-BE49-F238E27FC236}">
                <a16:creationId xmlns:a16="http://schemas.microsoft.com/office/drawing/2014/main" id="{7D739313-D51C-4237-86EE-4F6E3F33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6" name="bootstrap-bottom-12x12-r7-c8">
            <a:extLst xmlns:a="http://schemas.openxmlformats.org/drawingml/2006/main">
              <a:ext uri="{FF2B5EF4-FFF2-40B4-BE49-F238E27FC236}">
                <a16:creationId xmlns:a16="http://schemas.microsoft.com/office/drawing/2014/main" id="{33CDF307-B503-4EB2-8176-FAFDD17D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7" name="bootstrap-bottom-12x12-r7-c9">
            <a:extLst xmlns:a="http://schemas.openxmlformats.org/drawingml/2006/main">
              <a:ext uri="{FF2B5EF4-FFF2-40B4-BE49-F238E27FC236}">
                <a16:creationId xmlns:a16="http://schemas.microsoft.com/office/drawing/2014/main" id="{939EE79A-125E-45D9-8CB7-0FB6CAC2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8" name="bootstrap-bottom-12x12-r7-c10">
            <a:extLst xmlns:a="http://schemas.openxmlformats.org/drawingml/2006/main">
              <a:ext uri="{FF2B5EF4-FFF2-40B4-BE49-F238E27FC236}">
                <a16:creationId xmlns:a16="http://schemas.microsoft.com/office/drawing/2014/main" id="{FFEBBC8D-98FF-4073-9168-DD1C6247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39" name="bootstrap-bottom-12x12-r7-c11">
            <a:extLst xmlns:a="http://schemas.openxmlformats.org/drawingml/2006/main">
              <a:ext uri="{FF2B5EF4-FFF2-40B4-BE49-F238E27FC236}">
                <a16:creationId xmlns:a16="http://schemas.microsoft.com/office/drawing/2014/main" id="{3D5C67F5-8F9A-4E36-88C9-4D1C3931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0" name="bootstrap-bottom-12x12-r7-c12">
            <a:extLst xmlns:a="http://schemas.openxmlformats.org/drawingml/2006/main">
              <a:ext uri="{FF2B5EF4-FFF2-40B4-BE49-F238E27FC236}">
                <a16:creationId xmlns:a16="http://schemas.microsoft.com/office/drawing/2014/main" id="{A7DD50D4-83B4-424B-897C-5A29151B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4387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1" name="bootstrap-bottom-12x12-r8-c1">
            <a:extLst xmlns:a="http://schemas.openxmlformats.org/drawingml/2006/main">
              <a:ext uri="{FF2B5EF4-FFF2-40B4-BE49-F238E27FC236}">
                <a16:creationId xmlns:a16="http://schemas.microsoft.com/office/drawing/2014/main" id="{A60B9F0A-CCE6-490B-92F9-CC35B4B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2" name="bootstrap-bottom-12x12-r8-c2">
            <a:extLst xmlns:a="http://schemas.openxmlformats.org/drawingml/2006/main">
              <a:ext uri="{FF2B5EF4-FFF2-40B4-BE49-F238E27FC236}">
                <a16:creationId xmlns:a16="http://schemas.microsoft.com/office/drawing/2014/main" id="{219A9D64-8ABD-4EE6-97EE-D8C07AAF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3" name="bootstrap-bottom-12x12-r8-c3">
            <a:extLst xmlns:a="http://schemas.openxmlformats.org/drawingml/2006/main">
              <a:ext uri="{FF2B5EF4-FFF2-40B4-BE49-F238E27FC236}">
                <a16:creationId xmlns:a16="http://schemas.microsoft.com/office/drawing/2014/main" id="{B205921C-B874-41C9-9B42-8DAD2424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4" name="bootstrap-bottom-12x12-r8-c4">
            <a:extLst xmlns:a="http://schemas.openxmlformats.org/drawingml/2006/main">
              <a:ext uri="{FF2B5EF4-FFF2-40B4-BE49-F238E27FC236}">
                <a16:creationId xmlns:a16="http://schemas.microsoft.com/office/drawing/2014/main" id="{58051D5D-F502-4D8B-B9A3-A4037DBC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5" name="bootstrap-bottom-12x12-r8-c5">
            <a:extLst xmlns:a="http://schemas.openxmlformats.org/drawingml/2006/main">
              <a:ext uri="{FF2B5EF4-FFF2-40B4-BE49-F238E27FC236}">
                <a16:creationId xmlns:a16="http://schemas.microsoft.com/office/drawing/2014/main" id="{71D36B96-6FFD-4ECE-A917-D545CB6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6" name="bootstrap-bottom-12x12-r8-c6">
            <a:extLst xmlns:a="http://schemas.openxmlformats.org/drawingml/2006/main">
              <a:ext uri="{FF2B5EF4-FFF2-40B4-BE49-F238E27FC236}">
                <a16:creationId xmlns:a16="http://schemas.microsoft.com/office/drawing/2014/main" id="{06251B2B-F31E-4598-8603-4136CED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7" name="bootstrap-bottom-12x12-r8-c7">
            <a:extLst xmlns:a="http://schemas.openxmlformats.org/drawingml/2006/main">
              <a:ext uri="{FF2B5EF4-FFF2-40B4-BE49-F238E27FC236}">
                <a16:creationId xmlns:a16="http://schemas.microsoft.com/office/drawing/2014/main" id="{420F6BAA-DFC3-4416-BF15-1A51F7D5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8" name="bootstrap-bottom-12x12-r8-c8">
            <a:extLst xmlns:a="http://schemas.openxmlformats.org/drawingml/2006/main">
              <a:ext uri="{FF2B5EF4-FFF2-40B4-BE49-F238E27FC236}">
                <a16:creationId xmlns:a16="http://schemas.microsoft.com/office/drawing/2014/main" id="{AB6A21D1-A796-454E-8818-2D4C5F5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49" name="bootstrap-bottom-12x12-r8-c9">
            <a:extLst xmlns:a="http://schemas.openxmlformats.org/drawingml/2006/main">
              <a:ext uri="{FF2B5EF4-FFF2-40B4-BE49-F238E27FC236}">
                <a16:creationId xmlns:a16="http://schemas.microsoft.com/office/drawing/2014/main" id="{ACB8B330-A4E3-4991-8109-D2374D1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0" name="bootstrap-bottom-12x12-r8-c10">
            <a:extLst xmlns:a="http://schemas.openxmlformats.org/drawingml/2006/main">
              <a:ext uri="{FF2B5EF4-FFF2-40B4-BE49-F238E27FC236}">
                <a16:creationId xmlns:a16="http://schemas.microsoft.com/office/drawing/2014/main" id="{B4CF67DE-E640-4A3C-80B5-E44EFF6E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1" name="bootstrap-bottom-12x12-r8-c11">
            <a:extLst xmlns:a="http://schemas.openxmlformats.org/drawingml/2006/main">
              <a:ext uri="{FF2B5EF4-FFF2-40B4-BE49-F238E27FC236}">
                <a16:creationId xmlns:a16="http://schemas.microsoft.com/office/drawing/2014/main" id="{6560D878-D984-499D-9AA2-EAC8932A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2" name="bootstrap-bottom-12x12-r8-c12">
            <a:extLst xmlns:a="http://schemas.openxmlformats.org/drawingml/2006/main">
              <a:ext uri="{FF2B5EF4-FFF2-40B4-BE49-F238E27FC236}">
                <a16:creationId xmlns:a16="http://schemas.microsoft.com/office/drawing/2014/main" id="{92F23D29-58FD-48F3-A2A9-955220D2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5276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3" name="bootstrap-bottom-12x12-r9-c1">
            <a:extLst xmlns:a="http://schemas.openxmlformats.org/drawingml/2006/main">
              <a:ext uri="{FF2B5EF4-FFF2-40B4-BE49-F238E27FC236}">
                <a16:creationId xmlns:a16="http://schemas.microsoft.com/office/drawing/2014/main" id="{B5DF0938-46A8-4354-81C3-62FFA339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4" name="bootstrap-bottom-12x12-r9-c2">
            <a:extLst xmlns:a="http://schemas.openxmlformats.org/drawingml/2006/main">
              <a:ext uri="{FF2B5EF4-FFF2-40B4-BE49-F238E27FC236}">
                <a16:creationId xmlns:a16="http://schemas.microsoft.com/office/drawing/2014/main" id="{15811E04-6878-41EE-9048-01BB4FEB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5" name="bootstrap-bottom-12x12-r9-c3">
            <a:extLst xmlns:a="http://schemas.openxmlformats.org/drawingml/2006/main">
              <a:ext uri="{FF2B5EF4-FFF2-40B4-BE49-F238E27FC236}">
                <a16:creationId xmlns:a16="http://schemas.microsoft.com/office/drawing/2014/main" id="{236ACB37-E939-4C66-B8C7-9660843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6" name="bootstrap-bottom-12x12-r9-c4">
            <a:extLst xmlns:a="http://schemas.openxmlformats.org/drawingml/2006/main">
              <a:ext uri="{FF2B5EF4-FFF2-40B4-BE49-F238E27FC236}">
                <a16:creationId xmlns:a16="http://schemas.microsoft.com/office/drawing/2014/main" id="{58ABF704-8485-4270-8996-C4B7B80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7" name="bootstrap-bottom-12x12-r9-c5">
            <a:extLst xmlns:a="http://schemas.openxmlformats.org/drawingml/2006/main">
              <a:ext uri="{FF2B5EF4-FFF2-40B4-BE49-F238E27FC236}">
                <a16:creationId xmlns:a16="http://schemas.microsoft.com/office/drawing/2014/main" id="{1117749D-EB98-411C-8460-6C6937EA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8" name="bootstrap-bottom-12x12-r9-c6">
            <a:extLst xmlns:a="http://schemas.openxmlformats.org/drawingml/2006/main">
              <a:ext uri="{FF2B5EF4-FFF2-40B4-BE49-F238E27FC236}">
                <a16:creationId xmlns:a16="http://schemas.microsoft.com/office/drawing/2014/main" id="{636A84C9-4D16-48C6-BF1F-10751A9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59" name="bootstrap-bottom-12x12-r9-c7">
            <a:extLst xmlns:a="http://schemas.openxmlformats.org/drawingml/2006/main">
              <a:ext uri="{FF2B5EF4-FFF2-40B4-BE49-F238E27FC236}">
                <a16:creationId xmlns:a16="http://schemas.microsoft.com/office/drawing/2014/main" id="{EA80DB53-9059-40E7-8A43-BA86B31D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0" name="bootstrap-bottom-12x12-r9-c8">
            <a:extLst xmlns:a="http://schemas.openxmlformats.org/drawingml/2006/main">
              <a:ext uri="{FF2B5EF4-FFF2-40B4-BE49-F238E27FC236}">
                <a16:creationId xmlns:a16="http://schemas.microsoft.com/office/drawing/2014/main" id="{05E23EBD-E4C3-4EEB-AD1C-0A13D7A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1" name="bootstrap-bottom-12x12-r9-c9">
            <a:extLst xmlns:a="http://schemas.openxmlformats.org/drawingml/2006/main">
              <a:ext uri="{FF2B5EF4-FFF2-40B4-BE49-F238E27FC236}">
                <a16:creationId xmlns:a16="http://schemas.microsoft.com/office/drawing/2014/main" id="{4EF98B35-234C-4DEE-8DE4-732F3C2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2" name="bootstrap-bottom-12x12-r9-c10">
            <a:extLst xmlns:a="http://schemas.openxmlformats.org/drawingml/2006/main">
              <a:ext uri="{FF2B5EF4-FFF2-40B4-BE49-F238E27FC236}">
                <a16:creationId xmlns:a16="http://schemas.microsoft.com/office/drawing/2014/main" id="{F5A66F5C-8687-4F6C-8C61-5C1A7B3E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3" name="bootstrap-bottom-12x12-r9-c11">
            <a:extLst xmlns:a="http://schemas.openxmlformats.org/drawingml/2006/main">
              <a:ext uri="{FF2B5EF4-FFF2-40B4-BE49-F238E27FC236}">
                <a16:creationId xmlns:a16="http://schemas.microsoft.com/office/drawing/2014/main" id="{88204507-2825-43C5-98EE-9EE7FCD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4" name="bootstrap-bottom-12x12-r9-c12">
            <a:extLst xmlns:a="http://schemas.openxmlformats.org/drawingml/2006/main">
              <a:ext uri="{FF2B5EF4-FFF2-40B4-BE49-F238E27FC236}">
                <a16:creationId xmlns:a16="http://schemas.microsoft.com/office/drawing/2014/main" id="{1C9B06BC-837F-458A-80DA-91B118E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6165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5" name="bootstrap-bottom-12x12-r10-c1">
            <a:extLst xmlns:a="http://schemas.openxmlformats.org/drawingml/2006/main">
              <a:ext uri="{FF2B5EF4-FFF2-40B4-BE49-F238E27FC236}">
                <a16:creationId xmlns:a16="http://schemas.microsoft.com/office/drawing/2014/main" id="{4A6109ED-0A03-49CA-92F9-8EB1458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6" name="bootstrap-bottom-12x12-r10-c2">
            <a:extLst xmlns:a="http://schemas.openxmlformats.org/drawingml/2006/main">
              <a:ext uri="{FF2B5EF4-FFF2-40B4-BE49-F238E27FC236}">
                <a16:creationId xmlns:a16="http://schemas.microsoft.com/office/drawing/2014/main" id="{BEF1DA26-2B2D-489C-B251-FEE589FA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7" name="bootstrap-bottom-12x12-r10-c3">
            <a:extLst xmlns:a="http://schemas.openxmlformats.org/drawingml/2006/main">
              <a:ext uri="{FF2B5EF4-FFF2-40B4-BE49-F238E27FC236}">
                <a16:creationId xmlns:a16="http://schemas.microsoft.com/office/drawing/2014/main" id="{53ABA173-8FFC-4746-A5D2-6F8CA233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8" name="bootstrap-bottom-12x12-r10-c4">
            <a:extLst xmlns:a="http://schemas.openxmlformats.org/drawingml/2006/main">
              <a:ext uri="{FF2B5EF4-FFF2-40B4-BE49-F238E27FC236}">
                <a16:creationId xmlns:a16="http://schemas.microsoft.com/office/drawing/2014/main" id="{B3CC485B-04F7-4E1C-9968-0761B8D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69" name="bootstrap-bottom-12x12-r10-c5">
            <a:extLst xmlns:a="http://schemas.openxmlformats.org/drawingml/2006/main">
              <a:ext uri="{FF2B5EF4-FFF2-40B4-BE49-F238E27FC236}">
                <a16:creationId xmlns:a16="http://schemas.microsoft.com/office/drawing/2014/main" id="{267A8E81-2C1C-440E-B8EC-4853C0AE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0" name="bootstrap-bottom-12x12-r10-c6">
            <a:extLst xmlns:a="http://schemas.openxmlformats.org/drawingml/2006/main">
              <a:ext uri="{FF2B5EF4-FFF2-40B4-BE49-F238E27FC236}">
                <a16:creationId xmlns:a16="http://schemas.microsoft.com/office/drawing/2014/main" id="{15B281FE-C662-411D-92CC-6D8157E3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1" name="bootstrap-bottom-12x12-r10-c7">
            <a:extLst xmlns:a="http://schemas.openxmlformats.org/drawingml/2006/main">
              <a:ext uri="{FF2B5EF4-FFF2-40B4-BE49-F238E27FC236}">
                <a16:creationId xmlns:a16="http://schemas.microsoft.com/office/drawing/2014/main" id="{7F934898-8DEB-4672-B61D-909DCFF4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2" name="bootstrap-bottom-12x12-r10-c8">
            <a:extLst xmlns:a="http://schemas.openxmlformats.org/drawingml/2006/main">
              <a:ext uri="{FF2B5EF4-FFF2-40B4-BE49-F238E27FC236}">
                <a16:creationId xmlns:a16="http://schemas.microsoft.com/office/drawing/2014/main" id="{FA39DE4F-6EF9-4F2E-9699-865C20C7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3" name="bootstrap-bottom-12x12-r10-c9">
            <a:extLst xmlns:a="http://schemas.openxmlformats.org/drawingml/2006/main">
              <a:ext uri="{FF2B5EF4-FFF2-40B4-BE49-F238E27FC236}">
                <a16:creationId xmlns:a16="http://schemas.microsoft.com/office/drawing/2014/main" id="{447E8D81-B2E5-42C6-A355-9E052415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4" name="bootstrap-bottom-12x12-r10-c10">
            <a:extLst xmlns:a="http://schemas.openxmlformats.org/drawingml/2006/main">
              <a:ext uri="{FF2B5EF4-FFF2-40B4-BE49-F238E27FC236}">
                <a16:creationId xmlns:a16="http://schemas.microsoft.com/office/drawing/2014/main" id="{37F2322F-D1F3-4085-8B1C-1F74CD2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5" name="bootstrap-bottom-12x12-r10-c11">
            <a:extLst xmlns:a="http://schemas.openxmlformats.org/drawingml/2006/main">
              <a:ext uri="{FF2B5EF4-FFF2-40B4-BE49-F238E27FC236}">
                <a16:creationId xmlns:a16="http://schemas.microsoft.com/office/drawing/2014/main" id="{E50C31EE-6E66-4206-A2C7-E99096D6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6" name="bootstrap-bottom-12x12-r10-c12">
            <a:extLst xmlns:a="http://schemas.openxmlformats.org/drawingml/2006/main">
              <a:ext uri="{FF2B5EF4-FFF2-40B4-BE49-F238E27FC236}">
                <a16:creationId xmlns:a16="http://schemas.microsoft.com/office/drawing/2014/main" id="{92098AA1-25E3-4FCC-8C91-6D055BAD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7054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7" name="bootstrap-bottom-12x12-r11-c1">
            <a:extLst xmlns:a="http://schemas.openxmlformats.org/drawingml/2006/main">
              <a:ext uri="{FF2B5EF4-FFF2-40B4-BE49-F238E27FC236}">
                <a16:creationId xmlns:a16="http://schemas.microsoft.com/office/drawing/2014/main" id="{E53086AC-D1A9-4B90-9174-9B1AD88A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8" name="bootstrap-bottom-12x12-r11-c2">
            <a:extLst xmlns:a="http://schemas.openxmlformats.org/drawingml/2006/main">
              <a:ext uri="{FF2B5EF4-FFF2-40B4-BE49-F238E27FC236}">
                <a16:creationId xmlns:a16="http://schemas.microsoft.com/office/drawing/2014/main" id="{B55CB614-FDE6-4860-B734-72D38F85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79" name="bootstrap-bottom-12x12-r11-c3">
            <a:extLst xmlns:a="http://schemas.openxmlformats.org/drawingml/2006/main">
              <a:ext uri="{FF2B5EF4-FFF2-40B4-BE49-F238E27FC236}">
                <a16:creationId xmlns:a16="http://schemas.microsoft.com/office/drawing/2014/main" id="{4B4711E5-63AD-4A49-9A26-18F36C24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0" name="bootstrap-bottom-12x12-r11-c4">
            <a:extLst xmlns:a="http://schemas.openxmlformats.org/drawingml/2006/main">
              <a:ext uri="{FF2B5EF4-FFF2-40B4-BE49-F238E27FC236}">
                <a16:creationId xmlns:a16="http://schemas.microsoft.com/office/drawing/2014/main" id="{1679DAFD-A87F-4F51-85E6-60D39754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1" name="bootstrap-bottom-12x12-r11-c5">
            <a:extLst xmlns:a="http://schemas.openxmlformats.org/drawingml/2006/main">
              <a:ext uri="{FF2B5EF4-FFF2-40B4-BE49-F238E27FC236}">
                <a16:creationId xmlns:a16="http://schemas.microsoft.com/office/drawing/2014/main" id="{5D08C065-5AD7-4C20-93B7-619BC93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2" name="bootstrap-bottom-12x12-r11-c6">
            <a:extLst xmlns:a="http://schemas.openxmlformats.org/drawingml/2006/main">
              <a:ext uri="{FF2B5EF4-FFF2-40B4-BE49-F238E27FC236}">
                <a16:creationId xmlns:a16="http://schemas.microsoft.com/office/drawing/2014/main" id="{8412EB33-ADB1-4EBD-8630-8745079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3" name="bootstrap-bottom-12x12-r11-c7">
            <a:extLst xmlns:a="http://schemas.openxmlformats.org/drawingml/2006/main">
              <a:ext uri="{FF2B5EF4-FFF2-40B4-BE49-F238E27FC236}">
                <a16:creationId xmlns:a16="http://schemas.microsoft.com/office/drawing/2014/main" id="{B8FE4DD7-AD1C-408E-B7FF-4C6BD94B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4" name="bootstrap-bottom-12x12-r11-c8">
            <a:extLst xmlns:a="http://schemas.openxmlformats.org/drawingml/2006/main">
              <a:ext uri="{FF2B5EF4-FFF2-40B4-BE49-F238E27FC236}">
                <a16:creationId xmlns:a16="http://schemas.microsoft.com/office/drawing/2014/main" id="{F08C340C-17BD-4948-8C70-2ACE284C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5" name="bootstrap-bottom-12x12-r11-c9">
            <a:extLst xmlns:a="http://schemas.openxmlformats.org/drawingml/2006/main">
              <a:ext uri="{FF2B5EF4-FFF2-40B4-BE49-F238E27FC236}">
                <a16:creationId xmlns:a16="http://schemas.microsoft.com/office/drawing/2014/main" id="{3D97241B-0224-4225-AE75-BB92B646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6" name="bootstrap-bottom-12x12-r11-c10">
            <a:extLst xmlns:a="http://schemas.openxmlformats.org/drawingml/2006/main">
              <a:ext uri="{FF2B5EF4-FFF2-40B4-BE49-F238E27FC236}">
                <a16:creationId xmlns:a16="http://schemas.microsoft.com/office/drawing/2014/main" id="{C27D1EDC-34CC-4448-88A8-C8AA9A4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7" name="bootstrap-bottom-12x12-r11-c11">
            <a:extLst xmlns:a="http://schemas.openxmlformats.org/drawingml/2006/main">
              <a:ext uri="{FF2B5EF4-FFF2-40B4-BE49-F238E27FC236}">
                <a16:creationId xmlns:a16="http://schemas.microsoft.com/office/drawing/2014/main" id="{E495A927-7B20-449B-8AF5-7F54B42D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8" name="bootstrap-bottom-12x12-r11-c12">
            <a:extLst xmlns:a="http://schemas.openxmlformats.org/drawingml/2006/main">
              <a:ext uri="{FF2B5EF4-FFF2-40B4-BE49-F238E27FC236}">
                <a16:creationId xmlns:a16="http://schemas.microsoft.com/office/drawing/2014/main" id="{C8D9D527-09CD-4746-B9D5-A6D51449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7943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89" name="bootstrap-bottom-12x12-r12-c1">
            <a:extLst xmlns:a="http://schemas.openxmlformats.org/drawingml/2006/main">
              <a:ext uri="{FF2B5EF4-FFF2-40B4-BE49-F238E27FC236}">
                <a16:creationId xmlns:a16="http://schemas.microsoft.com/office/drawing/2014/main" id="{A7D0C05D-B62E-4E38-ABB6-D1FBB6C8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0" name="bootstrap-bottom-12x12-r12-c2">
            <a:extLst xmlns:a="http://schemas.openxmlformats.org/drawingml/2006/main">
              <a:ext uri="{FF2B5EF4-FFF2-40B4-BE49-F238E27FC236}">
                <a16:creationId xmlns:a16="http://schemas.microsoft.com/office/drawing/2014/main" id="{0D91BB3D-8DAE-4EAE-BFD5-117ABEC1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1" name="bootstrap-bottom-12x12-r12-c3">
            <a:extLst xmlns:a="http://schemas.openxmlformats.org/drawingml/2006/main">
              <a:ext uri="{FF2B5EF4-FFF2-40B4-BE49-F238E27FC236}">
                <a16:creationId xmlns:a16="http://schemas.microsoft.com/office/drawing/2014/main" id="{939126FB-4B85-427E-8FF7-F8F14FBC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2" name="bootstrap-bottom-12x12-r12-c4">
            <a:extLst xmlns:a="http://schemas.openxmlformats.org/drawingml/2006/main">
              <a:ext uri="{FF2B5EF4-FFF2-40B4-BE49-F238E27FC236}">
                <a16:creationId xmlns:a16="http://schemas.microsoft.com/office/drawing/2014/main" id="{182E5C53-5397-4020-82E7-ADC5159C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672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3" name="bootstrap-bottom-12x12-r12-c5">
            <a:extLst xmlns:a="http://schemas.openxmlformats.org/drawingml/2006/main">
              <a:ext uri="{FF2B5EF4-FFF2-40B4-BE49-F238E27FC236}">
                <a16:creationId xmlns:a16="http://schemas.microsoft.com/office/drawing/2014/main" id="{F34DA077-0B2A-4C1B-8172-F09005EA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4" name="bootstrap-bottom-12x12-r12-c6">
            <a:extLst xmlns:a="http://schemas.openxmlformats.org/drawingml/2006/main">
              <a:ext uri="{FF2B5EF4-FFF2-40B4-BE49-F238E27FC236}">
                <a16:creationId xmlns:a16="http://schemas.microsoft.com/office/drawing/2014/main" id="{0CB32C3D-78C6-494C-8258-D0112E8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4A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5" name="bootstrap-bottom-12x12-r12-c7">
            <a:extLst xmlns:a="http://schemas.openxmlformats.org/drawingml/2006/main">
              <a:ext uri="{FF2B5EF4-FFF2-40B4-BE49-F238E27FC236}">
                <a16:creationId xmlns:a16="http://schemas.microsoft.com/office/drawing/2014/main" id="{E050EC57-20AC-4471-933F-B0CA679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6" name="bootstrap-bottom-12x12-r12-c8">
            <a:extLst xmlns:a="http://schemas.openxmlformats.org/drawingml/2006/main">
              <a:ext uri="{FF2B5EF4-FFF2-40B4-BE49-F238E27FC236}">
                <a16:creationId xmlns:a16="http://schemas.microsoft.com/office/drawing/2014/main" id="{2900E127-F313-4BC2-881F-C9F2ED9F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5DA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7" name="bootstrap-bottom-12x12-r12-c9">
            <a:extLst xmlns:a="http://schemas.openxmlformats.org/drawingml/2006/main">
              <a:ext uri="{FF2B5EF4-FFF2-40B4-BE49-F238E27FC236}">
                <a16:creationId xmlns:a16="http://schemas.microsoft.com/office/drawing/2014/main" id="{B14A7D23-C2E1-4B3D-9D51-4FEAC917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8" name="bootstrap-bottom-12x12-r12-c10">
            <a:extLst xmlns:a="http://schemas.openxmlformats.org/drawingml/2006/main">
              <a:ext uri="{FF2B5EF4-FFF2-40B4-BE49-F238E27FC236}">
                <a16:creationId xmlns:a16="http://schemas.microsoft.com/office/drawing/2014/main" id="{950BAD74-8AF7-477F-A3EE-3CBBA59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699" name="bootstrap-bottom-12x12-r12-c11">
            <a:extLst xmlns:a="http://schemas.openxmlformats.org/drawingml/2006/main">
              <a:ext uri="{FF2B5EF4-FFF2-40B4-BE49-F238E27FC236}">
                <a16:creationId xmlns:a16="http://schemas.microsoft.com/office/drawing/2014/main" id="{61D454B6-E887-4B72-9A94-B939B575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00" name="bootstrap-bottom-12x12-r12-c12">
            <a:extLst xmlns:a="http://schemas.openxmlformats.org/drawingml/2006/main">
              <a:ext uri="{FF2B5EF4-FFF2-40B4-BE49-F238E27FC236}">
                <a16:creationId xmlns:a16="http://schemas.microsoft.com/office/drawing/2014/main" id="{4BCC653E-ED08-4950-9117-17E60FB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883275"/>
            <a:ext cx="89853" cy="8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8"/>
          </a:solidFill>
          <a:ln xmlns:a="http://schemas.openxmlformats.org/drawingml/2006/main" w="3334">
            <a:solidFill>
              <a:srgbClr val="FFFFFF"/>
            </a:solidFill>
            <a:prstDash val="solid"/>
          </a:ln>
        </p:spPr>
      </p:sp>
      <p:sp>
        <p:nvSpPr>
          <p:cNvPr id="701" name="ellipsis-1">
            <a:extLst xmlns:a="http://schemas.openxmlformats.org/drawingml/2006/main">
              <a:ext uri="{FF2B5EF4-FFF2-40B4-BE49-F238E27FC236}">
                <a16:creationId xmlns:a16="http://schemas.microsoft.com/office/drawing/2014/main" id="{A1914644-6F08-4928-809D-D1E5AF2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2" name="ellipsis-2">
            <a:extLst xmlns:a="http://schemas.openxmlformats.org/drawingml/2006/main">
              <a:ext uri="{FF2B5EF4-FFF2-40B4-BE49-F238E27FC236}">
                <a16:creationId xmlns:a16="http://schemas.microsoft.com/office/drawing/2014/main" id="{4494EB34-047A-44F4-AF88-1CCBDFA0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ellipsis-3">
            <a:extLst xmlns:a="http://schemas.openxmlformats.org/drawingml/2006/main">
              <a:ext uri="{FF2B5EF4-FFF2-40B4-BE49-F238E27FC236}">
                <a16:creationId xmlns:a16="http://schemas.microsoft.com/office/drawing/2014/main" id="{86530B66-8691-412D-A58A-1ACD51B2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71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992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2026-08-18T12:29:22.3270000Z</dcterms:created>
  <dcterms:modified xsi:type="dcterms:W3CDTF">2026-08-18T12:29:22.3270000Z</dcterms:modified>
</coreProperties>
</file>