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891a3980705440d" /><Relationship Type="http://schemas.openxmlformats.org/officeDocument/2006/relationships/extended-properties" Target="/docProps/app.xml" Id="Rb41acf1e3fdd47f0" /><Relationship Type="http://schemas.openxmlformats.org/officeDocument/2006/relationships/officeDocument" Target="/ppt/presentation.xml" Id="Rcfe9a51ebaf643a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8d4cd2b18d442c2"/>
  </p:sldMasterIdLst>
  <p:notesMasterIdLst>
    <p:notesMasterId xmlns:r="http://schemas.openxmlformats.org/officeDocument/2006/relationships" r:id="R8e2d1d554d624bfe"/>
  </p:notesMasterIdLst>
  <p:sldIdLst>
    <p:sldId xmlns:r="http://schemas.openxmlformats.org/officeDocument/2006/relationships" id="256" r:id="R5379d85c91f8469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725044fadf847cc" /><Relationship Type="http://schemas.openxmlformats.org/officeDocument/2006/relationships/slideMaster" Target="/ppt/slideMasters/slideMaster1.xml" Id="Ra8d4cd2b18d442c2" /><Relationship Type="http://schemas.openxmlformats.org/officeDocument/2006/relationships/notesMaster" Target="/ppt/notesMasters/notesMaster1.xml" Id="R8e2d1d554d624bfe" /><Relationship Type="http://schemas.openxmlformats.org/officeDocument/2006/relationships/presProps" Target="/ppt/presProps.xml" Id="R4a293143297b4920" /><Relationship Type="http://schemas.openxmlformats.org/officeDocument/2006/relationships/tableStyles" Target="/ppt/tableStyles.xml" Id="R7b29b59da0a848bb" /><Relationship Type="http://schemas.openxmlformats.org/officeDocument/2006/relationships/slide" Target="/ppt/slides/slide1.xml" Id="R5379d85c91f8469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4267a87ff3e4d5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cda5d32cb434136" /><Relationship Type="http://schemas.openxmlformats.org/officeDocument/2006/relationships/notesMaster" Target="/ppt/notesMasters/notesMaster1.xml" Id="Rb6d413bed418443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reference image: codex-clipboard-8bee9934-b9f9-4d97-8716-31d90bce09f8.png</a:t>
            </a:r>
          </a:p>
          <a:p xmlns:a="http://schemas.openxmlformats.org/drawingml/2006/main">
            <a:r>
              <a:t>- The original blue/green/red color regions were retained as anchors and bilinearly interpolated into finer grids. The main diagonal remains pure white and every matrix remains exactly symmetric.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f07ee2a5c44cd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7c5fe02a4f94b18" /><Relationship Type="http://schemas.openxmlformats.org/officeDocument/2006/relationships/slideLayout" Target="/ppt/slideLayouts/slideLayout1.xml" Id="R30facb8bc142475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0facb8bc142475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55ac2404f74000" /><Relationship Type="http://schemas.openxmlformats.org/officeDocument/2006/relationships/notesSlide" Target="/ppt/notesSlides/notesSlide1.xml" Id="Rdf46c27d7d354d2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4" name="bootstrap-panel">
            <a:extLst xmlns:a="http://schemas.openxmlformats.org/drawingml/2006/main">
              <a:ext uri="{FF2B5EF4-FFF2-40B4-BE49-F238E27FC236}">
                <a16:creationId xmlns:a16="http://schemas.microsoft.com/office/drawing/2014/main" id="{EE950EDA-B712-43E7-84DB-00B6D1CD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19100"/>
            <a:ext cx="11468100" cy="6076950"/>
          </a:xfrm>
          <a:prstGeom xmlns:a="http://schemas.openxmlformats.org/drawingml/2006/main" prst="roundRect">
            <a:avLst>
              <a:gd name="adj" fmla="val 8464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ource-to-top">
            <a:extLst xmlns:a="http://schemas.openxmlformats.org/drawingml/2006/main">
              <a:ext uri="{FF2B5EF4-FFF2-40B4-BE49-F238E27FC236}">
                <a16:creationId xmlns:a16="http://schemas.microsoft.com/office/drawing/2014/main" id="{57761959-BE47-4A9D-858F-1A5E2EE2A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680000">
            <a:off x="3714750" y="2076450"/>
            <a:ext cx="16192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8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ource-to-middle">
            <a:extLst xmlns:a="http://schemas.openxmlformats.org/drawingml/2006/main">
              <a:ext uri="{FF2B5EF4-FFF2-40B4-BE49-F238E27FC236}">
                <a16:creationId xmlns:a16="http://schemas.microsoft.com/office/drawing/2014/main" id="{F1BE5843-5EE7-49BA-9544-88EDF4DE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0000" y="3257550"/>
            <a:ext cx="138112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8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ource-to-bottom">
            <a:extLst xmlns:a="http://schemas.openxmlformats.org/drawingml/2006/main">
              <a:ext uri="{FF2B5EF4-FFF2-40B4-BE49-F238E27FC236}">
                <a16:creationId xmlns:a16="http://schemas.microsoft.com/office/drawing/2014/main" id="{4DE5472A-7DF7-4913-8E28-5879CD2BA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80000">
            <a:off x="3714750" y="4457700"/>
            <a:ext cx="16192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8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metric-to-top">
            <a:extLst xmlns:a="http://schemas.openxmlformats.org/drawingml/2006/main">
              <a:ext uri="{FF2B5EF4-FFF2-40B4-BE49-F238E27FC236}">
                <a16:creationId xmlns:a16="http://schemas.microsoft.com/office/drawing/2014/main" id="{446B3386-E186-4B16-9AB0-5B0A51E76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680000">
            <a:off x="7143750" y="2076450"/>
            <a:ext cx="1619250" cy="2667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18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etric-to-middle">
            <a:extLst xmlns:a="http://schemas.openxmlformats.org/drawingml/2006/main">
              <a:ext uri="{FF2B5EF4-FFF2-40B4-BE49-F238E27FC236}">
                <a16:creationId xmlns:a16="http://schemas.microsoft.com/office/drawing/2014/main" id="{765F36C0-D78F-49B4-B74F-6FF0278B6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58050" y="3257550"/>
            <a:ext cx="1428750" cy="2667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18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metric-to-bottom">
            <a:extLst xmlns:a="http://schemas.openxmlformats.org/drawingml/2006/main">
              <a:ext uri="{FF2B5EF4-FFF2-40B4-BE49-F238E27FC236}">
                <a16:creationId xmlns:a16="http://schemas.microsoft.com/office/drawing/2014/main" id="{B815AFA8-BDE1-4597-B66F-9F886217B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80000">
            <a:off x="7143750" y="4457700"/>
            <a:ext cx="1619250" cy="2667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18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igure-title">
            <a:extLst xmlns:a="http://schemas.openxmlformats.org/drawingml/2006/main">
              <a:ext uri="{FF2B5EF4-FFF2-40B4-BE49-F238E27FC236}">
                <a16:creationId xmlns:a16="http://schemas.microsoft.com/office/drawing/2014/main" id="{EEB1EA17-2132-4B65-8784-659022E13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619125"/>
            <a:ext cx="9429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182126"/>
                </a:solidFill>
              </a:defRPr>
            </a:pPr>
            <a:r>
              <a:rPr sz="3300" b="1">
                <a:solidFill>
                  <a:srgbClr val="182126"/>
                </a:solidFill>
              </a:rPr>
              <a:t>Bootstrap resampling &amp; PERMANOVA</a:t>
            </a:r>
          </a:p>
        </p:txBody>
      </p:sp>
      <p:sp>
        <p:nvSpPr>
          <p:cNvPr id="9" name="omega-squared">
            <a:extLst xmlns:a="http://schemas.openxmlformats.org/drawingml/2006/main">
              <a:ext uri="{FF2B5EF4-FFF2-40B4-BE49-F238E27FC236}">
                <a16:creationId xmlns:a16="http://schemas.microsoft.com/office/drawing/2014/main" id="{3C8C066C-D110-4350-B5B7-F1060446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62250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450" b="0">
                <a:solidFill>
                  <a:srgbClr val="182126"/>
                </a:solidFill>
              </a:defRPr>
            </a:pPr>
            <a:r>
              <a:rPr sz="3450" b="0">
                <a:solidFill>
                  <a:srgbClr val="182126"/>
                </a:solidFill>
              </a:rPr>
              <a:t>ω²</a:t>
            </a:r>
          </a:p>
        </p:txBody>
      </p:sp>
      <p:sp>
        <p:nvSpPr>
          <p:cNvPr id="10" name="p-value">
            <a:extLst xmlns:a="http://schemas.openxmlformats.org/drawingml/2006/main">
              <a:ext uri="{FF2B5EF4-FFF2-40B4-BE49-F238E27FC236}">
                <a16:creationId xmlns:a16="http://schemas.microsoft.com/office/drawing/2014/main" id="{1CFC9B98-DB2D-4138-99DE-12DD04732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33375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0">
                <a:solidFill>
                  <a:srgbClr val="182126"/>
                </a:solidFill>
              </a:defRPr>
            </a:pPr>
            <a:r>
              <a:rPr sz="3150" b="0">
                <a:solidFill>
                  <a:srgbClr val="182126"/>
                </a:solidFill>
              </a:rPr>
              <a:t>p value</a:t>
            </a:r>
          </a:p>
        </p:txBody>
      </p:sp>
      <p:sp>
        <p:nvSpPr>
          <p:cNvPr id="11" name="repeat-symbol">
            <a:extLst xmlns:a="http://schemas.openxmlformats.org/drawingml/2006/main">
              <a:ext uri="{FF2B5EF4-FFF2-40B4-BE49-F238E27FC236}">
                <a16:creationId xmlns:a16="http://schemas.microsoft.com/office/drawing/2014/main" id="{880A3B31-ADED-465B-924A-625D1032A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3405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750" b="0">
                <a:solidFill>
                  <a:srgbClr val="39474C"/>
                </a:solidFill>
              </a:defRPr>
            </a:pPr>
            <a:r>
              <a:rPr sz="3750" b="0">
                <a:solidFill>
                  <a:srgbClr val="39474C"/>
                </a:solidFill>
              </a:rPr>
              <a:t>↻</a:t>
            </a:r>
          </a:p>
        </p:txBody>
      </p:sp>
      <p:sp>
        <p:nvSpPr>
          <p:cNvPr id="12" name="iteration-label">
            <a:extLst xmlns:a="http://schemas.openxmlformats.org/drawingml/2006/main">
              <a:ext uri="{FF2B5EF4-FFF2-40B4-BE49-F238E27FC236}">
                <a16:creationId xmlns:a16="http://schemas.microsoft.com/office/drawing/2014/main" id="{8468BFBC-18A2-48D1-B161-3278181A4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810250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0">
                <a:solidFill>
                  <a:srgbClr val="182126"/>
                </a:solidFill>
              </a:defRPr>
            </a:pPr>
            <a:r>
              <a:rPr sz="2850" b="0">
                <a:solidFill>
                  <a:srgbClr val="182126"/>
                </a:solidFill>
              </a:rPr>
              <a:t>B = 500 iterations</a:t>
            </a:r>
          </a:p>
        </p:txBody>
      </p:sp>
      <p:sp>
        <p:nvSpPr>
          <p:cNvPr id="13" name="source-20x20-r1-c1">
            <a:extLst xmlns:a="http://schemas.openxmlformats.org/drawingml/2006/main">
              <a:ext uri="{FF2B5EF4-FFF2-40B4-BE49-F238E27FC236}">
                <a16:creationId xmlns:a16="http://schemas.microsoft.com/office/drawing/2014/main" id="{03F737F3-B5B2-4106-A0EE-610418A90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47650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CDD5D9"/>
            </a:solidFill>
            <a:prstDash val="solid"/>
          </a:ln>
        </p:spPr>
      </p:sp>
      <p:sp>
        <p:nvSpPr>
          <p:cNvPr id="14" name="source-20x20-r1-c2">
            <a:extLst xmlns:a="http://schemas.openxmlformats.org/drawingml/2006/main">
              <a:ext uri="{FF2B5EF4-FFF2-40B4-BE49-F238E27FC236}">
                <a16:creationId xmlns:a16="http://schemas.microsoft.com/office/drawing/2014/main" id="{337966DE-7B20-43A9-9E2C-BF8C19BF6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" y="247650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DBE4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15" name="source-20x20-r1-c3">
            <a:extLst xmlns:a="http://schemas.openxmlformats.org/drawingml/2006/main">
              <a:ext uri="{FF2B5EF4-FFF2-40B4-BE49-F238E27FC236}">
                <a16:creationId xmlns:a16="http://schemas.microsoft.com/office/drawing/2014/main" id="{70372864-ECEE-4E1E-B065-FF2D7E81F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" y="247650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B7C8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16" name="source-20x20-r1-c4">
            <a:extLst xmlns:a="http://schemas.openxmlformats.org/drawingml/2006/main">
              <a:ext uri="{FF2B5EF4-FFF2-40B4-BE49-F238E27FC236}">
                <a16:creationId xmlns:a16="http://schemas.microsoft.com/office/drawing/2014/main" id="{9CF19DAD-5BA0-48E6-A55E-1FBBB5112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665" y="247650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A1B9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17" name="source-20x20-r1-c5">
            <a:extLst xmlns:a="http://schemas.openxmlformats.org/drawingml/2006/main">
              <a:ext uri="{FF2B5EF4-FFF2-40B4-BE49-F238E27FC236}">
                <a16:creationId xmlns:a16="http://schemas.microsoft.com/office/drawing/2014/main" id="{7B3FF412-A228-428E-986B-5DDEEBFBA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45" y="247650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B0C7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18" name="source-20x20-r1-c6">
            <a:extLst xmlns:a="http://schemas.openxmlformats.org/drawingml/2006/main">
              <a:ext uri="{FF2B5EF4-FFF2-40B4-BE49-F238E27FC236}">
                <a16:creationId xmlns:a16="http://schemas.microsoft.com/office/drawing/2014/main" id="{175C25C4-476F-437E-A5F4-DB436B4E1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247650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BFD4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19" name="source-20x20-r1-c7">
            <a:extLst xmlns:a="http://schemas.openxmlformats.org/drawingml/2006/main">
              <a:ext uri="{FF2B5EF4-FFF2-40B4-BE49-F238E27FC236}">
                <a16:creationId xmlns:a16="http://schemas.microsoft.com/office/drawing/2014/main" id="{AF43B15F-F75F-4CDE-97EC-B39E4CA84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0705" y="247650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CDF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20" name="source-20x20-r1-c8">
            <a:extLst xmlns:a="http://schemas.openxmlformats.org/drawingml/2006/main">
              <a:ext uri="{FF2B5EF4-FFF2-40B4-BE49-F238E27FC236}">
                <a16:creationId xmlns:a16="http://schemas.microsoft.com/office/drawing/2014/main" id="{A49C2502-2AA2-4B91-BF1F-00FFABF14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7385" y="247650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BD9E8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21" name="source-20x20-r1-c9">
            <a:extLst xmlns:a="http://schemas.openxmlformats.org/drawingml/2006/main">
              <a:ext uri="{FF2B5EF4-FFF2-40B4-BE49-F238E27FC236}">
                <a16:creationId xmlns:a16="http://schemas.microsoft.com/office/drawing/2014/main" id="{98E089BD-1630-47F9-9C96-0CACE8E2A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4065" y="247650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E6F1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22" name="source-20x20-r1-c10">
            <a:extLst xmlns:a="http://schemas.openxmlformats.org/drawingml/2006/main">
              <a:ext uri="{FF2B5EF4-FFF2-40B4-BE49-F238E27FC236}">
                <a16:creationId xmlns:a16="http://schemas.microsoft.com/office/drawing/2014/main" id="{E896C2BC-E941-4D97-957D-B55C46BCC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0745" y="247650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8E0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23" name="source-20x20-r1-c11">
            <a:extLst xmlns:a="http://schemas.openxmlformats.org/drawingml/2006/main">
              <a:ext uri="{FF2B5EF4-FFF2-40B4-BE49-F238E27FC236}">
                <a16:creationId xmlns:a16="http://schemas.microsoft.com/office/drawing/2014/main" id="{9C4C847F-F1B9-48DA-AD2D-C9D9AEE7A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47650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E9CB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24" name="source-20x20-r1-c12">
            <a:extLst xmlns:a="http://schemas.openxmlformats.org/drawingml/2006/main">
              <a:ext uri="{FF2B5EF4-FFF2-40B4-BE49-F238E27FC236}">
                <a16:creationId xmlns:a16="http://schemas.microsoft.com/office/drawing/2014/main" id="{3937F814-ACC7-45D5-992D-36DA9BA15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4105" y="247650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E8B6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25" name="source-20x20-r1-c13">
            <a:extLst xmlns:a="http://schemas.openxmlformats.org/drawingml/2006/main">
              <a:ext uri="{FF2B5EF4-FFF2-40B4-BE49-F238E27FC236}">
                <a16:creationId xmlns:a16="http://schemas.microsoft.com/office/drawing/2014/main" id="{DF36D247-4FCB-4DD7-B4D4-EF0888730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0785" y="247650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DEA0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26" name="source-20x20-r1-c14">
            <a:extLst xmlns:a="http://schemas.openxmlformats.org/drawingml/2006/main">
              <a:ext uri="{FF2B5EF4-FFF2-40B4-BE49-F238E27FC236}">
                <a16:creationId xmlns:a16="http://schemas.microsoft.com/office/drawing/2014/main" id="{38AEFC4A-0222-4245-B0F1-05A6B8791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7465" y="247650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D48A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27" name="source-20x20-r1-c15">
            <a:extLst xmlns:a="http://schemas.openxmlformats.org/drawingml/2006/main">
              <a:ext uri="{FF2B5EF4-FFF2-40B4-BE49-F238E27FC236}">
                <a16:creationId xmlns:a16="http://schemas.microsoft.com/office/drawing/2014/main" id="{9665017D-0576-4B24-AD6A-44B333553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4145" y="247650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8C779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28" name="source-20x20-r1-c16">
            <a:extLst xmlns:a="http://schemas.openxmlformats.org/drawingml/2006/main">
              <a:ext uri="{FF2B5EF4-FFF2-40B4-BE49-F238E27FC236}">
                <a16:creationId xmlns:a16="http://schemas.microsoft.com/office/drawing/2014/main" id="{2EF41506-9B71-4B00-BEFD-0FA810D86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47650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B670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29" name="source-20x20-r1-c17">
            <a:extLst xmlns:a="http://schemas.openxmlformats.org/drawingml/2006/main">
              <a:ext uri="{FF2B5EF4-FFF2-40B4-BE49-F238E27FC236}">
                <a16:creationId xmlns:a16="http://schemas.microsoft.com/office/drawing/2014/main" id="{82497EA4-67B6-48F8-9145-B7CF8CE55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7505" y="247650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A567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30" name="source-20x20-r1-c18">
            <a:extLst xmlns:a="http://schemas.openxmlformats.org/drawingml/2006/main">
              <a:ext uri="{FF2B5EF4-FFF2-40B4-BE49-F238E27FC236}">
                <a16:creationId xmlns:a16="http://schemas.microsoft.com/office/drawing/2014/main" id="{79F8C283-BFD5-4DF0-AB29-8C96C17AC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4185" y="247650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75C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31" name="source-20x20-r1-c19">
            <a:extLst xmlns:a="http://schemas.openxmlformats.org/drawingml/2006/main">
              <a:ext uri="{FF2B5EF4-FFF2-40B4-BE49-F238E27FC236}">
                <a16:creationId xmlns:a16="http://schemas.microsoft.com/office/drawing/2014/main" id="{C5B96A52-B606-4734-9AA4-5B9F4FAAF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0865" y="247650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B50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32" name="source-20x20-r1-c20">
            <a:extLst xmlns:a="http://schemas.openxmlformats.org/drawingml/2006/main">
              <a:ext uri="{FF2B5EF4-FFF2-40B4-BE49-F238E27FC236}">
                <a16:creationId xmlns:a16="http://schemas.microsoft.com/office/drawing/2014/main" id="{633275EF-FA49-4E08-BC74-8B3BD97FD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7545" y="247650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45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33" name="source-20x20-r2-c1">
            <a:extLst xmlns:a="http://schemas.openxmlformats.org/drawingml/2006/main">
              <a:ext uri="{FF2B5EF4-FFF2-40B4-BE49-F238E27FC236}">
                <a16:creationId xmlns:a16="http://schemas.microsoft.com/office/drawing/2014/main" id="{269CADFA-10AC-4ED2-AB77-F6EF9D18F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58318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DBE4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34" name="source-20x20-r2-c2">
            <a:extLst xmlns:a="http://schemas.openxmlformats.org/drawingml/2006/main">
              <a:ext uri="{FF2B5EF4-FFF2-40B4-BE49-F238E27FC236}">
                <a16:creationId xmlns:a16="http://schemas.microsoft.com/office/drawing/2014/main" id="{EC89E125-39EB-48BF-814A-094F9B1A5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" y="258318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CDD5D9"/>
            </a:solidFill>
            <a:prstDash val="solid"/>
          </a:ln>
        </p:spPr>
      </p:sp>
      <p:sp>
        <p:nvSpPr>
          <p:cNvPr id="35" name="source-20x20-r2-c3">
            <a:extLst xmlns:a="http://schemas.openxmlformats.org/drawingml/2006/main">
              <a:ext uri="{FF2B5EF4-FFF2-40B4-BE49-F238E27FC236}">
                <a16:creationId xmlns:a16="http://schemas.microsoft.com/office/drawing/2014/main" id="{4F29808D-AAF0-4748-8F4E-0968504DD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" y="258318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C8D5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36" name="source-20x20-r2-c4">
            <a:extLst xmlns:a="http://schemas.openxmlformats.org/drawingml/2006/main">
              <a:ext uri="{FF2B5EF4-FFF2-40B4-BE49-F238E27FC236}">
                <a16:creationId xmlns:a16="http://schemas.microsoft.com/office/drawing/2014/main" id="{8D183168-42F0-45DE-ABA4-447282580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665" y="258318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0D0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37" name="source-20x20-r2-c5">
            <a:extLst xmlns:a="http://schemas.openxmlformats.org/drawingml/2006/main">
              <a:ext uri="{FF2B5EF4-FFF2-40B4-BE49-F238E27FC236}">
                <a16:creationId xmlns:a16="http://schemas.microsoft.com/office/drawing/2014/main" id="{26F67309-6B74-4524-95F2-39E664E8A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45" y="258318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BCCE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38" name="source-20x20-r2-c6">
            <a:extLst xmlns:a="http://schemas.openxmlformats.org/drawingml/2006/main">
              <a:ext uri="{FF2B5EF4-FFF2-40B4-BE49-F238E27FC236}">
                <a16:creationId xmlns:a16="http://schemas.microsoft.com/office/drawing/2014/main" id="{C2A694CA-EB12-476E-8449-454AC8463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258318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B8CD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39" name="source-20x20-r2-c7">
            <a:extLst xmlns:a="http://schemas.openxmlformats.org/drawingml/2006/main">
              <a:ext uri="{FF2B5EF4-FFF2-40B4-BE49-F238E27FC236}">
                <a16:creationId xmlns:a16="http://schemas.microsoft.com/office/drawing/2014/main" id="{555DF28D-F036-4B16-87D9-63E011174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0705" y="258318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BED2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40" name="source-20x20-r2-c8">
            <a:extLst xmlns:a="http://schemas.openxmlformats.org/drawingml/2006/main">
              <a:ext uri="{FF2B5EF4-FFF2-40B4-BE49-F238E27FC236}">
                <a16:creationId xmlns:a16="http://schemas.microsoft.com/office/drawing/2014/main" id="{E98901BD-7E85-4F6A-8F7B-B4F81CBDA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7385" y="258318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CCDD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41" name="source-20x20-r2-c9">
            <a:extLst xmlns:a="http://schemas.openxmlformats.org/drawingml/2006/main">
              <a:ext uri="{FF2B5EF4-FFF2-40B4-BE49-F238E27FC236}">
                <a16:creationId xmlns:a16="http://schemas.microsoft.com/office/drawing/2014/main" id="{507E784D-A5C0-49D6-A07F-932EB41CA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4065" y="258318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BD9E8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42" name="source-20x20-r2-c10">
            <a:extLst xmlns:a="http://schemas.openxmlformats.org/drawingml/2006/main">
              <a:ext uri="{FF2B5EF4-FFF2-40B4-BE49-F238E27FC236}">
                <a16:creationId xmlns:a16="http://schemas.microsoft.com/office/drawing/2014/main" id="{33CB3780-8641-4890-B22A-CB0C7B723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0745" y="258318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DCD3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43" name="source-20x20-r2-c11">
            <a:extLst xmlns:a="http://schemas.openxmlformats.org/drawingml/2006/main">
              <a:ext uri="{FF2B5EF4-FFF2-40B4-BE49-F238E27FC236}">
                <a16:creationId xmlns:a16="http://schemas.microsoft.com/office/drawing/2014/main" id="{DFF03693-77DE-4134-A403-E09B4466B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58318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DEB9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44" name="source-20x20-r2-c12">
            <a:extLst xmlns:a="http://schemas.openxmlformats.org/drawingml/2006/main">
              <a:ext uri="{FF2B5EF4-FFF2-40B4-BE49-F238E27FC236}">
                <a16:creationId xmlns:a16="http://schemas.microsoft.com/office/drawing/2014/main" id="{0DDAA38E-A0A0-4A3B-9DB4-0E0640A28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4105" y="258318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DDA0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45" name="source-20x20-r2-c13">
            <a:extLst xmlns:a="http://schemas.openxmlformats.org/drawingml/2006/main">
              <a:ext uri="{FF2B5EF4-FFF2-40B4-BE49-F238E27FC236}">
                <a16:creationId xmlns:a16="http://schemas.microsoft.com/office/drawing/2014/main" id="{BEB84B40-0F1A-4773-84ED-7C92CCB6A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0785" y="258318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D18F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46" name="source-20x20-r2-c14">
            <a:extLst xmlns:a="http://schemas.openxmlformats.org/drawingml/2006/main">
              <a:ext uri="{FF2B5EF4-FFF2-40B4-BE49-F238E27FC236}">
                <a16:creationId xmlns:a16="http://schemas.microsoft.com/office/drawing/2014/main" id="{DE3AD34C-3BA2-4C0D-89FD-8E3588186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7465" y="258318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8C47E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47" name="source-20x20-r2-c15">
            <a:extLst xmlns:a="http://schemas.openxmlformats.org/drawingml/2006/main">
              <a:ext uri="{FF2B5EF4-FFF2-40B4-BE49-F238E27FC236}">
                <a16:creationId xmlns:a16="http://schemas.microsoft.com/office/drawing/2014/main" id="{FD54FA3D-0E8E-4ED3-85EA-D6D9A8DA5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4145" y="258318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B66F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48" name="source-20x20-r2-c16">
            <a:extLst xmlns:a="http://schemas.openxmlformats.org/drawingml/2006/main">
              <a:ext uri="{FF2B5EF4-FFF2-40B4-BE49-F238E27FC236}">
                <a16:creationId xmlns:a16="http://schemas.microsoft.com/office/drawing/2014/main" id="{ACC58F17-85A7-4112-A08C-102209C13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58318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A765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49" name="source-20x20-r2-c17">
            <a:extLst xmlns:a="http://schemas.openxmlformats.org/drawingml/2006/main">
              <a:ext uri="{FF2B5EF4-FFF2-40B4-BE49-F238E27FC236}">
                <a16:creationId xmlns:a16="http://schemas.microsoft.com/office/drawing/2014/main" id="{6AB0EA92-BC73-4CA8-BF4C-EA96F3EE5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7505" y="258318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85B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50" name="source-20x20-r2-c18">
            <a:extLst xmlns:a="http://schemas.openxmlformats.org/drawingml/2006/main">
              <a:ext uri="{FF2B5EF4-FFF2-40B4-BE49-F238E27FC236}">
                <a16:creationId xmlns:a16="http://schemas.microsoft.com/office/drawing/2014/main" id="{609E42DF-D555-4437-8A48-8D1AFCF38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4185" y="258318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8A54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51" name="source-20x20-r2-c19">
            <a:extLst xmlns:a="http://schemas.openxmlformats.org/drawingml/2006/main">
              <a:ext uri="{FF2B5EF4-FFF2-40B4-BE49-F238E27FC236}">
                <a16:creationId xmlns:a16="http://schemas.microsoft.com/office/drawing/2014/main" id="{E7A21F8C-7072-47E5-A790-6D273FB12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0865" y="258318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7E4E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52" name="source-20x20-r2-c20">
            <a:extLst xmlns:a="http://schemas.openxmlformats.org/drawingml/2006/main">
              <a:ext uri="{FF2B5EF4-FFF2-40B4-BE49-F238E27FC236}">
                <a16:creationId xmlns:a16="http://schemas.microsoft.com/office/drawing/2014/main" id="{9994EA9A-5AAA-45B5-BB6D-384C65266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7545" y="258318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7148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53" name="source-20x20-r3-c1">
            <a:extLst xmlns:a="http://schemas.openxmlformats.org/drawingml/2006/main">
              <a:ext uri="{FF2B5EF4-FFF2-40B4-BE49-F238E27FC236}">
                <a16:creationId xmlns:a16="http://schemas.microsoft.com/office/drawing/2014/main" id="{8D368E67-903A-4F66-AB38-84DBDD7F1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8986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B7C8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54" name="source-20x20-r3-c2">
            <a:extLst xmlns:a="http://schemas.openxmlformats.org/drawingml/2006/main">
              <a:ext uri="{FF2B5EF4-FFF2-40B4-BE49-F238E27FC236}">
                <a16:creationId xmlns:a16="http://schemas.microsoft.com/office/drawing/2014/main" id="{175E4546-23CD-45A8-9C56-6F84465B3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" y="268986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C8D5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55" name="source-20x20-r3-c3">
            <a:extLst xmlns:a="http://schemas.openxmlformats.org/drawingml/2006/main">
              <a:ext uri="{FF2B5EF4-FFF2-40B4-BE49-F238E27FC236}">
                <a16:creationId xmlns:a16="http://schemas.microsoft.com/office/drawing/2014/main" id="{0DDD1CE2-C8CF-4294-AD2D-BDA9F1BF1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" y="268986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CDD5D9"/>
            </a:solidFill>
            <a:prstDash val="solid"/>
          </a:ln>
        </p:spPr>
      </p:sp>
      <p:sp>
        <p:nvSpPr>
          <p:cNvPr id="56" name="source-20x20-r3-c4">
            <a:extLst xmlns:a="http://schemas.openxmlformats.org/drawingml/2006/main">
              <a:ext uri="{FF2B5EF4-FFF2-40B4-BE49-F238E27FC236}">
                <a16:creationId xmlns:a16="http://schemas.microsoft.com/office/drawing/2014/main" id="{D96BB7C2-E236-40E9-8164-BEBBF5EE3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665" y="268986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DFE7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57" name="source-20x20-r3-c5">
            <a:extLst xmlns:a="http://schemas.openxmlformats.org/drawingml/2006/main">
              <a:ext uri="{FF2B5EF4-FFF2-40B4-BE49-F238E27FC236}">
                <a16:creationId xmlns:a16="http://schemas.microsoft.com/office/drawing/2014/main" id="{8A610500-0EBC-4A61-AD72-977271474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45" y="268986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9C8D6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58" name="source-20x20-r3-c6">
            <a:extLst xmlns:a="http://schemas.openxmlformats.org/drawingml/2006/main">
              <a:ext uri="{FF2B5EF4-FFF2-40B4-BE49-F238E27FC236}">
                <a16:creationId xmlns:a16="http://schemas.microsoft.com/office/drawing/2014/main" id="{422C3319-F72F-4424-BF10-F44100944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268986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B1C6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59" name="source-20x20-r3-c7">
            <a:extLst xmlns:a="http://schemas.openxmlformats.org/drawingml/2006/main">
              <a:ext uri="{FF2B5EF4-FFF2-40B4-BE49-F238E27FC236}">
                <a16:creationId xmlns:a16="http://schemas.microsoft.com/office/drawing/2014/main" id="{D937F037-682D-4383-A997-2DF50ADA4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0705" y="268986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B0C6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60" name="source-20x20-r3-c8">
            <a:extLst xmlns:a="http://schemas.openxmlformats.org/drawingml/2006/main">
              <a:ext uri="{FF2B5EF4-FFF2-40B4-BE49-F238E27FC236}">
                <a16:creationId xmlns:a16="http://schemas.microsoft.com/office/drawing/2014/main" id="{DA062D35-88C1-4D96-9947-72668FF3A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7385" y="268986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BED2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61" name="source-20x20-r3-c9">
            <a:extLst xmlns:a="http://schemas.openxmlformats.org/drawingml/2006/main">
              <a:ext uri="{FF2B5EF4-FFF2-40B4-BE49-F238E27FC236}">
                <a16:creationId xmlns:a16="http://schemas.microsoft.com/office/drawing/2014/main" id="{44CE3E90-B574-4423-A71A-DDBE1A910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4065" y="268986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CDF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62" name="source-20x20-r3-c10">
            <a:extLst xmlns:a="http://schemas.openxmlformats.org/drawingml/2006/main">
              <a:ext uri="{FF2B5EF4-FFF2-40B4-BE49-F238E27FC236}">
                <a16:creationId xmlns:a16="http://schemas.microsoft.com/office/drawing/2014/main" id="{FA3E9F36-D46C-4887-ABB8-B4AF141BF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0745" y="268986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D0C6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63" name="source-20x20-r3-c11">
            <a:extLst xmlns:a="http://schemas.openxmlformats.org/drawingml/2006/main">
              <a:ext uri="{FF2B5EF4-FFF2-40B4-BE49-F238E27FC236}">
                <a16:creationId xmlns:a16="http://schemas.microsoft.com/office/drawing/2014/main" id="{B0388B5D-1517-4694-84CB-C7B1B10AB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68986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D3A7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64" name="source-20x20-r3-c12">
            <a:extLst xmlns:a="http://schemas.openxmlformats.org/drawingml/2006/main">
              <a:ext uri="{FF2B5EF4-FFF2-40B4-BE49-F238E27FC236}">
                <a16:creationId xmlns:a16="http://schemas.microsoft.com/office/drawing/2014/main" id="{CD1E24F7-2AFB-491E-9002-6E87136A3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4105" y="268986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D38B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65" name="source-20x20-r3-c13">
            <a:extLst xmlns:a="http://schemas.openxmlformats.org/drawingml/2006/main">
              <a:ext uri="{FF2B5EF4-FFF2-40B4-BE49-F238E27FC236}">
                <a16:creationId xmlns:a16="http://schemas.microsoft.com/office/drawing/2014/main" id="{A6A54461-9681-40E7-8DE9-5301217D1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0785" y="268986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8C47E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66" name="source-20x20-r3-c14">
            <a:extLst xmlns:a="http://schemas.openxmlformats.org/drawingml/2006/main">
              <a:ext uri="{FF2B5EF4-FFF2-40B4-BE49-F238E27FC236}">
                <a16:creationId xmlns:a16="http://schemas.microsoft.com/office/drawing/2014/main" id="{8EBF9EFF-04B3-43CD-AB55-11CB58C52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7465" y="268986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B572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67" name="source-20x20-r3-c15">
            <a:extLst xmlns:a="http://schemas.openxmlformats.org/drawingml/2006/main">
              <a:ext uri="{FF2B5EF4-FFF2-40B4-BE49-F238E27FC236}">
                <a16:creationId xmlns:a16="http://schemas.microsoft.com/office/drawing/2014/main" id="{ADE4BE3B-19EF-48D1-8287-07784B389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4145" y="268986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1A666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68" name="source-20x20-r3-c16">
            <a:extLst xmlns:a="http://schemas.openxmlformats.org/drawingml/2006/main">
              <a:ext uri="{FF2B5EF4-FFF2-40B4-BE49-F238E27FC236}">
                <a16:creationId xmlns:a16="http://schemas.microsoft.com/office/drawing/2014/main" id="{5824AFAE-F47E-4684-B21A-67305501E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68986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995B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69" name="source-20x20-r3-c17">
            <a:extLst xmlns:a="http://schemas.openxmlformats.org/drawingml/2006/main">
              <a:ext uri="{FF2B5EF4-FFF2-40B4-BE49-F238E27FC236}">
                <a16:creationId xmlns:a16="http://schemas.microsoft.com/office/drawing/2014/main" id="{E211A14C-3AE1-4CA0-80AD-334BEC100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7505" y="268986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8B50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70" name="source-20x20-r3-c18">
            <a:extLst xmlns:a="http://schemas.openxmlformats.org/drawingml/2006/main">
              <a:ext uri="{FF2B5EF4-FFF2-40B4-BE49-F238E27FC236}">
                <a16:creationId xmlns:a16="http://schemas.microsoft.com/office/drawing/2014/main" id="{D4F8F0D6-CAFB-4421-A727-D0008F734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4185" y="268986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E4D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71" name="source-20x20-r3-c19">
            <a:extLst xmlns:a="http://schemas.openxmlformats.org/drawingml/2006/main">
              <a:ext uri="{FF2B5EF4-FFF2-40B4-BE49-F238E27FC236}">
                <a16:creationId xmlns:a16="http://schemas.microsoft.com/office/drawing/2014/main" id="{FAE54F49-DBB0-42D5-B62F-E1EEBD4C9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0865" y="268986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714C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72" name="source-20x20-r3-c20">
            <a:extLst xmlns:a="http://schemas.openxmlformats.org/drawingml/2006/main">
              <a:ext uri="{FF2B5EF4-FFF2-40B4-BE49-F238E27FC236}">
                <a16:creationId xmlns:a16="http://schemas.microsoft.com/office/drawing/2014/main" id="{4DE36B5D-82E1-4791-B2AD-51B1BC3AA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7545" y="268986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634B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73" name="source-20x20-r4-c1">
            <a:extLst xmlns:a="http://schemas.openxmlformats.org/drawingml/2006/main">
              <a:ext uri="{FF2B5EF4-FFF2-40B4-BE49-F238E27FC236}">
                <a16:creationId xmlns:a16="http://schemas.microsoft.com/office/drawing/2014/main" id="{113F6243-7AAC-4522-9022-ED207A6E0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79654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A1B9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74" name="source-20x20-r4-c2">
            <a:extLst xmlns:a="http://schemas.openxmlformats.org/drawingml/2006/main">
              <a:ext uri="{FF2B5EF4-FFF2-40B4-BE49-F238E27FC236}">
                <a16:creationId xmlns:a16="http://schemas.microsoft.com/office/drawing/2014/main" id="{301385E3-3B31-4D3B-BDEC-F741A031E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" y="279654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0D0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75" name="source-20x20-r4-c3">
            <a:extLst xmlns:a="http://schemas.openxmlformats.org/drawingml/2006/main">
              <a:ext uri="{FF2B5EF4-FFF2-40B4-BE49-F238E27FC236}">
                <a16:creationId xmlns:a16="http://schemas.microsoft.com/office/drawing/2014/main" id="{6DB7B933-3DF6-4AEC-977C-B0C00010A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" y="279654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DFE7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76" name="source-20x20-r4-c4">
            <a:extLst xmlns:a="http://schemas.openxmlformats.org/drawingml/2006/main">
              <a:ext uri="{FF2B5EF4-FFF2-40B4-BE49-F238E27FC236}">
                <a16:creationId xmlns:a16="http://schemas.microsoft.com/office/drawing/2014/main" id="{6E7CB95D-AACB-4460-9ADE-609E5C97C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665" y="279654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CDD5D9"/>
            </a:solidFill>
            <a:prstDash val="solid"/>
          </a:ln>
        </p:spPr>
      </p:sp>
      <p:sp>
        <p:nvSpPr>
          <p:cNvPr id="77" name="source-20x20-r4-c5">
            <a:extLst xmlns:a="http://schemas.openxmlformats.org/drawingml/2006/main">
              <a:ext uri="{FF2B5EF4-FFF2-40B4-BE49-F238E27FC236}">
                <a16:creationId xmlns:a16="http://schemas.microsoft.com/office/drawing/2014/main" id="{89305000-7BF4-494A-B854-3CE54D8F2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45" y="279654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D0DC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78" name="source-20x20-r4-c6">
            <a:extLst xmlns:a="http://schemas.openxmlformats.org/drawingml/2006/main">
              <a:ext uri="{FF2B5EF4-FFF2-40B4-BE49-F238E27FC236}">
                <a16:creationId xmlns:a16="http://schemas.microsoft.com/office/drawing/2014/main" id="{550793B5-7B58-493D-9D6D-591376032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279654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B4C6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79" name="source-20x20-r4-c7">
            <a:extLst xmlns:a="http://schemas.openxmlformats.org/drawingml/2006/main">
              <a:ext uri="{FF2B5EF4-FFF2-40B4-BE49-F238E27FC236}">
                <a16:creationId xmlns:a16="http://schemas.microsoft.com/office/drawing/2014/main" id="{6703B102-852C-444E-B05F-25E539C2E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0705" y="279654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ADC2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80" name="source-20x20-r4-c8">
            <a:extLst xmlns:a="http://schemas.openxmlformats.org/drawingml/2006/main">
              <a:ext uri="{FF2B5EF4-FFF2-40B4-BE49-F238E27FC236}">
                <a16:creationId xmlns:a16="http://schemas.microsoft.com/office/drawing/2014/main" id="{4520B927-8C2C-40D4-89F2-F748C93E3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7385" y="279654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B6CB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81" name="source-20x20-r4-c9">
            <a:extLst xmlns:a="http://schemas.openxmlformats.org/drawingml/2006/main">
              <a:ext uri="{FF2B5EF4-FFF2-40B4-BE49-F238E27FC236}">
                <a16:creationId xmlns:a16="http://schemas.microsoft.com/office/drawing/2014/main" id="{44233DE3-81DE-4D28-89B9-2B1C8E712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4065" y="279654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BFD5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82" name="source-20x20-r4-c10">
            <a:extLst xmlns:a="http://schemas.openxmlformats.org/drawingml/2006/main">
              <a:ext uri="{FF2B5EF4-FFF2-40B4-BE49-F238E27FC236}">
                <a16:creationId xmlns:a16="http://schemas.microsoft.com/office/drawing/2014/main" id="{5E699CA1-697F-4E41-9FF3-D02DC9D41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0745" y="279654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C3B9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83" name="source-20x20-r4-c11">
            <a:extLst xmlns:a="http://schemas.openxmlformats.org/drawingml/2006/main">
              <a:ext uri="{FF2B5EF4-FFF2-40B4-BE49-F238E27FC236}">
                <a16:creationId xmlns:a16="http://schemas.microsoft.com/office/drawing/2014/main" id="{1996FAAC-CBD9-4699-8E14-BD17ED362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79654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C797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84" name="source-20x20-r4-c12">
            <a:extLst xmlns:a="http://schemas.openxmlformats.org/drawingml/2006/main">
              <a:ext uri="{FF2B5EF4-FFF2-40B4-BE49-F238E27FC236}">
                <a16:creationId xmlns:a16="http://schemas.microsoft.com/office/drawing/2014/main" id="{EB957AC2-DD6C-4B63-9D3F-842DC62EA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4105" y="279654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8C779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85" name="source-20x20-r4-c13">
            <a:extLst xmlns:a="http://schemas.openxmlformats.org/drawingml/2006/main">
              <a:ext uri="{FF2B5EF4-FFF2-40B4-BE49-F238E27FC236}">
                <a16:creationId xmlns:a16="http://schemas.microsoft.com/office/drawing/2014/main" id="{F0CB1367-108E-4C81-901A-319071C1A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0785" y="279654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B670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86" name="source-20x20-r4-c14">
            <a:extLst xmlns:a="http://schemas.openxmlformats.org/drawingml/2006/main">
              <a:ext uri="{FF2B5EF4-FFF2-40B4-BE49-F238E27FC236}">
                <a16:creationId xmlns:a16="http://schemas.microsoft.com/office/drawing/2014/main" id="{53E32BA0-12A9-4766-A245-0770E5AB8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7465" y="279654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666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87" name="source-20x20-r4-c15">
            <a:extLst xmlns:a="http://schemas.openxmlformats.org/drawingml/2006/main">
              <a:ext uri="{FF2B5EF4-FFF2-40B4-BE49-F238E27FC236}">
                <a16:creationId xmlns:a16="http://schemas.microsoft.com/office/drawing/2014/main" id="{CA7943AD-1255-49E3-A34C-FE83C0563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4145" y="279654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975C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88" name="source-20x20-r4-c16">
            <a:extLst xmlns:a="http://schemas.openxmlformats.org/drawingml/2006/main">
              <a:ext uri="{FF2B5EF4-FFF2-40B4-BE49-F238E27FC236}">
                <a16:creationId xmlns:a16="http://schemas.microsoft.com/office/drawing/2014/main" id="{BBA41D45-0F6E-405D-94CE-532C1BB81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79654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8A53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89" name="source-20x20-r4-c17">
            <a:extLst xmlns:a="http://schemas.openxmlformats.org/drawingml/2006/main">
              <a:ext uri="{FF2B5EF4-FFF2-40B4-BE49-F238E27FC236}">
                <a16:creationId xmlns:a16="http://schemas.microsoft.com/office/drawing/2014/main" id="{8E16F4CE-1215-42A9-BF29-141B65175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7505" y="279654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7E49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90" name="source-20x20-r4-c18">
            <a:extLst xmlns:a="http://schemas.openxmlformats.org/drawingml/2006/main">
              <a:ext uri="{FF2B5EF4-FFF2-40B4-BE49-F238E27FC236}">
                <a16:creationId xmlns:a16="http://schemas.microsoft.com/office/drawing/2014/main" id="{7C59C38C-897D-46C8-99F0-145F4A7D4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4185" y="279654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7349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91" name="source-20x20-r4-c19">
            <a:extLst xmlns:a="http://schemas.openxmlformats.org/drawingml/2006/main">
              <a:ext uri="{FF2B5EF4-FFF2-40B4-BE49-F238E27FC236}">
                <a16:creationId xmlns:a16="http://schemas.microsoft.com/office/drawing/2014/main" id="{6204FDE0-E3F3-4EEF-9074-7FB3612A2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0865" y="279654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694D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92" name="source-20x20-r4-c20">
            <a:extLst xmlns:a="http://schemas.openxmlformats.org/drawingml/2006/main">
              <a:ext uri="{FF2B5EF4-FFF2-40B4-BE49-F238E27FC236}">
                <a16:creationId xmlns:a16="http://schemas.microsoft.com/office/drawing/2014/main" id="{4B20284A-5F36-4993-A9C2-C8805E5C2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7545" y="279654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5F51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93" name="source-20x20-r5-c1">
            <a:extLst xmlns:a="http://schemas.openxmlformats.org/drawingml/2006/main">
              <a:ext uri="{FF2B5EF4-FFF2-40B4-BE49-F238E27FC236}">
                <a16:creationId xmlns:a16="http://schemas.microsoft.com/office/drawing/2014/main" id="{A3EAE67F-AB24-4F52-897F-BF8D33C9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90322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B0C7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94" name="source-20x20-r5-c2">
            <a:extLst xmlns:a="http://schemas.openxmlformats.org/drawingml/2006/main">
              <a:ext uri="{FF2B5EF4-FFF2-40B4-BE49-F238E27FC236}">
                <a16:creationId xmlns:a16="http://schemas.microsoft.com/office/drawing/2014/main" id="{366E28EA-0EF8-4F87-B0E6-9164EF2D5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" y="290322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BCCE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95" name="source-20x20-r5-c3">
            <a:extLst xmlns:a="http://schemas.openxmlformats.org/drawingml/2006/main">
              <a:ext uri="{FF2B5EF4-FFF2-40B4-BE49-F238E27FC236}">
                <a16:creationId xmlns:a16="http://schemas.microsoft.com/office/drawing/2014/main" id="{D6771D6B-0C9F-4389-9DB9-5E1769C37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" y="290322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9C8D6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96" name="source-20x20-r5-c4">
            <a:extLst xmlns:a="http://schemas.openxmlformats.org/drawingml/2006/main">
              <a:ext uri="{FF2B5EF4-FFF2-40B4-BE49-F238E27FC236}">
                <a16:creationId xmlns:a16="http://schemas.microsoft.com/office/drawing/2014/main" id="{56AF8C69-38D9-4E0F-A507-6517F5B9D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665" y="290322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D0DC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97" name="source-20x20-r5-c5">
            <a:extLst xmlns:a="http://schemas.openxmlformats.org/drawingml/2006/main">
              <a:ext uri="{FF2B5EF4-FFF2-40B4-BE49-F238E27FC236}">
                <a16:creationId xmlns:a16="http://schemas.microsoft.com/office/drawing/2014/main" id="{70DFEBF5-84BE-4159-8600-A8472EA78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45" y="290322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CDD5D9"/>
            </a:solidFill>
            <a:prstDash val="solid"/>
          </a:ln>
        </p:spPr>
      </p:sp>
      <p:sp>
        <p:nvSpPr>
          <p:cNvPr id="98" name="source-20x20-r5-c6">
            <a:extLst xmlns:a="http://schemas.openxmlformats.org/drawingml/2006/main">
              <a:ext uri="{FF2B5EF4-FFF2-40B4-BE49-F238E27FC236}">
                <a16:creationId xmlns:a16="http://schemas.microsoft.com/office/drawing/2014/main" id="{41D3DB04-7D4E-4943-90B4-4811F9A23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290322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CCD9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99" name="source-20x20-r5-c7">
            <a:extLst xmlns:a="http://schemas.openxmlformats.org/drawingml/2006/main">
              <a:ext uri="{FF2B5EF4-FFF2-40B4-BE49-F238E27FC236}">
                <a16:creationId xmlns:a16="http://schemas.microsoft.com/office/drawing/2014/main" id="{B5A0AD51-7218-444C-95ED-6B292A9BD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0705" y="290322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C6D5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100" name="source-20x20-r5-c8">
            <a:extLst xmlns:a="http://schemas.openxmlformats.org/drawingml/2006/main">
              <a:ext uri="{FF2B5EF4-FFF2-40B4-BE49-F238E27FC236}">
                <a16:creationId xmlns:a16="http://schemas.microsoft.com/office/drawing/2014/main" id="{2BA4DECF-8F15-4A59-96BE-F948DB04B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7385" y="290322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BDCF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101" name="source-20x20-r5-c9">
            <a:extLst xmlns:a="http://schemas.openxmlformats.org/drawingml/2006/main">
              <a:ext uri="{FF2B5EF4-FFF2-40B4-BE49-F238E27FC236}">
                <a16:creationId xmlns:a16="http://schemas.microsoft.com/office/drawing/2014/main" id="{5C3D0716-E25F-433F-AD8E-FA2026D8E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4065" y="290322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B3C9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102" name="source-20x20-r5-c10">
            <a:extLst xmlns:a="http://schemas.openxmlformats.org/drawingml/2006/main">
              <a:ext uri="{FF2B5EF4-FFF2-40B4-BE49-F238E27FC236}">
                <a16:creationId xmlns:a16="http://schemas.microsoft.com/office/drawing/2014/main" id="{C2C9DB52-6351-42BB-95E1-E9D8E2907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0745" y="290322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B4AD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103" name="source-20x20-r5-c11">
            <a:extLst xmlns:a="http://schemas.openxmlformats.org/drawingml/2006/main">
              <a:ext uri="{FF2B5EF4-FFF2-40B4-BE49-F238E27FC236}">
                <a16:creationId xmlns:a16="http://schemas.microsoft.com/office/drawing/2014/main" id="{FE6174E3-F858-419B-9AB5-FD84BF19A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90322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B68D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104" name="source-20x20-r5-c12">
            <a:extLst xmlns:a="http://schemas.openxmlformats.org/drawingml/2006/main">
              <a:ext uri="{FF2B5EF4-FFF2-40B4-BE49-F238E27FC236}">
                <a16:creationId xmlns:a16="http://schemas.microsoft.com/office/drawing/2014/main" id="{7A7DBE61-0F1B-4F0B-A603-1DC3CF363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4105" y="290322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B670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105" name="source-20x20-r5-c13">
            <a:extLst xmlns:a="http://schemas.openxmlformats.org/drawingml/2006/main">
              <a:ext uri="{FF2B5EF4-FFF2-40B4-BE49-F238E27FC236}">
                <a16:creationId xmlns:a16="http://schemas.microsoft.com/office/drawing/2014/main" id="{5565FD8B-A04A-4E9A-B827-075407E55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0785" y="290322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A765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106" name="source-20x20-r5-c14">
            <a:extLst xmlns:a="http://schemas.openxmlformats.org/drawingml/2006/main">
              <a:ext uri="{FF2B5EF4-FFF2-40B4-BE49-F238E27FC236}">
                <a16:creationId xmlns:a16="http://schemas.microsoft.com/office/drawing/2014/main" id="{0BFEA968-6D4F-476F-8F97-DE436194A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7465" y="290322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85B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107" name="source-20x20-r5-c15">
            <a:extLst xmlns:a="http://schemas.openxmlformats.org/drawingml/2006/main">
              <a:ext uri="{FF2B5EF4-FFF2-40B4-BE49-F238E27FC236}">
                <a16:creationId xmlns:a16="http://schemas.microsoft.com/office/drawing/2014/main" id="{2B22CEBA-A208-4575-9DD4-4D99E697A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4145" y="290322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A53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108" name="source-20x20-r5-c16">
            <a:extLst xmlns:a="http://schemas.openxmlformats.org/drawingml/2006/main">
              <a:ext uri="{FF2B5EF4-FFF2-40B4-BE49-F238E27FC236}">
                <a16:creationId xmlns:a16="http://schemas.microsoft.com/office/drawing/2014/main" id="{0EB55628-D618-4F23-BBC7-41B1BC19C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90322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7E4F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109" name="source-20x20-r5-c17">
            <a:extLst xmlns:a="http://schemas.openxmlformats.org/drawingml/2006/main">
              <a:ext uri="{FF2B5EF4-FFF2-40B4-BE49-F238E27FC236}">
                <a16:creationId xmlns:a16="http://schemas.microsoft.com/office/drawing/2014/main" id="{AE875C5D-3409-4372-9D6C-A7AE4171A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7505" y="290322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714A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110" name="source-20x20-r5-c18">
            <a:extLst xmlns:a="http://schemas.openxmlformats.org/drawingml/2006/main">
              <a:ext uri="{FF2B5EF4-FFF2-40B4-BE49-F238E27FC236}">
                <a16:creationId xmlns:a16="http://schemas.microsoft.com/office/drawing/2014/main" id="{F724786E-CCDC-446E-8E2D-41BCC3B83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4185" y="290322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6D4F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111" name="source-20x20-r5-c19">
            <a:extLst xmlns:a="http://schemas.openxmlformats.org/drawingml/2006/main">
              <a:ext uri="{FF2B5EF4-FFF2-40B4-BE49-F238E27FC236}">
                <a16:creationId xmlns:a16="http://schemas.microsoft.com/office/drawing/2014/main" id="{81EE99AF-4C06-4979-9AAF-DEA130795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0865" y="290322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6E57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112" name="source-20x20-r5-c20">
            <a:extLst xmlns:a="http://schemas.openxmlformats.org/drawingml/2006/main">
              <a:ext uri="{FF2B5EF4-FFF2-40B4-BE49-F238E27FC236}">
                <a16:creationId xmlns:a16="http://schemas.microsoft.com/office/drawing/2014/main" id="{EFEE6AB4-72A8-4986-BC85-FC48280AF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7545" y="290322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6F5F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113" name="source-20x20-r6-c1">
            <a:extLst xmlns:a="http://schemas.openxmlformats.org/drawingml/2006/main">
              <a:ext uri="{FF2B5EF4-FFF2-40B4-BE49-F238E27FC236}">
                <a16:creationId xmlns:a16="http://schemas.microsoft.com/office/drawing/2014/main" id="{D6D87973-0AE2-44B4-9D9F-F6A37E541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00990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BFD4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114" name="source-20x20-r6-c2">
            <a:extLst xmlns:a="http://schemas.openxmlformats.org/drawingml/2006/main">
              <a:ext uri="{FF2B5EF4-FFF2-40B4-BE49-F238E27FC236}">
                <a16:creationId xmlns:a16="http://schemas.microsoft.com/office/drawing/2014/main" id="{4B796A4E-E989-4C5F-BBAA-32B32EB3D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" y="300990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B8CD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115" name="source-20x20-r6-c3">
            <a:extLst xmlns:a="http://schemas.openxmlformats.org/drawingml/2006/main">
              <a:ext uri="{FF2B5EF4-FFF2-40B4-BE49-F238E27FC236}">
                <a16:creationId xmlns:a16="http://schemas.microsoft.com/office/drawing/2014/main" id="{582D6DBC-51A9-4D22-943D-F7C84CE50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" y="300990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B1C6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116" name="source-20x20-r6-c4">
            <a:extLst xmlns:a="http://schemas.openxmlformats.org/drawingml/2006/main">
              <a:ext uri="{FF2B5EF4-FFF2-40B4-BE49-F238E27FC236}">
                <a16:creationId xmlns:a16="http://schemas.microsoft.com/office/drawing/2014/main" id="{AC08D5E2-7DB3-42BD-9294-EA10411C8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665" y="300990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B4C6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117" name="source-20x20-r6-c5">
            <a:extLst xmlns:a="http://schemas.openxmlformats.org/drawingml/2006/main">
              <a:ext uri="{FF2B5EF4-FFF2-40B4-BE49-F238E27FC236}">
                <a16:creationId xmlns:a16="http://schemas.microsoft.com/office/drawing/2014/main" id="{8107E4AE-AAE7-4BD6-98A2-07BB03608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45" y="300990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CCD9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118" name="source-20x20-r6-c6">
            <a:extLst xmlns:a="http://schemas.openxmlformats.org/drawingml/2006/main">
              <a:ext uri="{FF2B5EF4-FFF2-40B4-BE49-F238E27FC236}">
                <a16:creationId xmlns:a16="http://schemas.microsoft.com/office/drawing/2014/main" id="{B424921A-9C3A-4673-AF08-F66FA502D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300990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CDD5D9"/>
            </a:solidFill>
            <a:prstDash val="solid"/>
          </a:ln>
        </p:spPr>
      </p:sp>
      <p:sp>
        <p:nvSpPr>
          <p:cNvPr id="119" name="source-20x20-r6-c7">
            <a:extLst xmlns:a="http://schemas.openxmlformats.org/drawingml/2006/main">
              <a:ext uri="{FF2B5EF4-FFF2-40B4-BE49-F238E27FC236}">
                <a16:creationId xmlns:a16="http://schemas.microsoft.com/office/drawing/2014/main" id="{D13BEBF2-1C9C-481B-8AC7-57C067598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0705" y="300990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FE7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120" name="source-20x20-r6-c8">
            <a:extLst xmlns:a="http://schemas.openxmlformats.org/drawingml/2006/main">
              <a:ext uri="{FF2B5EF4-FFF2-40B4-BE49-F238E27FC236}">
                <a16:creationId xmlns:a16="http://schemas.microsoft.com/office/drawing/2014/main" id="{FBB5ECD6-5949-47FA-8246-6048776C7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7385" y="300990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C3D3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121" name="source-20x20-r6-c9">
            <a:extLst xmlns:a="http://schemas.openxmlformats.org/drawingml/2006/main">
              <a:ext uri="{FF2B5EF4-FFF2-40B4-BE49-F238E27FC236}">
                <a16:creationId xmlns:a16="http://schemas.microsoft.com/office/drawing/2014/main" id="{C55C289D-CBCA-415C-97FB-1E8B57E7A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4065" y="300990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A7BE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122" name="source-20x20-r6-c10">
            <a:extLst xmlns:a="http://schemas.openxmlformats.org/drawingml/2006/main">
              <a:ext uri="{FF2B5EF4-FFF2-40B4-BE49-F238E27FC236}">
                <a16:creationId xmlns:a16="http://schemas.microsoft.com/office/drawing/2014/main" id="{2E6DE637-EA92-46D6-9918-C40E55FB8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0745" y="300990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A5A1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123" name="source-20x20-r6-c11">
            <a:extLst xmlns:a="http://schemas.openxmlformats.org/drawingml/2006/main">
              <a:ext uri="{FF2B5EF4-FFF2-40B4-BE49-F238E27FC236}">
                <a16:creationId xmlns:a16="http://schemas.microsoft.com/office/drawing/2014/main" id="{4FDA423D-FD7E-41B2-B2A1-D71E575CA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300990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A682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124" name="source-20x20-r6-c12">
            <a:extLst xmlns:a="http://schemas.openxmlformats.org/drawingml/2006/main">
              <a:ext uri="{FF2B5EF4-FFF2-40B4-BE49-F238E27FC236}">
                <a16:creationId xmlns:a16="http://schemas.microsoft.com/office/drawing/2014/main" id="{0C2E0521-3FFB-41DF-8613-336515F2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4105" y="300990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66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125" name="source-20x20-r6-c13">
            <a:extLst xmlns:a="http://schemas.openxmlformats.org/drawingml/2006/main">
              <a:ext uri="{FF2B5EF4-FFF2-40B4-BE49-F238E27FC236}">
                <a16:creationId xmlns:a16="http://schemas.microsoft.com/office/drawing/2014/main" id="{F427BA89-B917-471B-A9CC-088485E17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0785" y="300990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85B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126" name="source-20x20-r6-c14">
            <a:extLst xmlns:a="http://schemas.openxmlformats.org/drawingml/2006/main">
              <a:ext uri="{FF2B5EF4-FFF2-40B4-BE49-F238E27FC236}">
                <a16:creationId xmlns:a16="http://schemas.microsoft.com/office/drawing/2014/main" id="{974A67BB-CFFD-41A6-8830-284593979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7465" y="300990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8B50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127" name="source-20x20-r6-c15">
            <a:extLst xmlns:a="http://schemas.openxmlformats.org/drawingml/2006/main">
              <a:ext uri="{FF2B5EF4-FFF2-40B4-BE49-F238E27FC236}">
                <a16:creationId xmlns:a16="http://schemas.microsoft.com/office/drawing/2014/main" id="{CD49CB9D-32B4-42EC-AE65-39AB828E1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4145" y="300990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E4A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128" name="source-20x20-r6-c16">
            <a:extLst xmlns:a="http://schemas.openxmlformats.org/drawingml/2006/main">
              <a:ext uri="{FF2B5EF4-FFF2-40B4-BE49-F238E27FC236}">
                <a16:creationId xmlns:a16="http://schemas.microsoft.com/office/drawing/2014/main" id="{447E4B24-E9DB-498B-A2B7-2A9FBC285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00990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714B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129" name="source-20x20-r6-c17">
            <a:extLst xmlns:a="http://schemas.openxmlformats.org/drawingml/2006/main">
              <a:ext uri="{FF2B5EF4-FFF2-40B4-BE49-F238E27FC236}">
                <a16:creationId xmlns:a16="http://schemas.microsoft.com/office/drawing/2014/main" id="{0126C4D1-0C7D-44CC-ABB0-69E87620D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7505" y="300990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634C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130" name="source-20x20-r6-c18">
            <a:extLst xmlns:a="http://schemas.openxmlformats.org/drawingml/2006/main">
              <a:ext uri="{FF2B5EF4-FFF2-40B4-BE49-F238E27FC236}">
                <a16:creationId xmlns:a16="http://schemas.microsoft.com/office/drawing/2014/main" id="{00062DF9-A215-4B1C-8341-95D10D47B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4185" y="300990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6854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131" name="source-20x20-r6-c19">
            <a:extLst xmlns:a="http://schemas.openxmlformats.org/drawingml/2006/main">
              <a:ext uri="{FF2B5EF4-FFF2-40B4-BE49-F238E27FC236}">
                <a16:creationId xmlns:a16="http://schemas.microsoft.com/office/drawing/2014/main" id="{725B4EC3-5F0F-43B6-84AC-E1846D141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0865" y="300990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360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132" name="source-20x20-r6-c20">
            <a:extLst xmlns:a="http://schemas.openxmlformats.org/drawingml/2006/main">
              <a:ext uri="{FF2B5EF4-FFF2-40B4-BE49-F238E27FC236}">
                <a16:creationId xmlns:a16="http://schemas.microsoft.com/office/drawing/2014/main" id="{605ADF2D-B729-4184-8952-9B7DBB856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7545" y="300990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F6C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133" name="source-20x20-r7-c1">
            <a:extLst xmlns:a="http://schemas.openxmlformats.org/drawingml/2006/main">
              <a:ext uri="{FF2B5EF4-FFF2-40B4-BE49-F238E27FC236}">
                <a16:creationId xmlns:a16="http://schemas.microsoft.com/office/drawing/2014/main" id="{92F3ADF8-F339-428A-A5F2-4DD4AEC49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11658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CDF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134" name="source-20x20-r7-c2">
            <a:extLst xmlns:a="http://schemas.openxmlformats.org/drawingml/2006/main">
              <a:ext uri="{FF2B5EF4-FFF2-40B4-BE49-F238E27FC236}">
                <a16:creationId xmlns:a16="http://schemas.microsoft.com/office/drawing/2014/main" id="{1BE94A0B-3FD9-4BBA-99A9-4B85BB8B2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" y="311658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BED2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135" name="source-20x20-r7-c3">
            <a:extLst xmlns:a="http://schemas.openxmlformats.org/drawingml/2006/main">
              <a:ext uri="{FF2B5EF4-FFF2-40B4-BE49-F238E27FC236}">
                <a16:creationId xmlns:a16="http://schemas.microsoft.com/office/drawing/2014/main" id="{98316A0A-662E-4373-BA10-4C47FC37D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" y="311658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B0C6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136" name="source-20x20-r7-c4">
            <a:extLst xmlns:a="http://schemas.openxmlformats.org/drawingml/2006/main">
              <a:ext uri="{FF2B5EF4-FFF2-40B4-BE49-F238E27FC236}">
                <a16:creationId xmlns:a16="http://schemas.microsoft.com/office/drawing/2014/main" id="{23C0EE3A-F739-419D-B8A2-5684A7071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665" y="311658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ADC2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137" name="source-20x20-r7-c5">
            <a:extLst xmlns:a="http://schemas.openxmlformats.org/drawingml/2006/main">
              <a:ext uri="{FF2B5EF4-FFF2-40B4-BE49-F238E27FC236}">
                <a16:creationId xmlns:a16="http://schemas.microsoft.com/office/drawing/2014/main" id="{BDF3FF7C-8508-4406-9B45-27ECEF61C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45" y="311658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C6D5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138" name="source-20x20-r7-c6">
            <a:extLst xmlns:a="http://schemas.openxmlformats.org/drawingml/2006/main">
              <a:ext uri="{FF2B5EF4-FFF2-40B4-BE49-F238E27FC236}">
                <a16:creationId xmlns:a16="http://schemas.microsoft.com/office/drawing/2014/main" id="{A8144084-E347-4F6E-AC16-EB5CFABF0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311658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FE7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139" name="source-20x20-r7-c7">
            <a:extLst xmlns:a="http://schemas.openxmlformats.org/drawingml/2006/main">
              <a:ext uri="{FF2B5EF4-FFF2-40B4-BE49-F238E27FC236}">
                <a16:creationId xmlns:a16="http://schemas.microsoft.com/office/drawing/2014/main" id="{165EE933-F1EC-4F56-83E3-A92B3BD34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0705" y="311658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CDD5D9"/>
            </a:solidFill>
            <a:prstDash val="solid"/>
          </a:ln>
        </p:spPr>
      </p:sp>
      <p:sp>
        <p:nvSpPr>
          <p:cNvPr id="140" name="source-20x20-r7-c8">
            <a:extLst xmlns:a="http://schemas.openxmlformats.org/drawingml/2006/main">
              <a:ext uri="{FF2B5EF4-FFF2-40B4-BE49-F238E27FC236}">
                <a16:creationId xmlns:a16="http://schemas.microsoft.com/office/drawing/2014/main" id="{4A12CEDA-D3F4-4745-B7C3-6BFA7A7F7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7385" y="311658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CAD7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141" name="source-20x20-r7-c9">
            <a:extLst xmlns:a="http://schemas.openxmlformats.org/drawingml/2006/main">
              <a:ext uri="{FF2B5EF4-FFF2-40B4-BE49-F238E27FC236}">
                <a16:creationId xmlns:a16="http://schemas.microsoft.com/office/drawing/2014/main" id="{74541047-B8D8-448E-9B16-8DB1F6142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4065" y="311658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B5C7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142" name="source-20x20-r7-c10">
            <a:extLst xmlns:a="http://schemas.openxmlformats.org/drawingml/2006/main">
              <a:ext uri="{FF2B5EF4-FFF2-40B4-BE49-F238E27FC236}">
                <a16:creationId xmlns:a16="http://schemas.microsoft.com/office/drawing/2014/main" id="{2545836D-8565-4811-8E7B-90DAF3A69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0745" y="311658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AAA4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143" name="source-20x20-r7-c11">
            <a:extLst xmlns:a="http://schemas.openxmlformats.org/drawingml/2006/main">
              <a:ext uri="{FF2B5EF4-FFF2-40B4-BE49-F238E27FC236}">
                <a16:creationId xmlns:a16="http://schemas.microsoft.com/office/drawing/2014/main" id="{EB8E38C2-2D2B-49B8-861D-842E542B9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311658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A17E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144" name="source-20x20-r7-c12">
            <a:extLst xmlns:a="http://schemas.openxmlformats.org/drawingml/2006/main">
              <a:ext uri="{FF2B5EF4-FFF2-40B4-BE49-F238E27FC236}">
                <a16:creationId xmlns:a16="http://schemas.microsoft.com/office/drawing/2014/main" id="{352B3ACD-66FE-45B4-8ED6-ADC416550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4105" y="311658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975C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145" name="source-20x20-r7-c13">
            <a:extLst xmlns:a="http://schemas.openxmlformats.org/drawingml/2006/main">
              <a:ext uri="{FF2B5EF4-FFF2-40B4-BE49-F238E27FC236}">
                <a16:creationId xmlns:a16="http://schemas.microsoft.com/office/drawing/2014/main" id="{B76EF9F0-863B-4635-9B52-D5155D065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0785" y="311658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8A54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146" name="source-20x20-r7-c14">
            <a:extLst xmlns:a="http://schemas.openxmlformats.org/drawingml/2006/main">
              <a:ext uri="{FF2B5EF4-FFF2-40B4-BE49-F238E27FC236}">
                <a16:creationId xmlns:a16="http://schemas.microsoft.com/office/drawing/2014/main" id="{FB2DD9EA-020B-48E8-9C95-18BE2C6E1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7465" y="311658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E4B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147" name="source-20x20-r7-c15">
            <a:extLst xmlns:a="http://schemas.openxmlformats.org/drawingml/2006/main">
              <a:ext uri="{FF2B5EF4-FFF2-40B4-BE49-F238E27FC236}">
                <a16:creationId xmlns:a16="http://schemas.microsoft.com/office/drawing/2014/main" id="{75D294F6-3956-42D6-810D-B0508DA9E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4145" y="311658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7349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148" name="source-20x20-r7-c16">
            <a:extLst xmlns:a="http://schemas.openxmlformats.org/drawingml/2006/main">
              <a:ext uri="{FF2B5EF4-FFF2-40B4-BE49-F238E27FC236}">
                <a16:creationId xmlns:a16="http://schemas.microsoft.com/office/drawing/2014/main" id="{E0680FD4-8CD1-4B88-83FB-1CBBB8EF2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11658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6C4E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149" name="source-20x20-r7-c17">
            <a:extLst xmlns:a="http://schemas.openxmlformats.org/drawingml/2006/main">
              <a:ext uri="{FF2B5EF4-FFF2-40B4-BE49-F238E27FC236}">
                <a16:creationId xmlns:a16="http://schemas.microsoft.com/office/drawing/2014/main" id="{95177A11-1852-4A80-8DDA-F06B4331F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7505" y="311658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553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150" name="source-20x20-r7-c18">
            <a:extLst xmlns:a="http://schemas.openxmlformats.org/drawingml/2006/main">
              <a:ext uri="{FF2B5EF4-FFF2-40B4-BE49-F238E27FC236}">
                <a16:creationId xmlns:a16="http://schemas.microsoft.com/office/drawing/2014/main" id="{B2B81944-3460-47EE-BA38-0AAA524AB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4185" y="311658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6F5F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151" name="source-20x20-r7-c19">
            <a:extLst xmlns:a="http://schemas.openxmlformats.org/drawingml/2006/main">
              <a:ext uri="{FF2B5EF4-FFF2-40B4-BE49-F238E27FC236}">
                <a16:creationId xmlns:a16="http://schemas.microsoft.com/office/drawing/2014/main" id="{BB210C31-45E7-474B-89B3-FA4370CFC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0865" y="311658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7F6E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152" name="source-20x20-r7-c20">
            <a:extLst xmlns:a="http://schemas.openxmlformats.org/drawingml/2006/main">
              <a:ext uri="{FF2B5EF4-FFF2-40B4-BE49-F238E27FC236}">
                <a16:creationId xmlns:a16="http://schemas.microsoft.com/office/drawing/2014/main" id="{B454F443-D65D-4B21-B4AA-3340FA9C1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7545" y="311658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907D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153" name="source-20x20-r8-c1">
            <a:extLst xmlns:a="http://schemas.openxmlformats.org/drawingml/2006/main">
              <a:ext uri="{FF2B5EF4-FFF2-40B4-BE49-F238E27FC236}">
                <a16:creationId xmlns:a16="http://schemas.microsoft.com/office/drawing/2014/main" id="{2144A8DD-C000-487A-9896-51EAD5358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22326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BD9E8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154" name="source-20x20-r8-c2">
            <a:extLst xmlns:a="http://schemas.openxmlformats.org/drawingml/2006/main">
              <a:ext uri="{FF2B5EF4-FFF2-40B4-BE49-F238E27FC236}">
                <a16:creationId xmlns:a16="http://schemas.microsoft.com/office/drawing/2014/main" id="{84EFCA40-549D-4292-AF37-30015C9F3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" y="322326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CCDD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155" name="source-20x20-r8-c3">
            <a:extLst xmlns:a="http://schemas.openxmlformats.org/drawingml/2006/main">
              <a:ext uri="{FF2B5EF4-FFF2-40B4-BE49-F238E27FC236}">
                <a16:creationId xmlns:a16="http://schemas.microsoft.com/office/drawing/2014/main" id="{DFB729E0-5605-4A63-A782-D99E5ECDE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" y="322326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BED2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156" name="source-20x20-r8-c4">
            <a:extLst xmlns:a="http://schemas.openxmlformats.org/drawingml/2006/main">
              <a:ext uri="{FF2B5EF4-FFF2-40B4-BE49-F238E27FC236}">
                <a16:creationId xmlns:a16="http://schemas.microsoft.com/office/drawing/2014/main" id="{4DF8B859-8A6C-43E9-BA6F-8BB79E756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665" y="322326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B6CB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157" name="source-20x20-r8-c5">
            <a:extLst xmlns:a="http://schemas.openxmlformats.org/drawingml/2006/main">
              <a:ext uri="{FF2B5EF4-FFF2-40B4-BE49-F238E27FC236}">
                <a16:creationId xmlns:a16="http://schemas.microsoft.com/office/drawing/2014/main" id="{72F58BE3-34B5-4C24-AAB8-49ACD76B8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45" y="322326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BDCF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158" name="source-20x20-r8-c6">
            <a:extLst xmlns:a="http://schemas.openxmlformats.org/drawingml/2006/main">
              <a:ext uri="{FF2B5EF4-FFF2-40B4-BE49-F238E27FC236}">
                <a16:creationId xmlns:a16="http://schemas.microsoft.com/office/drawing/2014/main" id="{566BF5A9-7A1F-4696-A2CF-79C862436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322326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C3D3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159" name="source-20x20-r8-c7">
            <a:extLst xmlns:a="http://schemas.openxmlformats.org/drawingml/2006/main">
              <a:ext uri="{FF2B5EF4-FFF2-40B4-BE49-F238E27FC236}">
                <a16:creationId xmlns:a16="http://schemas.microsoft.com/office/drawing/2014/main" id="{3E230D9D-FE5B-4A75-BC3C-B55D0FC39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0705" y="322326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CAD7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160" name="source-20x20-r8-c8">
            <a:extLst xmlns:a="http://schemas.openxmlformats.org/drawingml/2006/main">
              <a:ext uri="{FF2B5EF4-FFF2-40B4-BE49-F238E27FC236}">
                <a16:creationId xmlns:a16="http://schemas.microsoft.com/office/drawing/2014/main" id="{3B254218-D6D6-4EBC-BE07-FED9B8F85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7385" y="322326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CDD5D9"/>
            </a:solidFill>
            <a:prstDash val="solid"/>
          </a:ln>
        </p:spPr>
      </p:sp>
      <p:sp>
        <p:nvSpPr>
          <p:cNvPr id="161" name="source-20x20-r8-c9">
            <a:extLst xmlns:a="http://schemas.openxmlformats.org/drawingml/2006/main">
              <a:ext uri="{FF2B5EF4-FFF2-40B4-BE49-F238E27FC236}">
                <a16:creationId xmlns:a16="http://schemas.microsoft.com/office/drawing/2014/main" id="{9F36ECF2-D025-475C-ADF2-68E5E6651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4065" y="322326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D5DF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162" name="source-20x20-r8-c10">
            <a:extLst xmlns:a="http://schemas.openxmlformats.org/drawingml/2006/main">
              <a:ext uri="{FF2B5EF4-FFF2-40B4-BE49-F238E27FC236}">
                <a16:creationId xmlns:a16="http://schemas.microsoft.com/office/drawing/2014/main" id="{B64230BF-A05F-40C2-847A-D9AD0DB49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0745" y="322326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BFB3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163" name="source-20x20-r8-c11">
            <a:extLst xmlns:a="http://schemas.openxmlformats.org/drawingml/2006/main">
              <a:ext uri="{FF2B5EF4-FFF2-40B4-BE49-F238E27FC236}">
                <a16:creationId xmlns:a16="http://schemas.microsoft.com/office/drawing/2014/main" id="{5612031C-8BF1-4DD2-91D5-221E2E1AD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322326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A47F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164" name="source-20x20-r8-c12">
            <a:extLst xmlns:a="http://schemas.openxmlformats.org/drawingml/2006/main">
              <a:ext uri="{FF2B5EF4-FFF2-40B4-BE49-F238E27FC236}">
                <a16:creationId xmlns:a16="http://schemas.microsoft.com/office/drawing/2014/main" id="{FD656E21-912F-49B0-8474-1ADDC99AC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4105" y="322326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8A52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165" name="source-20x20-r8-c13">
            <a:extLst xmlns:a="http://schemas.openxmlformats.org/drawingml/2006/main">
              <a:ext uri="{FF2B5EF4-FFF2-40B4-BE49-F238E27FC236}">
                <a16:creationId xmlns:a16="http://schemas.microsoft.com/office/drawing/2014/main" id="{07345269-014E-454E-A33E-9227A2614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0785" y="322326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7E4F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166" name="source-20x20-r8-c14">
            <a:extLst xmlns:a="http://schemas.openxmlformats.org/drawingml/2006/main">
              <a:ext uri="{FF2B5EF4-FFF2-40B4-BE49-F238E27FC236}">
                <a16:creationId xmlns:a16="http://schemas.microsoft.com/office/drawing/2014/main" id="{0F709504-7D13-494F-A51E-9DE8EA371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7465" y="322326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714B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167" name="source-20x20-r8-c15">
            <a:extLst xmlns:a="http://schemas.openxmlformats.org/drawingml/2006/main">
              <a:ext uri="{FF2B5EF4-FFF2-40B4-BE49-F238E27FC236}">
                <a16:creationId xmlns:a16="http://schemas.microsoft.com/office/drawing/2014/main" id="{C9218BA3-701B-4071-95B3-057A4E499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4145" y="322326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B4E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168" name="source-20x20-r8-c16">
            <a:extLst xmlns:a="http://schemas.openxmlformats.org/drawingml/2006/main">
              <a:ext uri="{FF2B5EF4-FFF2-40B4-BE49-F238E27FC236}">
                <a16:creationId xmlns:a16="http://schemas.microsoft.com/office/drawing/2014/main" id="{74D959DB-156F-44C9-AD3C-69E008AAC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22326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B6F57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169" name="source-20x20-r8-c17">
            <a:extLst xmlns:a="http://schemas.openxmlformats.org/drawingml/2006/main">
              <a:ext uri="{FF2B5EF4-FFF2-40B4-BE49-F238E27FC236}">
                <a16:creationId xmlns:a16="http://schemas.microsoft.com/office/drawing/2014/main" id="{13BE878A-76D9-491C-AFE8-54B3A878E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7505" y="322326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7260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170" name="source-20x20-r8-c18">
            <a:extLst xmlns:a="http://schemas.openxmlformats.org/drawingml/2006/main">
              <a:ext uri="{FF2B5EF4-FFF2-40B4-BE49-F238E27FC236}">
                <a16:creationId xmlns:a16="http://schemas.microsoft.com/office/drawing/2014/main" id="{B2DA77CC-DBF2-4E07-9591-2DF9B1202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4185" y="322326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7F6E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171" name="source-20x20-r8-c19">
            <a:extLst xmlns:a="http://schemas.openxmlformats.org/drawingml/2006/main">
              <a:ext uri="{FF2B5EF4-FFF2-40B4-BE49-F238E27FC236}">
                <a16:creationId xmlns:a16="http://schemas.microsoft.com/office/drawing/2014/main" id="{83992509-CA75-4B3C-96B0-593E3CD43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0865" y="322326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907F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172" name="source-20x20-r8-c20">
            <a:extLst xmlns:a="http://schemas.openxmlformats.org/drawingml/2006/main">
              <a:ext uri="{FF2B5EF4-FFF2-40B4-BE49-F238E27FC236}">
                <a16:creationId xmlns:a16="http://schemas.microsoft.com/office/drawing/2014/main" id="{CFC4411A-ED45-4952-870F-444C8A4A1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7545" y="322326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A190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173" name="source-20x20-r9-c1">
            <a:extLst xmlns:a="http://schemas.openxmlformats.org/drawingml/2006/main">
              <a:ext uri="{FF2B5EF4-FFF2-40B4-BE49-F238E27FC236}">
                <a16:creationId xmlns:a16="http://schemas.microsoft.com/office/drawing/2014/main" id="{7569215B-469F-4554-810F-82E09AD21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32994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E6F1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174" name="source-20x20-r9-c2">
            <a:extLst xmlns:a="http://schemas.openxmlformats.org/drawingml/2006/main">
              <a:ext uri="{FF2B5EF4-FFF2-40B4-BE49-F238E27FC236}">
                <a16:creationId xmlns:a16="http://schemas.microsoft.com/office/drawing/2014/main" id="{185B223F-7778-4604-A07F-50AF4F228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" y="332994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BD9E8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175" name="source-20x20-r9-c3">
            <a:extLst xmlns:a="http://schemas.openxmlformats.org/drawingml/2006/main">
              <a:ext uri="{FF2B5EF4-FFF2-40B4-BE49-F238E27FC236}">
                <a16:creationId xmlns:a16="http://schemas.microsoft.com/office/drawing/2014/main" id="{7325E3FA-1C9B-4424-9F6D-E8D160E77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" y="332994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CDF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176" name="source-20x20-r9-c4">
            <a:extLst xmlns:a="http://schemas.openxmlformats.org/drawingml/2006/main">
              <a:ext uri="{FF2B5EF4-FFF2-40B4-BE49-F238E27FC236}">
                <a16:creationId xmlns:a16="http://schemas.microsoft.com/office/drawing/2014/main" id="{16207F72-1112-46C6-B1FA-38DBC1FF7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665" y="332994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BFD5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177" name="source-20x20-r9-c5">
            <a:extLst xmlns:a="http://schemas.openxmlformats.org/drawingml/2006/main">
              <a:ext uri="{FF2B5EF4-FFF2-40B4-BE49-F238E27FC236}">
                <a16:creationId xmlns:a16="http://schemas.microsoft.com/office/drawing/2014/main" id="{C56F5006-98F4-4811-8694-341B34CE2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45" y="332994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B3C9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178" name="source-20x20-r9-c6">
            <a:extLst xmlns:a="http://schemas.openxmlformats.org/drawingml/2006/main">
              <a:ext uri="{FF2B5EF4-FFF2-40B4-BE49-F238E27FC236}">
                <a16:creationId xmlns:a16="http://schemas.microsoft.com/office/drawing/2014/main" id="{F87967A4-928A-412E-9E2C-15C8E9C01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332994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A7BE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179" name="source-20x20-r9-c7">
            <a:extLst xmlns:a="http://schemas.openxmlformats.org/drawingml/2006/main">
              <a:ext uri="{FF2B5EF4-FFF2-40B4-BE49-F238E27FC236}">
                <a16:creationId xmlns:a16="http://schemas.microsoft.com/office/drawing/2014/main" id="{05ACD037-AAE8-4A3C-900D-D11B05798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0705" y="332994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B5C7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180" name="source-20x20-r9-c8">
            <a:extLst xmlns:a="http://schemas.openxmlformats.org/drawingml/2006/main">
              <a:ext uri="{FF2B5EF4-FFF2-40B4-BE49-F238E27FC236}">
                <a16:creationId xmlns:a16="http://schemas.microsoft.com/office/drawing/2014/main" id="{68E79E78-9A94-44C8-9090-F21D4E8F4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7385" y="332994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D5DF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181" name="source-20x20-r9-c9">
            <a:extLst xmlns:a="http://schemas.openxmlformats.org/drawingml/2006/main">
              <a:ext uri="{FF2B5EF4-FFF2-40B4-BE49-F238E27FC236}">
                <a16:creationId xmlns:a16="http://schemas.microsoft.com/office/drawing/2014/main" id="{928788C4-E84A-432C-8568-28DA89583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4065" y="332994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CDD5D9"/>
            </a:solidFill>
            <a:prstDash val="solid"/>
          </a:ln>
        </p:spPr>
      </p:sp>
      <p:sp>
        <p:nvSpPr>
          <p:cNvPr id="182" name="source-20x20-r9-c10">
            <a:extLst xmlns:a="http://schemas.openxmlformats.org/drawingml/2006/main">
              <a:ext uri="{FF2B5EF4-FFF2-40B4-BE49-F238E27FC236}">
                <a16:creationId xmlns:a16="http://schemas.microsoft.com/office/drawing/2014/main" id="{8C4F6396-43A3-42B8-8FE9-3FE55A6AC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0745" y="332994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D3C2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183" name="source-20x20-r9-c11">
            <a:extLst xmlns:a="http://schemas.openxmlformats.org/drawingml/2006/main">
              <a:ext uri="{FF2B5EF4-FFF2-40B4-BE49-F238E27FC236}">
                <a16:creationId xmlns:a16="http://schemas.microsoft.com/office/drawing/2014/main" id="{B7ECC6D2-DFE6-439C-93D2-9FBF8831E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332994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A680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184" name="source-20x20-r9-c12">
            <a:extLst xmlns:a="http://schemas.openxmlformats.org/drawingml/2006/main">
              <a:ext uri="{FF2B5EF4-FFF2-40B4-BE49-F238E27FC236}">
                <a16:creationId xmlns:a16="http://schemas.microsoft.com/office/drawing/2014/main" id="{355CD89A-40CA-48F0-81C0-F85E763C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4105" y="332994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7E47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185" name="source-20x20-r9-c13">
            <a:extLst xmlns:a="http://schemas.openxmlformats.org/drawingml/2006/main">
              <a:ext uri="{FF2B5EF4-FFF2-40B4-BE49-F238E27FC236}">
                <a16:creationId xmlns:a16="http://schemas.microsoft.com/office/drawing/2014/main" id="{73CE2277-7412-4DB5-97FF-9E6FD8A9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0785" y="332994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7149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186" name="source-20x20-r9-c14">
            <a:extLst xmlns:a="http://schemas.openxmlformats.org/drawingml/2006/main">
              <a:ext uri="{FF2B5EF4-FFF2-40B4-BE49-F238E27FC236}">
                <a16:creationId xmlns:a16="http://schemas.microsoft.com/office/drawing/2014/main" id="{C4EFD811-6858-4289-A9D5-A81BED76C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7465" y="332994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634B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187" name="source-20x20-r9-c15">
            <a:extLst xmlns:a="http://schemas.openxmlformats.org/drawingml/2006/main">
              <a:ext uri="{FF2B5EF4-FFF2-40B4-BE49-F238E27FC236}">
                <a16:creationId xmlns:a16="http://schemas.microsoft.com/office/drawing/2014/main" id="{DF53D782-1394-4E47-8F94-CD4F1135B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4145" y="332994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6252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188" name="source-20x20-r9-c16">
            <a:extLst xmlns:a="http://schemas.openxmlformats.org/drawingml/2006/main">
              <a:ext uri="{FF2B5EF4-FFF2-40B4-BE49-F238E27FC236}">
                <a16:creationId xmlns:a16="http://schemas.microsoft.com/office/drawing/2014/main" id="{760984A0-5B85-4E81-8477-BA7F2F87F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32994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715F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189" name="source-20x20-r9-c17">
            <a:extLst xmlns:a="http://schemas.openxmlformats.org/drawingml/2006/main">
              <a:ext uri="{FF2B5EF4-FFF2-40B4-BE49-F238E27FC236}">
                <a16:creationId xmlns:a16="http://schemas.microsoft.com/office/drawing/2014/main" id="{B8646A78-AA76-4568-8D2D-E41150B70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7505" y="332994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7F6C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190" name="source-20x20-r9-c18">
            <a:extLst xmlns:a="http://schemas.openxmlformats.org/drawingml/2006/main">
              <a:ext uri="{FF2B5EF4-FFF2-40B4-BE49-F238E27FC236}">
                <a16:creationId xmlns:a16="http://schemas.microsoft.com/office/drawing/2014/main" id="{2A20E319-8641-470A-A2BB-87A076472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4185" y="332994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907D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191" name="source-20x20-r9-c19">
            <a:extLst xmlns:a="http://schemas.openxmlformats.org/drawingml/2006/main">
              <a:ext uri="{FF2B5EF4-FFF2-40B4-BE49-F238E27FC236}">
                <a16:creationId xmlns:a16="http://schemas.microsoft.com/office/drawing/2014/main" id="{9F97EA2B-AFE1-4443-904B-7455808D0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0865" y="332994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190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192" name="source-20x20-r9-c20">
            <a:extLst xmlns:a="http://schemas.openxmlformats.org/drawingml/2006/main">
              <a:ext uri="{FF2B5EF4-FFF2-40B4-BE49-F238E27FC236}">
                <a16:creationId xmlns:a16="http://schemas.microsoft.com/office/drawing/2014/main" id="{308D6218-BDF3-4AB9-BDDA-DE59882CF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7545" y="332994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2A2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193" name="source-20x20-r10-c1">
            <a:extLst xmlns:a="http://schemas.openxmlformats.org/drawingml/2006/main">
              <a:ext uri="{FF2B5EF4-FFF2-40B4-BE49-F238E27FC236}">
                <a16:creationId xmlns:a16="http://schemas.microsoft.com/office/drawing/2014/main" id="{CD6E75C6-F426-40FF-8959-68009A718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43662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8E0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194" name="source-20x20-r10-c2">
            <a:extLst xmlns:a="http://schemas.openxmlformats.org/drawingml/2006/main">
              <a:ext uri="{FF2B5EF4-FFF2-40B4-BE49-F238E27FC236}">
                <a16:creationId xmlns:a16="http://schemas.microsoft.com/office/drawing/2014/main" id="{D55C20A6-E322-4758-B2B2-E9AEFBEA9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" y="343662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DCD3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195" name="source-20x20-r10-c3">
            <a:extLst xmlns:a="http://schemas.openxmlformats.org/drawingml/2006/main">
              <a:ext uri="{FF2B5EF4-FFF2-40B4-BE49-F238E27FC236}">
                <a16:creationId xmlns:a16="http://schemas.microsoft.com/office/drawing/2014/main" id="{5BFCAF2F-FC4B-441C-9386-1679398DA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" y="343662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D0C6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196" name="source-20x20-r10-c4">
            <a:extLst xmlns:a="http://schemas.openxmlformats.org/drawingml/2006/main">
              <a:ext uri="{FF2B5EF4-FFF2-40B4-BE49-F238E27FC236}">
                <a16:creationId xmlns:a16="http://schemas.microsoft.com/office/drawing/2014/main" id="{1B2903CF-B065-40CB-9055-8E3FCBE63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665" y="343662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C3B9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197" name="source-20x20-r10-c5">
            <a:extLst xmlns:a="http://schemas.openxmlformats.org/drawingml/2006/main">
              <a:ext uri="{FF2B5EF4-FFF2-40B4-BE49-F238E27FC236}">
                <a16:creationId xmlns:a16="http://schemas.microsoft.com/office/drawing/2014/main" id="{456054B3-8A1C-48CC-82F7-ACFC728B3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45" y="343662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B4AD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198" name="source-20x20-r10-c6">
            <a:extLst xmlns:a="http://schemas.openxmlformats.org/drawingml/2006/main">
              <a:ext uri="{FF2B5EF4-FFF2-40B4-BE49-F238E27FC236}">
                <a16:creationId xmlns:a16="http://schemas.microsoft.com/office/drawing/2014/main" id="{35C9F5DA-4FF5-4D97-B335-F986D1FD3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343662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A5A1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199" name="source-20x20-r10-c7">
            <a:extLst xmlns:a="http://schemas.openxmlformats.org/drawingml/2006/main">
              <a:ext uri="{FF2B5EF4-FFF2-40B4-BE49-F238E27FC236}">
                <a16:creationId xmlns:a16="http://schemas.microsoft.com/office/drawing/2014/main" id="{ECB71EEB-2928-4141-8522-4F15C000E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0705" y="343662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AAA4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200" name="source-20x20-r10-c8">
            <a:extLst xmlns:a="http://schemas.openxmlformats.org/drawingml/2006/main">
              <a:ext uri="{FF2B5EF4-FFF2-40B4-BE49-F238E27FC236}">
                <a16:creationId xmlns:a16="http://schemas.microsoft.com/office/drawing/2014/main" id="{340436A8-D9C8-461B-BE1A-CAFF40EBB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7385" y="343662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BFB3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201" name="source-20x20-r10-c9">
            <a:extLst xmlns:a="http://schemas.openxmlformats.org/drawingml/2006/main">
              <a:ext uri="{FF2B5EF4-FFF2-40B4-BE49-F238E27FC236}">
                <a16:creationId xmlns:a16="http://schemas.microsoft.com/office/drawing/2014/main" id="{8E023619-7401-4122-A0EF-101E4B2C5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4065" y="343662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D3C2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202" name="source-20x20-r10-c10">
            <a:extLst xmlns:a="http://schemas.openxmlformats.org/drawingml/2006/main">
              <a:ext uri="{FF2B5EF4-FFF2-40B4-BE49-F238E27FC236}">
                <a16:creationId xmlns:a16="http://schemas.microsoft.com/office/drawing/2014/main" id="{9B882FDA-1829-4135-9676-47F6CBBDA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0745" y="343662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CDD5D9"/>
            </a:solidFill>
            <a:prstDash val="solid"/>
          </a:ln>
        </p:spPr>
      </p:sp>
      <p:sp>
        <p:nvSpPr>
          <p:cNvPr id="203" name="source-20x20-r10-c11">
            <a:extLst xmlns:a="http://schemas.openxmlformats.org/drawingml/2006/main">
              <a:ext uri="{FF2B5EF4-FFF2-40B4-BE49-F238E27FC236}">
                <a16:creationId xmlns:a16="http://schemas.microsoft.com/office/drawing/2014/main" id="{8E7AAD34-FC34-471C-8BA7-C5C68F4A8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343662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B695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204" name="source-20x20-r10-c12">
            <a:extLst xmlns:a="http://schemas.openxmlformats.org/drawingml/2006/main">
              <a:ext uri="{FF2B5EF4-FFF2-40B4-BE49-F238E27FC236}">
                <a16:creationId xmlns:a16="http://schemas.microsoft.com/office/drawing/2014/main" id="{4FF06DF8-E5B0-40E6-A9DF-F2D028913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4105" y="343662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A47F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205" name="source-20x20-r10-c13">
            <a:extLst xmlns:a="http://schemas.openxmlformats.org/drawingml/2006/main">
              <a:ext uri="{FF2B5EF4-FFF2-40B4-BE49-F238E27FC236}">
                <a16:creationId xmlns:a16="http://schemas.microsoft.com/office/drawing/2014/main" id="{CCAC3119-617B-4239-AEBF-F2EBF8280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0785" y="343662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8F78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206" name="source-20x20-r10-c14">
            <a:extLst xmlns:a="http://schemas.openxmlformats.org/drawingml/2006/main">
              <a:ext uri="{FF2B5EF4-FFF2-40B4-BE49-F238E27FC236}">
                <a16:creationId xmlns:a16="http://schemas.microsoft.com/office/drawing/2014/main" id="{3F480AE6-E57D-4CA3-986D-DF270473A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7465" y="343662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7B72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207" name="source-20x20-r10-c15">
            <a:extLst xmlns:a="http://schemas.openxmlformats.org/drawingml/2006/main">
              <a:ext uri="{FF2B5EF4-FFF2-40B4-BE49-F238E27FC236}">
                <a16:creationId xmlns:a16="http://schemas.microsoft.com/office/drawing/2014/main" id="{8FA5709C-C2A8-48FD-A510-D03F0727A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4145" y="343662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7674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208" name="source-20x20-r10-c16">
            <a:extLst xmlns:a="http://schemas.openxmlformats.org/drawingml/2006/main">
              <a:ext uri="{FF2B5EF4-FFF2-40B4-BE49-F238E27FC236}">
                <a16:creationId xmlns:a16="http://schemas.microsoft.com/office/drawing/2014/main" id="{5477A905-7996-4F13-94E3-C9A04808D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43662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8681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209" name="source-20x20-r10-c17">
            <a:extLst xmlns:a="http://schemas.openxmlformats.org/drawingml/2006/main">
              <a:ext uri="{FF2B5EF4-FFF2-40B4-BE49-F238E27FC236}">
                <a16:creationId xmlns:a16="http://schemas.microsoft.com/office/drawing/2014/main" id="{83709249-2963-4BDE-9DB5-657419574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7505" y="343662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958F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210" name="source-20x20-r10-c18">
            <a:extLst xmlns:a="http://schemas.openxmlformats.org/drawingml/2006/main">
              <a:ext uri="{FF2B5EF4-FFF2-40B4-BE49-F238E27FC236}">
                <a16:creationId xmlns:a16="http://schemas.microsoft.com/office/drawing/2014/main" id="{845346F7-2F43-4F1C-BF99-8E449B016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4185" y="343662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A59E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211" name="source-20x20-r10-c19">
            <a:extLst xmlns:a="http://schemas.openxmlformats.org/drawingml/2006/main">
              <a:ext uri="{FF2B5EF4-FFF2-40B4-BE49-F238E27FC236}">
                <a16:creationId xmlns:a16="http://schemas.microsoft.com/office/drawing/2014/main" id="{42FF4CDB-0072-4714-8ED1-E1EA12968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0865" y="343662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B5AE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212" name="source-20x20-r10-c20">
            <a:extLst xmlns:a="http://schemas.openxmlformats.org/drawingml/2006/main">
              <a:ext uri="{FF2B5EF4-FFF2-40B4-BE49-F238E27FC236}">
                <a16:creationId xmlns:a16="http://schemas.microsoft.com/office/drawing/2014/main" id="{A2468972-D34D-4E1D-8696-2D27F230D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7545" y="343662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C4BD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213" name="source-20x20-r11-c1">
            <a:extLst xmlns:a="http://schemas.openxmlformats.org/drawingml/2006/main">
              <a:ext uri="{FF2B5EF4-FFF2-40B4-BE49-F238E27FC236}">
                <a16:creationId xmlns:a16="http://schemas.microsoft.com/office/drawing/2014/main" id="{4634384E-FF96-4763-8F27-5CC7ADAA3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4330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E9CB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214" name="source-20x20-r11-c2">
            <a:extLst xmlns:a="http://schemas.openxmlformats.org/drawingml/2006/main">
              <a:ext uri="{FF2B5EF4-FFF2-40B4-BE49-F238E27FC236}">
                <a16:creationId xmlns:a16="http://schemas.microsoft.com/office/drawing/2014/main" id="{C209CA78-1FB2-4BDD-8269-43AE33FB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" y="354330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DEB9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215" name="source-20x20-r11-c3">
            <a:extLst xmlns:a="http://schemas.openxmlformats.org/drawingml/2006/main">
              <a:ext uri="{FF2B5EF4-FFF2-40B4-BE49-F238E27FC236}">
                <a16:creationId xmlns:a16="http://schemas.microsoft.com/office/drawing/2014/main" id="{5D0240A9-7DAC-4A3F-B6AE-DA4C73982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" y="354330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D3A7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216" name="source-20x20-r11-c4">
            <a:extLst xmlns:a="http://schemas.openxmlformats.org/drawingml/2006/main">
              <a:ext uri="{FF2B5EF4-FFF2-40B4-BE49-F238E27FC236}">
                <a16:creationId xmlns:a16="http://schemas.microsoft.com/office/drawing/2014/main" id="{B189FB0E-EC2D-4B88-A7F1-8B2611BE1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665" y="354330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C797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217" name="source-20x20-r11-c5">
            <a:extLst xmlns:a="http://schemas.openxmlformats.org/drawingml/2006/main">
              <a:ext uri="{FF2B5EF4-FFF2-40B4-BE49-F238E27FC236}">
                <a16:creationId xmlns:a16="http://schemas.microsoft.com/office/drawing/2014/main" id="{92692119-FE9F-479D-8CB3-EAD8BDC37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45" y="354330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B68D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218" name="source-20x20-r11-c6">
            <a:extLst xmlns:a="http://schemas.openxmlformats.org/drawingml/2006/main">
              <a:ext uri="{FF2B5EF4-FFF2-40B4-BE49-F238E27FC236}">
                <a16:creationId xmlns:a16="http://schemas.microsoft.com/office/drawing/2014/main" id="{F4FB802B-CFFD-416C-B6C8-55E25817B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354330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A682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219" name="source-20x20-r11-c7">
            <a:extLst xmlns:a="http://schemas.openxmlformats.org/drawingml/2006/main">
              <a:ext uri="{FF2B5EF4-FFF2-40B4-BE49-F238E27FC236}">
                <a16:creationId xmlns:a16="http://schemas.microsoft.com/office/drawing/2014/main" id="{22E94FB5-AB7F-464F-AEAB-20A422C29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0705" y="354330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A17E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220" name="source-20x20-r11-c8">
            <a:extLst xmlns:a="http://schemas.openxmlformats.org/drawingml/2006/main">
              <a:ext uri="{FF2B5EF4-FFF2-40B4-BE49-F238E27FC236}">
                <a16:creationId xmlns:a16="http://schemas.microsoft.com/office/drawing/2014/main" id="{6D3B785B-A55F-4476-916B-5424292C9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7385" y="354330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A47F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221" name="source-20x20-r11-c9">
            <a:extLst xmlns:a="http://schemas.openxmlformats.org/drawingml/2006/main">
              <a:ext uri="{FF2B5EF4-FFF2-40B4-BE49-F238E27FC236}">
                <a16:creationId xmlns:a16="http://schemas.microsoft.com/office/drawing/2014/main" id="{B3D745AB-840F-4F39-9817-1D1A1F597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4065" y="354330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A680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222" name="source-20x20-r11-c10">
            <a:extLst xmlns:a="http://schemas.openxmlformats.org/drawingml/2006/main">
              <a:ext uri="{FF2B5EF4-FFF2-40B4-BE49-F238E27FC236}">
                <a16:creationId xmlns:a16="http://schemas.microsoft.com/office/drawing/2014/main" id="{14249099-F0BE-4D11-BF1B-2B75141E2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0745" y="354330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B695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223" name="source-20x20-r11-c11">
            <a:extLst xmlns:a="http://schemas.openxmlformats.org/drawingml/2006/main">
              <a:ext uri="{FF2B5EF4-FFF2-40B4-BE49-F238E27FC236}">
                <a16:creationId xmlns:a16="http://schemas.microsoft.com/office/drawing/2014/main" id="{A4D766DD-B916-4F4E-9C72-504E239F4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354330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CDD5D9"/>
            </a:solidFill>
            <a:prstDash val="solid"/>
          </a:ln>
        </p:spPr>
      </p:sp>
      <p:sp>
        <p:nvSpPr>
          <p:cNvPr id="224" name="source-20x20-r11-c12">
            <a:extLst xmlns:a="http://schemas.openxmlformats.org/drawingml/2006/main">
              <a:ext uri="{FF2B5EF4-FFF2-40B4-BE49-F238E27FC236}">
                <a16:creationId xmlns:a16="http://schemas.microsoft.com/office/drawing/2014/main" id="{6E267C2F-2367-4987-B2AB-4D2026F4B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4105" y="354330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2C2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225" name="source-20x20-r11-c13">
            <a:extLst xmlns:a="http://schemas.openxmlformats.org/drawingml/2006/main">
              <a:ext uri="{FF2B5EF4-FFF2-40B4-BE49-F238E27FC236}">
                <a16:creationId xmlns:a16="http://schemas.microsoft.com/office/drawing/2014/main" id="{79E509CF-2354-4077-B27F-9370E8931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0785" y="354330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B5B0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226" name="source-20x20-r11-c14">
            <a:extLst xmlns:a="http://schemas.openxmlformats.org/drawingml/2006/main">
              <a:ext uri="{FF2B5EF4-FFF2-40B4-BE49-F238E27FC236}">
                <a16:creationId xmlns:a16="http://schemas.microsoft.com/office/drawing/2014/main" id="{C3929F8E-1CBD-4FD2-B933-653E1095A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7465" y="354330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989E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227" name="source-20x20-r11-c15">
            <a:extLst xmlns:a="http://schemas.openxmlformats.org/drawingml/2006/main">
              <a:ext uri="{FF2B5EF4-FFF2-40B4-BE49-F238E27FC236}">
                <a16:creationId xmlns:a16="http://schemas.microsoft.com/office/drawing/2014/main" id="{1F822355-1169-48B2-A3F6-9AAAAF219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4145" y="354330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8E9A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228" name="source-20x20-r11-c16">
            <a:extLst xmlns:a="http://schemas.openxmlformats.org/drawingml/2006/main">
              <a:ext uri="{FF2B5EF4-FFF2-40B4-BE49-F238E27FC236}">
                <a16:creationId xmlns:a16="http://schemas.microsoft.com/office/drawing/2014/main" id="{E1AA5311-8392-4FE9-B301-A68A3849C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54330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EA8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229" name="source-20x20-r11-c17">
            <a:extLst xmlns:a="http://schemas.openxmlformats.org/drawingml/2006/main">
              <a:ext uri="{FF2B5EF4-FFF2-40B4-BE49-F238E27FC236}">
                <a16:creationId xmlns:a16="http://schemas.microsoft.com/office/drawing/2014/main" id="{DADB0187-6242-4CF5-AB09-C2E59330B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7505" y="354330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ADB5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230" name="source-20x20-r11-c18">
            <a:extLst xmlns:a="http://schemas.openxmlformats.org/drawingml/2006/main">
              <a:ext uri="{FF2B5EF4-FFF2-40B4-BE49-F238E27FC236}">
                <a16:creationId xmlns:a16="http://schemas.microsoft.com/office/drawing/2014/main" id="{BA03E873-623C-409D-9E75-8402BB3B8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4185" y="354330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BBC2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231" name="source-20x20-r11-c19">
            <a:extLst xmlns:a="http://schemas.openxmlformats.org/drawingml/2006/main">
              <a:ext uri="{FF2B5EF4-FFF2-40B4-BE49-F238E27FC236}">
                <a16:creationId xmlns:a16="http://schemas.microsoft.com/office/drawing/2014/main" id="{803D5538-8216-49B2-8CE4-3B8048F2B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0865" y="354330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C9CE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232" name="source-20x20-r11-c20">
            <a:extLst xmlns:a="http://schemas.openxmlformats.org/drawingml/2006/main">
              <a:ext uri="{FF2B5EF4-FFF2-40B4-BE49-F238E27FC236}">
                <a16:creationId xmlns:a16="http://schemas.microsoft.com/office/drawing/2014/main" id="{42487395-A8F3-4CA2-BBD2-FC99F5DB7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7545" y="354330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8DA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233" name="source-20x20-r12-c1">
            <a:extLst xmlns:a="http://schemas.openxmlformats.org/drawingml/2006/main">
              <a:ext uri="{FF2B5EF4-FFF2-40B4-BE49-F238E27FC236}">
                <a16:creationId xmlns:a16="http://schemas.microsoft.com/office/drawing/2014/main" id="{E2C93EEB-BF81-4EA3-BF88-9A8347EB6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64998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E8B6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234" name="source-20x20-r12-c2">
            <a:extLst xmlns:a="http://schemas.openxmlformats.org/drawingml/2006/main">
              <a:ext uri="{FF2B5EF4-FFF2-40B4-BE49-F238E27FC236}">
                <a16:creationId xmlns:a16="http://schemas.microsoft.com/office/drawing/2014/main" id="{53D6E5D2-3665-441C-86C2-8DD4130B5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" y="364998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DDA0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235" name="source-20x20-r12-c3">
            <a:extLst xmlns:a="http://schemas.openxmlformats.org/drawingml/2006/main">
              <a:ext uri="{FF2B5EF4-FFF2-40B4-BE49-F238E27FC236}">
                <a16:creationId xmlns:a16="http://schemas.microsoft.com/office/drawing/2014/main" id="{183B40C1-B955-4B74-8232-3D9E563D4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" y="364998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D38B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236" name="source-20x20-r12-c4">
            <a:extLst xmlns:a="http://schemas.openxmlformats.org/drawingml/2006/main">
              <a:ext uri="{FF2B5EF4-FFF2-40B4-BE49-F238E27FC236}">
                <a16:creationId xmlns:a16="http://schemas.microsoft.com/office/drawing/2014/main" id="{D6C76482-E33E-4A7A-A686-E9E7A8FE5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665" y="364998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8C779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237" name="source-20x20-r12-c5">
            <a:extLst xmlns:a="http://schemas.openxmlformats.org/drawingml/2006/main">
              <a:ext uri="{FF2B5EF4-FFF2-40B4-BE49-F238E27FC236}">
                <a16:creationId xmlns:a16="http://schemas.microsoft.com/office/drawing/2014/main" id="{416F394D-D771-42E4-BE79-866B32FEC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45" y="364998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B670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238" name="source-20x20-r12-c6">
            <a:extLst xmlns:a="http://schemas.openxmlformats.org/drawingml/2006/main">
              <a:ext uri="{FF2B5EF4-FFF2-40B4-BE49-F238E27FC236}">
                <a16:creationId xmlns:a16="http://schemas.microsoft.com/office/drawing/2014/main" id="{761BDEF3-9AFB-4D63-94FA-1EE77B95E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364998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66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239" name="source-20x20-r12-c7">
            <a:extLst xmlns:a="http://schemas.openxmlformats.org/drawingml/2006/main">
              <a:ext uri="{FF2B5EF4-FFF2-40B4-BE49-F238E27FC236}">
                <a16:creationId xmlns:a16="http://schemas.microsoft.com/office/drawing/2014/main" id="{5B92AF81-A26C-42B1-8453-B24867D87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0705" y="364998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975C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240" name="source-20x20-r12-c8">
            <a:extLst xmlns:a="http://schemas.openxmlformats.org/drawingml/2006/main">
              <a:ext uri="{FF2B5EF4-FFF2-40B4-BE49-F238E27FC236}">
                <a16:creationId xmlns:a16="http://schemas.microsoft.com/office/drawing/2014/main" id="{069715B3-45D0-4879-A6F4-43B3981A0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7385" y="364998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8A52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241" name="source-20x20-r12-c9">
            <a:extLst xmlns:a="http://schemas.openxmlformats.org/drawingml/2006/main">
              <a:ext uri="{FF2B5EF4-FFF2-40B4-BE49-F238E27FC236}">
                <a16:creationId xmlns:a16="http://schemas.microsoft.com/office/drawing/2014/main" id="{898FAFEA-1471-40AF-AD95-23370E357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4065" y="364998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7E47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242" name="source-20x20-r12-c10">
            <a:extLst xmlns:a="http://schemas.openxmlformats.org/drawingml/2006/main">
              <a:ext uri="{FF2B5EF4-FFF2-40B4-BE49-F238E27FC236}">
                <a16:creationId xmlns:a16="http://schemas.microsoft.com/office/drawing/2014/main" id="{4CF9E0D4-3DC0-4BCC-8ACE-9B2C23396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0745" y="364998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A47F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243" name="source-20x20-r12-c11">
            <a:extLst xmlns:a="http://schemas.openxmlformats.org/drawingml/2006/main">
              <a:ext uri="{FF2B5EF4-FFF2-40B4-BE49-F238E27FC236}">
                <a16:creationId xmlns:a16="http://schemas.microsoft.com/office/drawing/2014/main" id="{96105A51-53BB-4930-9BFD-999BFD472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364998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2C2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244" name="source-20x20-r12-c12">
            <a:extLst xmlns:a="http://schemas.openxmlformats.org/drawingml/2006/main">
              <a:ext uri="{FF2B5EF4-FFF2-40B4-BE49-F238E27FC236}">
                <a16:creationId xmlns:a16="http://schemas.microsoft.com/office/drawing/2014/main" id="{6945AA1B-B255-4D6C-B85C-3D8533B18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4105" y="364998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CDD5D9"/>
            </a:solidFill>
            <a:prstDash val="solid"/>
          </a:ln>
        </p:spPr>
      </p:sp>
      <p:sp>
        <p:nvSpPr>
          <p:cNvPr id="245" name="source-20x20-r12-c13">
            <a:extLst xmlns:a="http://schemas.openxmlformats.org/drawingml/2006/main">
              <a:ext uri="{FF2B5EF4-FFF2-40B4-BE49-F238E27FC236}">
                <a16:creationId xmlns:a16="http://schemas.microsoft.com/office/drawing/2014/main" id="{18744F5D-6EA6-42C9-A4A5-1AA9D6692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0785" y="364998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D5DF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246" name="source-20x20-r12-c14">
            <a:extLst xmlns:a="http://schemas.openxmlformats.org/drawingml/2006/main">
              <a:ext uri="{FF2B5EF4-FFF2-40B4-BE49-F238E27FC236}">
                <a16:creationId xmlns:a16="http://schemas.microsoft.com/office/drawing/2014/main" id="{C33FA3EE-8DCE-4392-89A6-6DB2A9022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7465" y="364998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B5C7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247" name="source-20x20-r12-c15">
            <a:extLst xmlns:a="http://schemas.openxmlformats.org/drawingml/2006/main">
              <a:ext uri="{FF2B5EF4-FFF2-40B4-BE49-F238E27FC236}">
                <a16:creationId xmlns:a16="http://schemas.microsoft.com/office/drawing/2014/main" id="{3CC28F2E-5C7D-4F7E-8BAC-7D8679B1E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4145" y="364998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A7BE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248" name="source-20x20-r12-c16">
            <a:extLst xmlns:a="http://schemas.openxmlformats.org/drawingml/2006/main">
              <a:ext uri="{FF2B5EF4-FFF2-40B4-BE49-F238E27FC236}">
                <a16:creationId xmlns:a16="http://schemas.microsoft.com/office/drawing/2014/main" id="{E433FFEF-AA8F-4381-9584-B989DFB18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64998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B3C9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249" name="source-20x20-r12-c17">
            <a:extLst xmlns:a="http://schemas.openxmlformats.org/drawingml/2006/main">
              <a:ext uri="{FF2B5EF4-FFF2-40B4-BE49-F238E27FC236}">
                <a16:creationId xmlns:a16="http://schemas.microsoft.com/office/drawing/2014/main" id="{16F74B86-0DCB-4068-90B5-FAB73BD9A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7505" y="364998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BFD5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250" name="source-20x20-r12-c18">
            <a:extLst xmlns:a="http://schemas.openxmlformats.org/drawingml/2006/main">
              <a:ext uri="{FF2B5EF4-FFF2-40B4-BE49-F238E27FC236}">
                <a16:creationId xmlns:a16="http://schemas.microsoft.com/office/drawing/2014/main" id="{B9C2D8A5-DA58-48B7-97C4-639C68397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4185" y="364998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CDF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251" name="source-20x20-r12-c19">
            <a:extLst xmlns:a="http://schemas.openxmlformats.org/drawingml/2006/main">
              <a:ext uri="{FF2B5EF4-FFF2-40B4-BE49-F238E27FC236}">
                <a16:creationId xmlns:a16="http://schemas.microsoft.com/office/drawing/2014/main" id="{60240C63-2B09-4971-AC7E-13E8A4999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0865" y="364998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BD9E8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252" name="source-20x20-r12-c20">
            <a:extLst xmlns:a="http://schemas.openxmlformats.org/drawingml/2006/main">
              <a:ext uri="{FF2B5EF4-FFF2-40B4-BE49-F238E27FC236}">
                <a16:creationId xmlns:a16="http://schemas.microsoft.com/office/drawing/2014/main" id="{B7C3EFEF-2601-4420-9AD3-7FD702329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7545" y="364998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E6F1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253" name="source-20x20-r13-c1">
            <a:extLst xmlns:a="http://schemas.openxmlformats.org/drawingml/2006/main">
              <a:ext uri="{FF2B5EF4-FFF2-40B4-BE49-F238E27FC236}">
                <a16:creationId xmlns:a16="http://schemas.microsoft.com/office/drawing/2014/main" id="{534C8A74-123D-4D4E-884C-06D971EFD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75666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DEA0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254" name="source-20x20-r13-c2">
            <a:extLst xmlns:a="http://schemas.openxmlformats.org/drawingml/2006/main">
              <a:ext uri="{FF2B5EF4-FFF2-40B4-BE49-F238E27FC236}">
                <a16:creationId xmlns:a16="http://schemas.microsoft.com/office/drawing/2014/main" id="{D66EB40E-6A3C-412C-8860-5763AB0ED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" y="375666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D18F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255" name="source-20x20-r13-c3">
            <a:extLst xmlns:a="http://schemas.openxmlformats.org/drawingml/2006/main">
              <a:ext uri="{FF2B5EF4-FFF2-40B4-BE49-F238E27FC236}">
                <a16:creationId xmlns:a16="http://schemas.microsoft.com/office/drawing/2014/main" id="{12750469-D879-4048-A38B-E1BE87FDB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" y="375666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8C47E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256" name="source-20x20-r13-c4">
            <a:extLst xmlns:a="http://schemas.openxmlformats.org/drawingml/2006/main">
              <a:ext uri="{FF2B5EF4-FFF2-40B4-BE49-F238E27FC236}">
                <a16:creationId xmlns:a16="http://schemas.microsoft.com/office/drawing/2014/main" id="{6C359E67-4938-40FD-AD8C-4E9FE78DF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665" y="375666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B670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257" name="source-20x20-r13-c5">
            <a:extLst xmlns:a="http://schemas.openxmlformats.org/drawingml/2006/main">
              <a:ext uri="{FF2B5EF4-FFF2-40B4-BE49-F238E27FC236}">
                <a16:creationId xmlns:a16="http://schemas.microsoft.com/office/drawing/2014/main" id="{72A0F11D-2229-4F59-99F0-5C28CC858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45" y="375666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A765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258" name="source-20x20-r13-c6">
            <a:extLst xmlns:a="http://schemas.openxmlformats.org/drawingml/2006/main">
              <a:ext uri="{FF2B5EF4-FFF2-40B4-BE49-F238E27FC236}">
                <a16:creationId xmlns:a16="http://schemas.microsoft.com/office/drawing/2014/main" id="{04466EBF-8DE7-4423-BB73-CE2681172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375666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85B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259" name="source-20x20-r13-c7">
            <a:extLst xmlns:a="http://schemas.openxmlformats.org/drawingml/2006/main">
              <a:ext uri="{FF2B5EF4-FFF2-40B4-BE49-F238E27FC236}">
                <a16:creationId xmlns:a16="http://schemas.microsoft.com/office/drawing/2014/main" id="{49A5D32B-B13F-4894-BCFD-3792D337D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0705" y="375666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8A54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260" name="source-20x20-r13-c8">
            <a:extLst xmlns:a="http://schemas.openxmlformats.org/drawingml/2006/main">
              <a:ext uri="{FF2B5EF4-FFF2-40B4-BE49-F238E27FC236}">
                <a16:creationId xmlns:a16="http://schemas.microsoft.com/office/drawing/2014/main" id="{C4A635A5-0510-48C0-9A1D-E0EA8B991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7385" y="375666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7E4F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261" name="source-20x20-r13-c9">
            <a:extLst xmlns:a="http://schemas.openxmlformats.org/drawingml/2006/main">
              <a:ext uri="{FF2B5EF4-FFF2-40B4-BE49-F238E27FC236}">
                <a16:creationId xmlns:a16="http://schemas.microsoft.com/office/drawing/2014/main" id="{DAE1BA59-6CAB-459C-AEC5-6D5395A0E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4065" y="375666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7149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262" name="source-20x20-r13-c10">
            <a:extLst xmlns:a="http://schemas.openxmlformats.org/drawingml/2006/main">
              <a:ext uri="{FF2B5EF4-FFF2-40B4-BE49-F238E27FC236}">
                <a16:creationId xmlns:a16="http://schemas.microsoft.com/office/drawing/2014/main" id="{6D27ABAE-D8DC-4FB1-8FF6-1F761CB63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0745" y="375666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8F78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263" name="source-20x20-r13-c11">
            <a:extLst xmlns:a="http://schemas.openxmlformats.org/drawingml/2006/main">
              <a:ext uri="{FF2B5EF4-FFF2-40B4-BE49-F238E27FC236}">
                <a16:creationId xmlns:a16="http://schemas.microsoft.com/office/drawing/2014/main" id="{5FD44BE4-7B9F-42A1-BEA9-82842A88D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375666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B5B0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264" name="source-20x20-r13-c12">
            <a:extLst xmlns:a="http://schemas.openxmlformats.org/drawingml/2006/main">
              <a:ext uri="{FF2B5EF4-FFF2-40B4-BE49-F238E27FC236}">
                <a16:creationId xmlns:a16="http://schemas.microsoft.com/office/drawing/2014/main" id="{08098562-C190-4FD5-9231-FE47A4E07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4105" y="375666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D5DF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265" name="source-20x20-r13-c13">
            <a:extLst xmlns:a="http://schemas.openxmlformats.org/drawingml/2006/main">
              <a:ext uri="{FF2B5EF4-FFF2-40B4-BE49-F238E27FC236}">
                <a16:creationId xmlns:a16="http://schemas.microsoft.com/office/drawing/2014/main" id="{1FFB7F11-AE30-49B8-BBA8-7BB905C46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0785" y="375666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CDD5D9"/>
            </a:solidFill>
            <a:prstDash val="solid"/>
          </a:ln>
        </p:spPr>
      </p:sp>
      <p:sp>
        <p:nvSpPr>
          <p:cNvPr id="266" name="source-20x20-r13-c14">
            <a:extLst xmlns:a="http://schemas.openxmlformats.org/drawingml/2006/main">
              <a:ext uri="{FF2B5EF4-FFF2-40B4-BE49-F238E27FC236}">
                <a16:creationId xmlns:a16="http://schemas.microsoft.com/office/drawing/2014/main" id="{4CEC59F6-6A9D-455E-A506-A857D0DAD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7465" y="375666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CAD7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267" name="source-20x20-r13-c15">
            <a:extLst xmlns:a="http://schemas.openxmlformats.org/drawingml/2006/main">
              <a:ext uri="{FF2B5EF4-FFF2-40B4-BE49-F238E27FC236}">
                <a16:creationId xmlns:a16="http://schemas.microsoft.com/office/drawing/2014/main" id="{FF2CDF27-0B73-489E-9EE2-B1592D41B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4145" y="375666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C3D3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268" name="source-20x20-r13-c16">
            <a:extLst xmlns:a="http://schemas.openxmlformats.org/drawingml/2006/main">
              <a:ext uri="{FF2B5EF4-FFF2-40B4-BE49-F238E27FC236}">
                <a16:creationId xmlns:a16="http://schemas.microsoft.com/office/drawing/2014/main" id="{CADA61E5-D809-463F-B472-2B1E097E2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75666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BDCF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269" name="source-20x20-r13-c17">
            <a:extLst xmlns:a="http://schemas.openxmlformats.org/drawingml/2006/main">
              <a:ext uri="{FF2B5EF4-FFF2-40B4-BE49-F238E27FC236}">
                <a16:creationId xmlns:a16="http://schemas.microsoft.com/office/drawing/2014/main" id="{FE963AFA-DD32-4425-8EE8-0C985D0FD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7505" y="375666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B6CB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270" name="source-20x20-r13-c18">
            <a:extLst xmlns:a="http://schemas.openxmlformats.org/drawingml/2006/main">
              <a:ext uri="{FF2B5EF4-FFF2-40B4-BE49-F238E27FC236}">
                <a16:creationId xmlns:a16="http://schemas.microsoft.com/office/drawing/2014/main" id="{2FDD75CB-38FE-4640-B7DD-9463628B3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4185" y="375666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BED2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271" name="source-20x20-r13-c19">
            <a:extLst xmlns:a="http://schemas.openxmlformats.org/drawingml/2006/main">
              <a:ext uri="{FF2B5EF4-FFF2-40B4-BE49-F238E27FC236}">
                <a16:creationId xmlns:a16="http://schemas.microsoft.com/office/drawing/2014/main" id="{FDF9A06E-8112-432B-9A30-FD6D73B6B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0865" y="375666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CCDD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272" name="source-20x20-r13-c20">
            <a:extLst xmlns:a="http://schemas.openxmlformats.org/drawingml/2006/main">
              <a:ext uri="{FF2B5EF4-FFF2-40B4-BE49-F238E27FC236}">
                <a16:creationId xmlns:a16="http://schemas.microsoft.com/office/drawing/2014/main" id="{18BD4937-F898-4F91-83FE-443CBF550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7545" y="375666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BD9E8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273" name="source-20x20-r14-c1">
            <a:extLst xmlns:a="http://schemas.openxmlformats.org/drawingml/2006/main">
              <a:ext uri="{FF2B5EF4-FFF2-40B4-BE49-F238E27FC236}">
                <a16:creationId xmlns:a16="http://schemas.microsoft.com/office/drawing/2014/main" id="{9FA5870A-6E28-4A1F-A9ED-CBB901BB9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86334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D48A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274" name="source-20x20-r14-c2">
            <a:extLst xmlns:a="http://schemas.openxmlformats.org/drawingml/2006/main">
              <a:ext uri="{FF2B5EF4-FFF2-40B4-BE49-F238E27FC236}">
                <a16:creationId xmlns:a16="http://schemas.microsoft.com/office/drawing/2014/main" id="{E0B2F563-AC97-461E-BEFC-2C005837C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" y="386334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8C47E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275" name="source-20x20-r14-c3">
            <a:extLst xmlns:a="http://schemas.openxmlformats.org/drawingml/2006/main">
              <a:ext uri="{FF2B5EF4-FFF2-40B4-BE49-F238E27FC236}">
                <a16:creationId xmlns:a16="http://schemas.microsoft.com/office/drawing/2014/main" id="{4CB6E933-2F82-43EE-B22A-2836F40B4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" y="386334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B572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276" name="source-20x20-r14-c4">
            <a:extLst xmlns:a="http://schemas.openxmlformats.org/drawingml/2006/main">
              <a:ext uri="{FF2B5EF4-FFF2-40B4-BE49-F238E27FC236}">
                <a16:creationId xmlns:a16="http://schemas.microsoft.com/office/drawing/2014/main" id="{FE027524-A6EC-4347-BC79-353CCA7A8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665" y="386334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666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277" name="source-20x20-r14-c5">
            <a:extLst xmlns:a="http://schemas.openxmlformats.org/drawingml/2006/main">
              <a:ext uri="{FF2B5EF4-FFF2-40B4-BE49-F238E27FC236}">
                <a16:creationId xmlns:a16="http://schemas.microsoft.com/office/drawing/2014/main" id="{1F60EEF1-E6A6-4B18-9F21-8D65E24EA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45" y="386334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85B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278" name="source-20x20-r14-c6">
            <a:extLst xmlns:a="http://schemas.openxmlformats.org/drawingml/2006/main">
              <a:ext uri="{FF2B5EF4-FFF2-40B4-BE49-F238E27FC236}">
                <a16:creationId xmlns:a16="http://schemas.microsoft.com/office/drawing/2014/main" id="{13965590-EC8C-4CEE-A099-5E0FE90CE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386334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8B50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279" name="source-20x20-r14-c7">
            <a:extLst xmlns:a="http://schemas.openxmlformats.org/drawingml/2006/main">
              <a:ext uri="{FF2B5EF4-FFF2-40B4-BE49-F238E27FC236}">
                <a16:creationId xmlns:a16="http://schemas.microsoft.com/office/drawing/2014/main" id="{E21B6D58-4AE5-4B10-866B-34E9A1DB7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0705" y="386334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E4B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280" name="source-20x20-r14-c8">
            <a:extLst xmlns:a="http://schemas.openxmlformats.org/drawingml/2006/main">
              <a:ext uri="{FF2B5EF4-FFF2-40B4-BE49-F238E27FC236}">
                <a16:creationId xmlns:a16="http://schemas.microsoft.com/office/drawing/2014/main" id="{E091BF3F-E739-4E37-A623-D90454B2A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7385" y="386334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714B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281" name="source-20x20-r14-c9">
            <a:extLst xmlns:a="http://schemas.openxmlformats.org/drawingml/2006/main">
              <a:ext uri="{FF2B5EF4-FFF2-40B4-BE49-F238E27FC236}">
                <a16:creationId xmlns:a16="http://schemas.microsoft.com/office/drawing/2014/main" id="{1A947709-47C3-4C5C-B268-2952B9947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4065" y="386334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634B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282" name="source-20x20-r14-c10">
            <a:extLst xmlns:a="http://schemas.openxmlformats.org/drawingml/2006/main">
              <a:ext uri="{FF2B5EF4-FFF2-40B4-BE49-F238E27FC236}">
                <a16:creationId xmlns:a16="http://schemas.microsoft.com/office/drawing/2014/main" id="{C8363B14-744A-4109-B35E-E9643F819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0745" y="386334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7B72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283" name="source-20x20-r14-c11">
            <a:extLst xmlns:a="http://schemas.openxmlformats.org/drawingml/2006/main">
              <a:ext uri="{FF2B5EF4-FFF2-40B4-BE49-F238E27FC236}">
                <a16:creationId xmlns:a16="http://schemas.microsoft.com/office/drawing/2014/main" id="{25FED647-F202-477E-B1A0-3012B892B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386334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989E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284" name="source-20x20-r14-c12">
            <a:extLst xmlns:a="http://schemas.openxmlformats.org/drawingml/2006/main">
              <a:ext uri="{FF2B5EF4-FFF2-40B4-BE49-F238E27FC236}">
                <a16:creationId xmlns:a16="http://schemas.microsoft.com/office/drawing/2014/main" id="{DDB6A04D-72D8-499B-B927-48C10B63C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4105" y="386334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B5C7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285" name="source-20x20-r14-c13">
            <a:extLst xmlns:a="http://schemas.openxmlformats.org/drawingml/2006/main">
              <a:ext uri="{FF2B5EF4-FFF2-40B4-BE49-F238E27FC236}">
                <a16:creationId xmlns:a16="http://schemas.microsoft.com/office/drawing/2014/main" id="{A7F1344D-7966-421E-BF2E-3A924D366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0785" y="386334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CAD7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286" name="source-20x20-r14-c14">
            <a:extLst xmlns:a="http://schemas.openxmlformats.org/drawingml/2006/main">
              <a:ext uri="{FF2B5EF4-FFF2-40B4-BE49-F238E27FC236}">
                <a16:creationId xmlns:a16="http://schemas.microsoft.com/office/drawing/2014/main" id="{123BC48A-CEE2-4203-90D9-9633BF4CE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7465" y="386334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CDD5D9"/>
            </a:solidFill>
            <a:prstDash val="solid"/>
          </a:ln>
        </p:spPr>
      </p:sp>
      <p:sp>
        <p:nvSpPr>
          <p:cNvPr id="287" name="source-20x20-r14-c15">
            <a:extLst xmlns:a="http://schemas.openxmlformats.org/drawingml/2006/main">
              <a:ext uri="{FF2B5EF4-FFF2-40B4-BE49-F238E27FC236}">
                <a16:creationId xmlns:a16="http://schemas.microsoft.com/office/drawing/2014/main" id="{8CC5DDF7-8BF9-48C2-8F3C-DC8FC0836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4145" y="386334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FE7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288" name="source-20x20-r14-c16">
            <a:extLst xmlns:a="http://schemas.openxmlformats.org/drawingml/2006/main">
              <a:ext uri="{FF2B5EF4-FFF2-40B4-BE49-F238E27FC236}">
                <a16:creationId xmlns:a16="http://schemas.microsoft.com/office/drawing/2014/main" id="{F60C03BA-20E3-45E7-B8D1-3495C6E58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86334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C6D5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289" name="source-20x20-r14-c17">
            <a:extLst xmlns:a="http://schemas.openxmlformats.org/drawingml/2006/main">
              <a:ext uri="{FF2B5EF4-FFF2-40B4-BE49-F238E27FC236}">
                <a16:creationId xmlns:a16="http://schemas.microsoft.com/office/drawing/2014/main" id="{D6AF42E6-B375-401E-ADF8-418D39F78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7505" y="386334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ADC2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290" name="source-20x20-r14-c18">
            <a:extLst xmlns:a="http://schemas.openxmlformats.org/drawingml/2006/main">
              <a:ext uri="{FF2B5EF4-FFF2-40B4-BE49-F238E27FC236}">
                <a16:creationId xmlns:a16="http://schemas.microsoft.com/office/drawing/2014/main" id="{FAB53B04-AD9A-4C8A-8CC4-DE8305EF9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4185" y="386334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B0C6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291" name="source-20x20-r14-c19">
            <a:extLst xmlns:a="http://schemas.openxmlformats.org/drawingml/2006/main">
              <a:ext uri="{FF2B5EF4-FFF2-40B4-BE49-F238E27FC236}">
                <a16:creationId xmlns:a16="http://schemas.microsoft.com/office/drawing/2014/main" id="{C1D5C742-E11C-45AA-AC6F-5C119C52F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0865" y="386334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BED2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292" name="source-20x20-r14-c20">
            <a:extLst xmlns:a="http://schemas.openxmlformats.org/drawingml/2006/main">
              <a:ext uri="{FF2B5EF4-FFF2-40B4-BE49-F238E27FC236}">
                <a16:creationId xmlns:a16="http://schemas.microsoft.com/office/drawing/2014/main" id="{10CD5267-B1D7-4E4E-AE82-E3021B75C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7545" y="386334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CDF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293" name="source-20x20-r15-c1">
            <a:extLst xmlns:a="http://schemas.openxmlformats.org/drawingml/2006/main">
              <a:ext uri="{FF2B5EF4-FFF2-40B4-BE49-F238E27FC236}">
                <a16:creationId xmlns:a16="http://schemas.microsoft.com/office/drawing/2014/main" id="{6DEEE607-10E2-4469-BF0B-73C19DB2E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97002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8C779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294" name="source-20x20-r15-c2">
            <a:extLst xmlns:a="http://schemas.openxmlformats.org/drawingml/2006/main">
              <a:ext uri="{FF2B5EF4-FFF2-40B4-BE49-F238E27FC236}">
                <a16:creationId xmlns:a16="http://schemas.microsoft.com/office/drawing/2014/main" id="{27364AC0-1BEC-4CAC-A09F-825C501D7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" y="397002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B66F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295" name="source-20x20-r15-c3">
            <a:extLst xmlns:a="http://schemas.openxmlformats.org/drawingml/2006/main">
              <a:ext uri="{FF2B5EF4-FFF2-40B4-BE49-F238E27FC236}">
                <a16:creationId xmlns:a16="http://schemas.microsoft.com/office/drawing/2014/main" id="{57B7A532-93F7-4912-A1B0-E39147F01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" y="397002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1A666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296" name="source-20x20-r15-c4">
            <a:extLst xmlns:a="http://schemas.openxmlformats.org/drawingml/2006/main">
              <a:ext uri="{FF2B5EF4-FFF2-40B4-BE49-F238E27FC236}">
                <a16:creationId xmlns:a16="http://schemas.microsoft.com/office/drawing/2014/main" id="{BECB5E65-D578-4B13-9399-61CC1839A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665" y="397002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975C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297" name="source-20x20-r15-c5">
            <a:extLst xmlns:a="http://schemas.openxmlformats.org/drawingml/2006/main">
              <a:ext uri="{FF2B5EF4-FFF2-40B4-BE49-F238E27FC236}">
                <a16:creationId xmlns:a16="http://schemas.microsoft.com/office/drawing/2014/main" id="{1F0D0FAC-CAE1-4F14-82C2-B3DD00187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45" y="397002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A53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298" name="source-20x20-r15-c6">
            <a:extLst xmlns:a="http://schemas.openxmlformats.org/drawingml/2006/main">
              <a:ext uri="{FF2B5EF4-FFF2-40B4-BE49-F238E27FC236}">
                <a16:creationId xmlns:a16="http://schemas.microsoft.com/office/drawing/2014/main" id="{57AB9783-7284-4DC7-AB7C-F9C01DD6B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397002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E4A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299" name="source-20x20-r15-c7">
            <a:extLst xmlns:a="http://schemas.openxmlformats.org/drawingml/2006/main">
              <a:ext uri="{FF2B5EF4-FFF2-40B4-BE49-F238E27FC236}">
                <a16:creationId xmlns:a16="http://schemas.microsoft.com/office/drawing/2014/main" id="{D7A09EA0-7D2D-4EDD-9454-D23F2DF42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0705" y="397002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7349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300" name="source-20x20-r15-c8">
            <a:extLst xmlns:a="http://schemas.openxmlformats.org/drawingml/2006/main">
              <a:ext uri="{FF2B5EF4-FFF2-40B4-BE49-F238E27FC236}">
                <a16:creationId xmlns:a16="http://schemas.microsoft.com/office/drawing/2014/main" id="{467BF16B-C829-4724-AB0B-CEE1A7CDC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7385" y="397002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B4E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301" name="source-20x20-r15-c9">
            <a:extLst xmlns:a="http://schemas.openxmlformats.org/drawingml/2006/main">
              <a:ext uri="{FF2B5EF4-FFF2-40B4-BE49-F238E27FC236}">
                <a16:creationId xmlns:a16="http://schemas.microsoft.com/office/drawing/2014/main" id="{4931EF75-3F3A-42EA-A247-7667F01CE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4065" y="397002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6252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302" name="source-20x20-r15-c10">
            <a:extLst xmlns:a="http://schemas.openxmlformats.org/drawingml/2006/main">
              <a:ext uri="{FF2B5EF4-FFF2-40B4-BE49-F238E27FC236}">
                <a16:creationId xmlns:a16="http://schemas.microsoft.com/office/drawing/2014/main" id="{EDC5BF3C-1E75-4629-BA04-A77F56B71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0745" y="397002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7674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303" name="source-20x20-r15-c11">
            <a:extLst xmlns:a="http://schemas.openxmlformats.org/drawingml/2006/main">
              <a:ext uri="{FF2B5EF4-FFF2-40B4-BE49-F238E27FC236}">
                <a16:creationId xmlns:a16="http://schemas.microsoft.com/office/drawing/2014/main" id="{4B7D02C5-014A-4F1C-B28C-9FD987071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397002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8E9A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304" name="source-20x20-r15-c12">
            <a:extLst xmlns:a="http://schemas.openxmlformats.org/drawingml/2006/main">
              <a:ext uri="{FF2B5EF4-FFF2-40B4-BE49-F238E27FC236}">
                <a16:creationId xmlns:a16="http://schemas.microsoft.com/office/drawing/2014/main" id="{22D9776B-0974-4DEB-82FB-6133E3578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4105" y="397002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A7BE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305" name="source-20x20-r15-c13">
            <a:extLst xmlns:a="http://schemas.openxmlformats.org/drawingml/2006/main">
              <a:ext uri="{FF2B5EF4-FFF2-40B4-BE49-F238E27FC236}">
                <a16:creationId xmlns:a16="http://schemas.microsoft.com/office/drawing/2014/main" id="{C205BF41-6AD0-4817-A7DC-750FC4670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0785" y="397002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C3D3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306" name="source-20x20-r15-c14">
            <a:extLst xmlns:a="http://schemas.openxmlformats.org/drawingml/2006/main">
              <a:ext uri="{FF2B5EF4-FFF2-40B4-BE49-F238E27FC236}">
                <a16:creationId xmlns:a16="http://schemas.microsoft.com/office/drawing/2014/main" id="{831952EE-4364-4FFD-9974-A5B4F861F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7465" y="397002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FE7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307" name="source-20x20-r15-c15">
            <a:extLst xmlns:a="http://schemas.openxmlformats.org/drawingml/2006/main">
              <a:ext uri="{FF2B5EF4-FFF2-40B4-BE49-F238E27FC236}">
                <a16:creationId xmlns:a16="http://schemas.microsoft.com/office/drawing/2014/main" id="{C3463F16-BC26-45F5-96EB-F76C9D6EA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4145" y="397002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CDD5D9"/>
            </a:solidFill>
            <a:prstDash val="solid"/>
          </a:ln>
        </p:spPr>
      </p:sp>
      <p:sp>
        <p:nvSpPr>
          <p:cNvPr id="308" name="source-20x20-r15-c16">
            <a:extLst xmlns:a="http://schemas.openxmlformats.org/drawingml/2006/main">
              <a:ext uri="{FF2B5EF4-FFF2-40B4-BE49-F238E27FC236}">
                <a16:creationId xmlns:a16="http://schemas.microsoft.com/office/drawing/2014/main" id="{9AEB4D5E-3652-4D45-95F7-85B784BEE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97002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CCD9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309" name="source-20x20-r15-c17">
            <a:extLst xmlns:a="http://schemas.openxmlformats.org/drawingml/2006/main">
              <a:ext uri="{FF2B5EF4-FFF2-40B4-BE49-F238E27FC236}">
                <a16:creationId xmlns:a16="http://schemas.microsoft.com/office/drawing/2014/main" id="{B5AFA93C-CB10-4D73-AD65-173C4F0BE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7505" y="397002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B4C6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310" name="source-20x20-r15-c18">
            <a:extLst xmlns:a="http://schemas.openxmlformats.org/drawingml/2006/main">
              <a:ext uri="{FF2B5EF4-FFF2-40B4-BE49-F238E27FC236}">
                <a16:creationId xmlns:a16="http://schemas.microsoft.com/office/drawing/2014/main" id="{1D653DAC-4D26-4F8F-BA6E-690CEB7F7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4185" y="397002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B1C6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311" name="source-20x20-r15-c19">
            <a:extLst xmlns:a="http://schemas.openxmlformats.org/drawingml/2006/main">
              <a:ext uri="{FF2B5EF4-FFF2-40B4-BE49-F238E27FC236}">
                <a16:creationId xmlns:a16="http://schemas.microsoft.com/office/drawing/2014/main" id="{9D584E03-0846-4601-A1EA-11381DF0E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0865" y="397002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B8CD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312" name="source-20x20-r15-c20">
            <a:extLst xmlns:a="http://schemas.openxmlformats.org/drawingml/2006/main">
              <a:ext uri="{FF2B5EF4-FFF2-40B4-BE49-F238E27FC236}">
                <a16:creationId xmlns:a16="http://schemas.microsoft.com/office/drawing/2014/main" id="{AA6B0AC0-39E1-4898-88E3-71D0A720A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7545" y="397002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BFD4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313" name="source-20x20-r16-c1">
            <a:extLst xmlns:a="http://schemas.openxmlformats.org/drawingml/2006/main">
              <a:ext uri="{FF2B5EF4-FFF2-40B4-BE49-F238E27FC236}">
                <a16:creationId xmlns:a16="http://schemas.microsoft.com/office/drawing/2014/main" id="{B7A11981-DB94-4408-80D3-8853D5EA0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07670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B670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314" name="source-20x20-r16-c2">
            <a:extLst xmlns:a="http://schemas.openxmlformats.org/drawingml/2006/main">
              <a:ext uri="{FF2B5EF4-FFF2-40B4-BE49-F238E27FC236}">
                <a16:creationId xmlns:a16="http://schemas.microsoft.com/office/drawing/2014/main" id="{63EEDE14-C4EB-4C9C-88E3-70C5B7695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" y="407670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A765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315" name="source-20x20-r16-c3">
            <a:extLst xmlns:a="http://schemas.openxmlformats.org/drawingml/2006/main">
              <a:ext uri="{FF2B5EF4-FFF2-40B4-BE49-F238E27FC236}">
                <a16:creationId xmlns:a16="http://schemas.microsoft.com/office/drawing/2014/main" id="{B6139915-4A6D-4AF2-97D6-B6799774B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" y="407670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995B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316" name="source-20x20-r16-c4">
            <a:extLst xmlns:a="http://schemas.openxmlformats.org/drawingml/2006/main">
              <a:ext uri="{FF2B5EF4-FFF2-40B4-BE49-F238E27FC236}">
                <a16:creationId xmlns:a16="http://schemas.microsoft.com/office/drawing/2014/main" id="{7F3B4CF6-F91B-4E9F-96AE-052B1BBB0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665" y="407670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8A53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317" name="source-20x20-r16-c5">
            <a:extLst xmlns:a="http://schemas.openxmlformats.org/drawingml/2006/main">
              <a:ext uri="{FF2B5EF4-FFF2-40B4-BE49-F238E27FC236}">
                <a16:creationId xmlns:a16="http://schemas.microsoft.com/office/drawing/2014/main" id="{B43C8F5E-B7A0-4F10-BBAD-2FABE02C6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45" y="407670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7E4F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318" name="source-20x20-r16-c6">
            <a:extLst xmlns:a="http://schemas.openxmlformats.org/drawingml/2006/main">
              <a:ext uri="{FF2B5EF4-FFF2-40B4-BE49-F238E27FC236}">
                <a16:creationId xmlns:a16="http://schemas.microsoft.com/office/drawing/2014/main" id="{CA256E17-74C8-422F-9583-45BBE8BA3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407670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714B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319" name="source-20x20-r16-c7">
            <a:extLst xmlns:a="http://schemas.openxmlformats.org/drawingml/2006/main">
              <a:ext uri="{FF2B5EF4-FFF2-40B4-BE49-F238E27FC236}">
                <a16:creationId xmlns:a16="http://schemas.microsoft.com/office/drawing/2014/main" id="{1B177D3E-9CFC-416F-A10B-359C2297A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0705" y="407670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6C4E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320" name="source-20x20-r16-c8">
            <a:extLst xmlns:a="http://schemas.openxmlformats.org/drawingml/2006/main">
              <a:ext uri="{FF2B5EF4-FFF2-40B4-BE49-F238E27FC236}">
                <a16:creationId xmlns:a16="http://schemas.microsoft.com/office/drawing/2014/main" id="{FC3E1766-A78D-42A6-A423-069F3B366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7385" y="407670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B6F57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321" name="source-20x20-r16-c9">
            <a:extLst xmlns:a="http://schemas.openxmlformats.org/drawingml/2006/main">
              <a:ext uri="{FF2B5EF4-FFF2-40B4-BE49-F238E27FC236}">
                <a16:creationId xmlns:a16="http://schemas.microsoft.com/office/drawing/2014/main" id="{2F1CB6EC-8186-4ADC-827E-521377F38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4065" y="407670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715F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322" name="source-20x20-r16-c10">
            <a:extLst xmlns:a="http://schemas.openxmlformats.org/drawingml/2006/main">
              <a:ext uri="{FF2B5EF4-FFF2-40B4-BE49-F238E27FC236}">
                <a16:creationId xmlns:a16="http://schemas.microsoft.com/office/drawing/2014/main" id="{61A74252-D460-482F-906C-DEAE805E4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0745" y="407670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8681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323" name="source-20x20-r16-c11">
            <a:extLst xmlns:a="http://schemas.openxmlformats.org/drawingml/2006/main">
              <a:ext uri="{FF2B5EF4-FFF2-40B4-BE49-F238E27FC236}">
                <a16:creationId xmlns:a16="http://schemas.microsoft.com/office/drawing/2014/main" id="{DBF071C2-FA42-4C26-916E-ECEAE34EB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407670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EA8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324" name="source-20x20-r16-c12">
            <a:extLst xmlns:a="http://schemas.openxmlformats.org/drawingml/2006/main">
              <a:ext uri="{FF2B5EF4-FFF2-40B4-BE49-F238E27FC236}">
                <a16:creationId xmlns:a16="http://schemas.microsoft.com/office/drawing/2014/main" id="{CDC53D6F-1442-4D6A-8C95-3E7CF7547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4105" y="407670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B3C9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325" name="source-20x20-r16-c13">
            <a:extLst xmlns:a="http://schemas.openxmlformats.org/drawingml/2006/main">
              <a:ext uri="{FF2B5EF4-FFF2-40B4-BE49-F238E27FC236}">
                <a16:creationId xmlns:a16="http://schemas.microsoft.com/office/drawing/2014/main" id="{7BD20D72-D617-4E6B-AF3C-9B8C3C30B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0785" y="407670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BDCF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326" name="source-20x20-r16-c14">
            <a:extLst xmlns:a="http://schemas.openxmlformats.org/drawingml/2006/main">
              <a:ext uri="{FF2B5EF4-FFF2-40B4-BE49-F238E27FC236}">
                <a16:creationId xmlns:a16="http://schemas.microsoft.com/office/drawing/2014/main" id="{7F0FF046-C377-445C-8206-C0A702321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7465" y="407670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C6D5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327" name="source-20x20-r16-c15">
            <a:extLst xmlns:a="http://schemas.openxmlformats.org/drawingml/2006/main">
              <a:ext uri="{FF2B5EF4-FFF2-40B4-BE49-F238E27FC236}">
                <a16:creationId xmlns:a16="http://schemas.microsoft.com/office/drawing/2014/main" id="{FCDB77DF-6DE9-40AB-B6E2-7AD560557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4145" y="407670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CCD9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328" name="source-20x20-r16-c16">
            <a:extLst xmlns:a="http://schemas.openxmlformats.org/drawingml/2006/main">
              <a:ext uri="{FF2B5EF4-FFF2-40B4-BE49-F238E27FC236}">
                <a16:creationId xmlns:a16="http://schemas.microsoft.com/office/drawing/2014/main" id="{7DA88DE1-9AB8-4EC2-A82B-576EA2CF3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407670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CDD5D9"/>
            </a:solidFill>
            <a:prstDash val="solid"/>
          </a:ln>
        </p:spPr>
      </p:sp>
      <p:sp>
        <p:nvSpPr>
          <p:cNvPr id="329" name="source-20x20-r16-c17">
            <a:extLst xmlns:a="http://schemas.openxmlformats.org/drawingml/2006/main">
              <a:ext uri="{FF2B5EF4-FFF2-40B4-BE49-F238E27FC236}">
                <a16:creationId xmlns:a16="http://schemas.microsoft.com/office/drawing/2014/main" id="{C89E5DFB-1E2B-407D-B3C2-9BF692462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7505" y="407670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D0DC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330" name="source-20x20-r16-c18">
            <a:extLst xmlns:a="http://schemas.openxmlformats.org/drawingml/2006/main">
              <a:ext uri="{FF2B5EF4-FFF2-40B4-BE49-F238E27FC236}">
                <a16:creationId xmlns:a16="http://schemas.microsoft.com/office/drawing/2014/main" id="{8970A596-B43E-48F7-B6FA-AFC5ED66E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4185" y="407670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9C8D6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331" name="source-20x20-r16-c19">
            <a:extLst xmlns:a="http://schemas.openxmlformats.org/drawingml/2006/main">
              <a:ext uri="{FF2B5EF4-FFF2-40B4-BE49-F238E27FC236}">
                <a16:creationId xmlns:a16="http://schemas.microsoft.com/office/drawing/2014/main" id="{30046DEC-7D52-456C-BAD0-48F326512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0865" y="407670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BCCE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332" name="source-20x20-r16-c20">
            <a:extLst xmlns:a="http://schemas.openxmlformats.org/drawingml/2006/main">
              <a:ext uri="{FF2B5EF4-FFF2-40B4-BE49-F238E27FC236}">
                <a16:creationId xmlns:a16="http://schemas.microsoft.com/office/drawing/2014/main" id="{216E54B2-EA5B-4D0C-A494-ECB641136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7545" y="407670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B0C7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333" name="source-20x20-r17-c1">
            <a:extLst xmlns:a="http://schemas.openxmlformats.org/drawingml/2006/main">
              <a:ext uri="{FF2B5EF4-FFF2-40B4-BE49-F238E27FC236}">
                <a16:creationId xmlns:a16="http://schemas.microsoft.com/office/drawing/2014/main" id="{CDD4F274-7F79-4560-9688-7CEB3EE40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18338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A567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334" name="source-20x20-r17-c2">
            <a:extLst xmlns:a="http://schemas.openxmlformats.org/drawingml/2006/main">
              <a:ext uri="{FF2B5EF4-FFF2-40B4-BE49-F238E27FC236}">
                <a16:creationId xmlns:a16="http://schemas.microsoft.com/office/drawing/2014/main" id="{900331A4-38A6-42DF-AE4D-1EBA117AC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" y="418338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85B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335" name="source-20x20-r17-c3">
            <a:extLst xmlns:a="http://schemas.openxmlformats.org/drawingml/2006/main">
              <a:ext uri="{FF2B5EF4-FFF2-40B4-BE49-F238E27FC236}">
                <a16:creationId xmlns:a16="http://schemas.microsoft.com/office/drawing/2014/main" id="{735B8E8F-4612-41E2-A685-1BC484E21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" y="418338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8B50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336" name="source-20x20-r17-c4">
            <a:extLst xmlns:a="http://schemas.openxmlformats.org/drawingml/2006/main">
              <a:ext uri="{FF2B5EF4-FFF2-40B4-BE49-F238E27FC236}">
                <a16:creationId xmlns:a16="http://schemas.microsoft.com/office/drawing/2014/main" id="{05678213-69E3-4D41-BBBC-9A62E77F5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665" y="418338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7E49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337" name="source-20x20-r17-c5">
            <a:extLst xmlns:a="http://schemas.openxmlformats.org/drawingml/2006/main">
              <a:ext uri="{FF2B5EF4-FFF2-40B4-BE49-F238E27FC236}">
                <a16:creationId xmlns:a16="http://schemas.microsoft.com/office/drawing/2014/main" id="{784979C2-4E11-4EEB-99D1-70A2F4379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45" y="418338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714A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338" name="source-20x20-r17-c6">
            <a:extLst xmlns:a="http://schemas.openxmlformats.org/drawingml/2006/main">
              <a:ext uri="{FF2B5EF4-FFF2-40B4-BE49-F238E27FC236}">
                <a16:creationId xmlns:a16="http://schemas.microsoft.com/office/drawing/2014/main" id="{9A1694F5-5FD1-41A7-A82C-42ADA4653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418338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634C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339" name="source-20x20-r17-c7">
            <a:extLst xmlns:a="http://schemas.openxmlformats.org/drawingml/2006/main">
              <a:ext uri="{FF2B5EF4-FFF2-40B4-BE49-F238E27FC236}">
                <a16:creationId xmlns:a16="http://schemas.microsoft.com/office/drawing/2014/main" id="{70F5664A-4068-438A-841C-000ACFB7E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0705" y="418338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553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340" name="source-20x20-r17-c8">
            <a:extLst xmlns:a="http://schemas.openxmlformats.org/drawingml/2006/main">
              <a:ext uri="{FF2B5EF4-FFF2-40B4-BE49-F238E27FC236}">
                <a16:creationId xmlns:a16="http://schemas.microsoft.com/office/drawing/2014/main" id="{64DAEFD1-E795-4C23-AA8E-4971F47EF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7385" y="418338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7260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341" name="source-20x20-r17-c9">
            <a:extLst xmlns:a="http://schemas.openxmlformats.org/drawingml/2006/main">
              <a:ext uri="{FF2B5EF4-FFF2-40B4-BE49-F238E27FC236}">
                <a16:creationId xmlns:a16="http://schemas.microsoft.com/office/drawing/2014/main" id="{431DBD8D-BD75-497E-9984-1184F48D2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4065" y="418338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7F6C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342" name="source-20x20-r17-c10">
            <a:extLst xmlns:a="http://schemas.openxmlformats.org/drawingml/2006/main">
              <a:ext uri="{FF2B5EF4-FFF2-40B4-BE49-F238E27FC236}">
                <a16:creationId xmlns:a16="http://schemas.microsoft.com/office/drawing/2014/main" id="{7C75219D-0070-4051-A81D-83FC88C61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0745" y="418338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958F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343" name="source-20x20-r17-c11">
            <a:extLst xmlns:a="http://schemas.openxmlformats.org/drawingml/2006/main">
              <a:ext uri="{FF2B5EF4-FFF2-40B4-BE49-F238E27FC236}">
                <a16:creationId xmlns:a16="http://schemas.microsoft.com/office/drawing/2014/main" id="{41864DC0-C052-4CEF-A991-B1BB57D3B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418338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ADB5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344" name="source-20x20-r17-c12">
            <a:extLst xmlns:a="http://schemas.openxmlformats.org/drawingml/2006/main">
              <a:ext uri="{FF2B5EF4-FFF2-40B4-BE49-F238E27FC236}">
                <a16:creationId xmlns:a16="http://schemas.microsoft.com/office/drawing/2014/main" id="{31467519-C714-4049-92CC-C46E96B3E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4105" y="418338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BFD5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345" name="source-20x20-r17-c13">
            <a:extLst xmlns:a="http://schemas.openxmlformats.org/drawingml/2006/main">
              <a:ext uri="{FF2B5EF4-FFF2-40B4-BE49-F238E27FC236}">
                <a16:creationId xmlns:a16="http://schemas.microsoft.com/office/drawing/2014/main" id="{D3A78CC2-2DA6-4E65-8B67-7A71D55EF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0785" y="418338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B6CB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346" name="source-20x20-r17-c14">
            <a:extLst xmlns:a="http://schemas.openxmlformats.org/drawingml/2006/main">
              <a:ext uri="{FF2B5EF4-FFF2-40B4-BE49-F238E27FC236}">
                <a16:creationId xmlns:a16="http://schemas.microsoft.com/office/drawing/2014/main" id="{CCDE4769-7E66-4E44-9CE3-C4342B924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7465" y="418338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ADC2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347" name="source-20x20-r17-c15">
            <a:extLst xmlns:a="http://schemas.openxmlformats.org/drawingml/2006/main">
              <a:ext uri="{FF2B5EF4-FFF2-40B4-BE49-F238E27FC236}">
                <a16:creationId xmlns:a16="http://schemas.microsoft.com/office/drawing/2014/main" id="{4BD63190-02B3-45A8-A310-332420F6C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4145" y="418338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B4C6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348" name="source-20x20-r17-c16">
            <a:extLst xmlns:a="http://schemas.openxmlformats.org/drawingml/2006/main">
              <a:ext uri="{FF2B5EF4-FFF2-40B4-BE49-F238E27FC236}">
                <a16:creationId xmlns:a16="http://schemas.microsoft.com/office/drawing/2014/main" id="{CCE0793C-5508-44EA-8293-5560DA060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418338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D0DC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349" name="source-20x20-r17-c17">
            <a:extLst xmlns:a="http://schemas.openxmlformats.org/drawingml/2006/main">
              <a:ext uri="{FF2B5EF4-FFF2-40B4-BE49-F238E27FC236}">
                <a16:creationId xmlns:a16="http://schemas.microsoft.com/office/drawing/2014/main" id="{C0C946EE-0349-404B-9CB9-6AF87CF9A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7505" y="418338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CDD5D9"/>
            </a:solidFill>
            <a:prstDash val="solid"/>
          </a:ln>
        </p:spPr>
      </p:sp>
      <p:sp>
        <p:nvSpPr>
          <p:cNvPr id="350" name="source-20x20-r17-c18">
            <a:extLst xmlns:a="http://schemas.openxmlformats.org/drawingml/2006/main">
              <a:ext uri="{FF2B5EF4-FFF2-40B4-BE49-F238E27FC236}">
                <a16:creationId xmlns:a16="http://schemas.microsoft.com/office/drawing/2014/main" id="{7B8DE303-A20B-484D-A925-A05B6C0B6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4185" y="418338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DFE7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351" name="source-20x20-r17-c19">
            <a:extLst xmlns:a="http://schemas.openxmlformats.org/drawingml/2006/main">
              <a:ext uri="{FF2B5EF4-FFF2-40B4-BE49-F238E27FC236}">
                <a16:creationId xmlns:a16="http://schemas.microsoft.com/office/drawing/2014/main" id="{B406F282-CDC1-4F49-AE9A-999B6DAF6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0865" y="418338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0D0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352" name="source-20x20-r17-c20">
            <a:extLst xmlns:a="http://schemas.openxmlformats.org/drawingml/2006/main">
              <a:ext uri="{FF2B5EF4-FFF2-40B4-BE49-F238E27FC236}">
                <a16:creationId xmlns:a16="http://schemas.microsoft.com/office/drawing/2014/main" id="{5D429C9A-5C12-4A5B-BFB0-E4615B9D5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7545" y="418338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A1B9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353" name="source-20x20-r18-c1">
            <a:extLst xmlns:a="http://schemas.openxmlformats.org/drawingml/2006/main">
              <a:ext uri="{FF2B5EF4-FFF2-40B4-BE49-F238E27FC236}">
                <a16:creationId xmlns:a16="http://schemas.microsoft.com/office/drawing/2014/main" id="{ABB4874B-CAD2-4E6A-BAB2-0F975F264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29006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75C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354" name="source-20x20-r18-c2">
            <a:extLst xmlns:a="http://schemas.openxmlformats.org/drawingml/2006/main">
              <a:ext uri="{FF2B5EF4-FFF2-40B4-BE49-F238E27FC236}">
                <a16:creationId xmlns:a16="http://schemas.microsoft.com/office/drawing/2014/main" id="{BC943FE0-257D-460E-BD79-6D65BEC6E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" y="429006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8A54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355" name="source-20x20-r18-c3">
            <a:extLst xmlns:a="http://schemas.openxmlformats.org/drawingml/2006/main">
              <a:ext uri="{FF2B5EF4-FFF2-40B4-BE49-F238E27FC236}">
                <a16:creationId xmlns:a16="http://schemas.microsoft.com/office/drawing/2014/main" id="{5B6A6AF0-388F-49EF-952D-19367DEED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" y="429006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E4D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356" name="source-20x20-r18-c4">
            <a:extLst xmlns:a="http://schemas.openxmlformats.org/drawingml/2006/main">
              <a:ext uri="{FF2B5EF4-FFF2-40B4-BE49-F238E27FC236}">
                <a16:creationId xmlns:a16="http://schemas.microsoft.com/office/drawing/2014/main" id="{07C821F6-907D-4FAB-A581-1BBB41AC8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665" y="429006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7349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357" name="source-20x20-r18-c5">
            <a:extLst xmlns:a="http://schemas.openxmlformats.org/drawingml/2006/main">
              <a:ext uri="{FF2B5EF4-FFF2-40B4-BE49-F238E27FC236}">
                <a16:creationId xmlns:a16="http://schemas.microsoft.com/office/drawing/2014/main" id="{D6991809-A487-4DEC-A17A-9A044DA22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45" y="429006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6D4F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358" name="source-20x20-r18-c6">
            <a:extLst xmlns:a="http://schemas.openxmlformats.org/drawingml/2006/main">
              <a:ext uri="{FF2B5EF4-FFF2-40B4-BE49-F238E27FC236}">
                <a16:creationId xmlns:a16="http://schemas.microsoft.com/office/drawing/2014/main" id="{4692392A-067C-470F-BA9D-5B8534651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429006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6854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359" name="source-20x20-r18-c7">
            <a:extLst xmlns:a="http://schemas.openxmlformats.org/drawingml/2006/main">
              <a:ext uri="{FF2B5EF4-FFF2-40B4-BE49-F238E27FC236}">
                <a16:creationId xmlns:a16="http://schemas.microsoft.com/office/drawing/2014/main" id="{AE3DE0C6-5F7D-4509-B60A-1CAEC8809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0705" y="429006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6F5F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360" name="source-20x20-r18-c8">
            <a:extLst xmlns:a="http://schemas.openxmlformats.org/drawingml/2006/main">
              <a:ext uri="{FF2B5EF4-FFF2-40B4-BE49-F238E27FC236}">
                <a16:creationId xmlns:a16="http://schemas.microsoft.com/office/drawing/2014/main" id="{427599C5-E3A4-409C-A6B5-ADAA7B04B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7385" y="429006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7F6E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361" name="source-20x20-r18-c9">
            <a:extLst xmlns:a="http://schemas.openxmlformats.org/drawingml/2006/main">
              <a:ext uri="{FF2B5EF4-FFF2-40B4-BE49-F238E27FC236}">
                <a16:creationId xmlns:a16="http://schemas.microsoft.com/office/drawing/2014/main" id="{E30377C0-A0F4-49CA-9995-997ADE11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4065" y="429006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907D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362" name="source-20x20-r18-c10">
            <a:extLst xmlns:a="http://schemas.openxmlformats.org/drawingml/2006/main">
              <a:ext uri="{FF2B5EF4-FFF2-40B4-BE49-F238E27FC236}">
                <a16:creationId xmlns:a16="http://schemas.microsoft.com/office/drawing/2014/main" id="{07556DE3-CA92-4F07-BEEE-1F88B3B79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0745" y="429006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A59E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363" name="source-20x20-r18-c11">
            <a:extLst xmlns:a="http://schemas.openxmlformats.org/drawingml/2006/main">
              <a:ext uri="{FF2B5EF4-FFF2-40B4-BE49-F238E27FC236}">
                <a16:creationId xmlns:a16="http://schemas.microsoft.com/office/drawing/2014/main" id="{75D284A1-3828-4EDB-83A8-750D08565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429006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BBC2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364" name="source-20x20-r18-c12">
            <a:extLst xmlns:a="http://schemas.openxmlformats.org/drawingml/2006/main">
              <a:ext uri="{FF2B5EF4-FFF2-40B4-BE49-F238E27FC236}">
                <a16:creationId xmlns:a16="http://schemas.microsoft.com/office/drawing/2014/main" id="{D949A1E8-7248-454E-8608-4E4178081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4105" y="429006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CDF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365" name="source-20x20-r18-c13">
            <a:extLst xmlns:a="http://schemas.openxmlformats.org/drawingml/2006/main">
              <a:ext uri="{FF2B5EF4-FFF2-40B4-BE49-F238E27FC236}">
                <a16:creationId xmlns:a16="http://schemas.microsoft.com/office/drawing/2014/main" id="{01ABC422-04BF-4F41-B144-3294AF1E1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0785" y="429006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BED2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366" name="source-20x20-r18-c14">
            <a:extLst xmlns:a="http://schemas.openxmlformats.org/drawingml/2006/main">
              <a:ext uri="{FF2B5EF4-FFF2-40B4-BE49-F238E27FC236}">
                <a16:creationId xmlns:a16="http://schemas.microsoft.com/office/drawing/2014/main" id="{2B9EE937-4A75-4A30-9D4B-3DAEF75E9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7465" y="429006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B0C6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367" name="source-20x20-r18-c15">
            <a:extLst xmlns:a="http://schemas.openxmlformats.org/drawingml/2006/main">
              <a:ext uri="{FF2B5EF4-FFF2-40B4-BE49-F238E27FC236}">
                <a16:creationId xmlns:a16="http://schemas.microsoft.com/office/drawing/2014/main" id="{7A0553D7-DBB9-4234-9F05-B07E780ED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4145" y="429006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B1C6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368" name="source-20x20-r18-c16">
            <a:extLst xmlns:a="http://schemas.openxmlformats.org/drawingml/2006/main">
              <a:ext uri="{FF2B5EF4-FFF2-40B4-BE49-F238E27FC236}">
                <a16:creationId xmlns:a16="http://schemas.microsoft.com/office/drawing/2014/main" id="{9EB938E2-BBBD-4AD3-9B25-58B9DD507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429006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9C8D6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369" name="source-20x20-r18-c17">
            <a:extLst xmlns:a="http://schemas.openxmlformats.org/drawingml/2006/main">
              <a:ext uri="{FF2B5EF4-FFF2-40B4-BE49-F238E27FC236}">
                <a16:creationId xmlns:a16="http://schemas.microsoft.com/office/drawing/2014/main" id="{9FC8411D-8979-4281-96F2-CBAB74ABC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7505" y="429006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DFE7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370" name="source-20x20-r18-c18">
            <a:extLst xmlns:a="http://schemas.openxmlformats.org/drawingml/2006/main">
              <a:ext uri="{FF2B5EF4-FFF2-40B4-BE49-F238E27FC236}">
                <a16:creationId xmlns:a16="http://schemas.microsoft.com/office/drawing/2014/main" id="{7BDE4B2C-FF35-4697-8B2F-23D45CE36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4185" y="429006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CDD5D9"/>
            </a:solidFill>
            <a:prstDash val="solid"/>
          </a:ln>
        </p:spPr>
      </p:sp>
      <p:sp>
        <p:nvSpPr>
          <p:cNvPr id="371" name="source-20x20-r18-c19">
            <a:extLst xmlns:a="http://schemas.openxmlformats.org/drawingml/2006/main">
              <a:ext uri="{FF2B5EF4-FFF2-40B4-BE49-F238E27FC236}">
                <a16:creationId xmlns:a16="http://schemas.microsoft.com/office/drawing/2014/main" id="{0309CA5D-6D6B-4EA3-9E0C-BAA81AAF1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0865" y="429006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C8D5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372" name="source-20x20-r18-c20">
            <a:extLst xmlns:a="http://schemas.openxmlformats.org/drawingml/2006/main">
              <a:ext uri="{FF2B5EF4-FFF2-40B4-BE49-F238E27FC236}">
                <a16:creationId xmlns:a16="http://schemas.microsoft.com/office/drawing/2014/main" id="{004DFA50-96A7-4ED6-926E-B18039DE6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7545" y="429006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B7C8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373" name="source-20x20-r19-c1">
            <a:extLst xmlns:a="http://schemas.openxmlformats.org/drawingml/2006/main">
              <a:ext uri="{FF2B5EF4-FFF2-40B4-BE49-F238E27FC236}">
                <a16:creationId xmlns:a16="http://schemas.microsoft.com/office/drawing/2014/main" id="{34C5BD57-3182-4284-8924-413E0CE7E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39674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B50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374" name="source-20x20-r19-c2">
            <a:extLst xmlns:a="http://schemas.openxmlformats.org/drawingml/2006/main">
              <a:ext uri="{FF2B5EF4-FFF2-40B4-BE49-F238E27FC236}">
                <a16:creationId xmlns:a16="http://schemas.microsoft.com/office/drawing/2014/main" id="{0058F0B4-D7AC-4017-8A4C-CCA23E5C6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" y="439674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7E4E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375" name="source-20x20-r19-c3">
            <a:extLst xmlns:a="http://schemas.openxmlformats.org/drawingml/2006/main">
              <a:ext uri="{FF2B5EF4-FFF2-40B4-BE49-F238E27FC236}">
                <a16:creationId xmlns:a16="http://schemas.microsoft.com/office/drawing/2014/main" id="{22F0CA01-9852-45DC-8A7F-E6FDCB682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" y="439674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714C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376" name="source-20x20-r19-c4">
            <a:extLst xmlns:a="http://schemas.openxmlformats.org/drawingml/2006/main">
              <a:ext uri="{FF2B5EF4-FFF2-40B4-BE49-F238E27FC236}">
                <a16:creationId xmlns:a16="http://schemas.microsoft.com/office/drawing/2014/main" id="{5C51CDB1-CF8B-4DD2-944F-56BE8E436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665" y="439674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694D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377" name="source-20x20-r19-c5">
            <a:extLst xmlns:a="http://schemas.openxmlformats.org/drawingml/2006/main">
              <a:ext uri="{FF2B5EF4-FFF2-40B4-BE49-F238E27FC236}">
                <a16:creationId xmlns:a16="http://schemas.microsoft.com/office/drawing/2014/main" id="{0BC282DA-5DD4-49EA-A183-04ED4F136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45" y="439674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6E57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378" name="source-20x20-r19-c6">
            <a:extLst xmlns:a="http://schemas.openxmlformats.org/drawingml/2006/main">
              <a:ext uri="{FF2B5EF4-FFF2-40B4-BE49-F238E27FC236}">
                <a16:creationId xmlns:a16="http://schemas.microsoft.com/office/drawing/2014/main" id="{D4D28842-D943-47CD-BCC6-90F058B9C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439674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360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379" name="source-20x20-r19-c7">
            <a:extLst xmlns:a="http://schemas.openxmlformats.org/drawingml/2006/main">
              <a:ext uri="{FF2B5EF4-FFF2-40B4-BE49-F238E27FC236}">
                <a16:creationId xmlns:a16="http://schemas.microsoft.com/office/drawing/2014/main" id="{A2905A77-C482-4BA3-8DB7-AA7E92BEC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0705" y="439674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7F6E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380" name="source-20x20-r19-c8">
            <a:extLst xmlns:a="http://schemas.openxmlformats.org/drawingml/2006/main">
              <a:ext uri="{FF2B5EF4-FFF2-40B4-BE49-F238E27FC236}">
                <a16:creationId xmlns:a16="http://schemas.microsoft.com/office/drawing/2014/main" id="{A3204414-7B0B-4FD5-B4C8-7F6465351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7385" y="439674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907F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381" name="source-20x20-r19-c9">
            <a:extLst xmlns:a="http://schemas.openxmlformats.org/drawingml/2006/main">
              <a:ext uri="{FF2B5EF4-FFF2-40B4-BE49-F238E27FC236}">
                <a16:creationId xmlns:a16="http://schemas.microsoft.com/office/drawing/2014/main" id="{982A8854-5BB1-44CF-B247-3F4E18D5C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4065" y="439674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190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382" name="source-20x20-r19-c10">
            <a:extLst xmlns:a="http://schemas.openxmlformats.org/drawingml/2006/main">
              <a:ext uri="{FF2B5EF4-FFF2-40B4-BE49-F238E27FC236}">
                <a16:creationId xmlns:a16="http://schemas.microsoft.com/office/drawing/2014/main" id="{FEC179F6-CB69-4269-BA5F-8EF1E198A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0745" y="439674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B5AE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383" name="source-20x20-r19-c11">
            <a:extLst xmlns:a="http://schemas.openxmlformats.org/drawingml/2006/main">
              <a:ext uri="{FF2B5EF4-FFF2-40B4-BE49-F238E27FC236}">
                <a16:creationId xmlns:a16="http://schemas.microsoft.com/office/drawing/2014/main" id="{E1A8DCB4-7E61-42AD-A42F-83AE2F7C0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439674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C9CE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384" name="source-20x20-r19-c12">
            <a:extLst xmlns:a="http://schemas.openxmlformats.org/drawingml/2006/main">
              <a:ext uri="{FF2B5EF4-FFF2-40B4-BE49-F238E27FC236}">
                <a16:creationId xmlns:a16="http://schemas.microsoft.com/office/drawing/2014/main" id="{F9885B6D-9EB4-4A5E-8D83-C90CD3397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4105" y="439674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BD9E8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385" name="source-20x20-r19-c13">
            <a:extLst xmlns:a="http://schemas.openxmlformats.org/drawingml/2006/main">
              <a:ext uri="{FF2B5EF4-FFF2-40B4-BE49-F238E27FC236}">
                <a16:creationId xmlns:a16="http://schemas.microsoft.com/office/drawing/2014/main" id="{B1D2D339-90B4-47E0-97B3-077027F3A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0785" y="439674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CCDD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386" name="source-20x20-r19-c14">
            <a:extLst xmlns:a="http://schemas.openxmlformats.org/drawingml/2006/main">
              <a:ext uri="{FF2B5EF4-FFF2-40B4-BE49-F238E27FC236}">
                <a16:creationId xmlns:a16="http://schemas.microsoft.com/office/drawing/2014/main" id="{C94A0175-CD55-4B09-9C3E-907B25525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7465" y="439674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BED2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387" name="source-20x20-r19-c15">
            <a:extLst xmlns:a="http://schemas.openxmlformats.org/drawingml/2006/main">
              <a:ext uri="{FF2B5EF4-FFF2-40B4-BE49-F238E27FC236}">
                <a16:creationId xmlns:a16="http://schemas.microsoft.com/office/drawing/2014/main" id="{27757832-C80F-4469-8B23-6D95479B8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4145" y="439674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B8CD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388" name="source-20x20-r19-c16">
            <a:extLst xmlns:a="http://schemas.openxmlformats.org/drawingml/2006/main">
              <a:ext uri="{FF2B5EF4-FFF2-40B4-BE49-F238E27FC236}">
                <a16:creationId xmlns:a16="http://schemas.microsoft.com/office/drawing/2014/main" id="{7A149F25-8238-46FD-88A4-A715B4A20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439674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BCCE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389" name="source-20x20-r19-c17">
            <a:extLst xmlns:a="http://schemas.openxmlformats.org/drawingml/2006/main">
              <a:ext uri="{FF2B5EF4-FFF2-40B4-BE49-F238E27FC236}">
                <a16:creationId xmlns:a16="http://schemas.microsoft.com/office/drawing/2014/main" id="{70FEBC36-77B1-4D9D-BFA9-B99B8E857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7505" y="439674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0D0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390" name="source-20x20-r19-c18">
            <a:extLst xmlns:a="http://schemas.openxmlformats.org/drawingml/2006/main">
              <a:ext uri="{FF2B5EF4-FFF2-40B4-BE49-F238E27FC236}">
                <a16:creationId xmlns:a16="http://schemas.microsoft.com/office/drawing/2014/main" id="{6FFDE333-9692-4C5C-B582-E9ACAF68D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4185" y="439674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C8D5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391" name="source-20x20-r19-c19">
            <a:extLst xmlns:a="http://schemas.openxmlformats.org/drawingml/2006/main">
              <a:ext uri="{FF2B5EF4-FFF2-40B4-BE49-F238E27FC236}">
                <a16:creationId xmlns:a16="http://schemas.microsoft.com/office/drawing/2014/main" id="{B3B4EAA9-E04E-49B3-9B1A-DBB7B2B0A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0865" y="439674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CDD5D9"/>
            </a:solidFill>
            <a:prstDash val="solid"/>
          </a:ln>
        </p:spPr>
      </p:sp>
      <p:sp>
        <p:nvSpPr>
          <p:cNvPr id="392" name="source-20x20-r19-c20">
            <a:extLst xmlns:a="http://schemas.openxmlformats.org/drawingml/2006/main">
              <a:ext uri="{FF2B5EF4-FFF2-40B4-BE49-F238E27FC236}">
                <a16:creationId xmlns:a16="http://schemas.microsoft.com/office/drawing/2014/main" id="{4F29CC37-9F03-4DF4-BD8A-04CD2ABB3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7545" y="439674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DBE4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393" name="source-20x20-r20-c1">
            <a:extLst xmlns:a="http://schemas.openxmlformats.org/drawingml/2006/main">
              <a:ext uri="{FF2B5EF4-FFF2-40B4-BE49-F238E27FC236}">
                <a16:creationId xmlns:a16="http://schemas.microsoft.com/office/drawing/2014/main" id="{A324ED1D-4050-40F3-9230-4967723DA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50342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45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394" name="source-20x20-r20-c2">
            <a:extLst xmlns:a="http://schemas.openxmlformats.org/drawingml/2006/main">
              <a:ext uri="{FF2B5EF4-FFF2-40B4-BE49-F238E27FC236}">
                <a16:creationId xmlns:a16="http://schemas.microsoft.com/office/drawing/2014/main" id="{C2B714C1-D31C-488E-89FE-00EEB131B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" y="450342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7148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395" name="source-20x20-r20-c3">
            <a:extLst xmlns:a="http://schemas.openxmlformats.org/drawingml/2006/main">
              <a:ext uri="{FF2B5EF4-FFF2-40B4-BE49-F238E27FC236}">
                <a16:creationId xmlns:a16="http://schemas.microsoft.com/office/drawing/2014/main" id="{B7DCD086-5760-4E67-9EBA-AE8446A50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" y="450342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634B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396" name="source-20x20-r20-c4">
            <a:extLst xmlns:a="http://schemas.openxmlformats.org/drawingml/2006/main">
              <a:ext uri="{FF2B5EF4-FFF2-40B4-BE49-F238E27FC236}">
                <a16:creationId xmlns:a16="http://schemas.microsoft.com/office/drawing/2014/main" id="{A2CE9300-90D3-4E18-AE88-A5E88C2A3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665" y="450342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5F51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397" name="source-20x20-r20-c5">
            <a:extLst xmlns:a="http://schemas.openxmlformats.org/drawingml/2006/main">
              <a:ext uri="{FF2B5EF4-FFF2-40B4-BE49-F238E27FC236}">
                <a16:creationId xmlns:a16="http://schemas.microsoft.com/office/drawing/2014/main" id="{D4EDE1B1-CBE0-4841-BA3C-021DAEEFB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45" y="450342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6F5F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398" name="source-20x20-r20-c6">
            <a:extLst xmlns:a="http://schemas.openxmlformats.org/drawingml/2006/main">
              <a:ext uri="{FF2B5EF4-FFF2-40B4-BE49-F238E27FC236}">
                <a16:creationId xmlns:a16="http://schemas.microsoft.com/office/drawing/2014/main" id="{7E3078D6-754B-46B4-8094-31C46FA7C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450342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F6C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399" name="source-20x20-r20-c7">
            <a:extLst xmlns:a="http://schemas.openxmlformats.org/drawingml/2006/main">
              <a:ext uri="{FF2B5EF4-FFF2-40B4-BE49-F238E27FC236}">
                <a16:creationId xmlns:a16="http://schemas.microsoft.com/office/drawing/2014/main" id="{CDFE60D8-1EE6-4636-AD23-E7951481E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0705" y="450342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907D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400" name="source-20x20-r20-c8">
            <a:extLst xmlns:a="http://schemas.openxmlformats.org/drawingml/2006/main">
              <a:ext uri="{FF2B5EF4-FFF2-40B4-BE49-F238E27FC236}">
                <a16:creationId xmlns:a16="http://schemas.microsoft.com/office/drawing/2014/main" id="{4CD625AC-C874-43EB-B241-2AA71DD36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7385" y="450342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A190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401" name="source-20x20-r20-c9">
            <a:extLst xmlns:a="http://schemas.openxmlformats.org/drawingml/2006/main">
              <a:ext uri="{FF2B5EF4-FFF2-40B4-BE49-F238E27FC236}">
                <a16:creationId xmlns:a16="http://schemas.microsoft.com/office/drawing/2014/main" id="{B954C874-0129-4D75-8457-31A5704D7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4065" y="450342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2A2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402" name="source-20x20-r20-c10">
            <a:extLst xmlns:a="http://schemas.openxmlformats.org/drawingml/2006/main">
              <a:ext uri="{FF2B5EF4-FFF2-40B4-BE49-F238E27FC236}">
                <a16:creationId xmlns:a16="http://schemas.microsoft.com/office/drawing/2014/main" id="{447F3520-5C9A-4DFD-88D0-64F1CDCE3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0745" y="450342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C4BD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403" name="source-20x20-r20-c11">
            <a:extLst xmlns:a="http://schemas.openxmlformats.org/drawingml/2006/main">
              <a:ext uri="{FF2B5EF4-FFF2-40B4-BE49-F238E27FC236}">
                <a16:creationId xmlns:a16="http://schemas.microsoft.com/office/drawing/2014/main" id="{F947BBEE-A95D-4C36-AAFA-7083CDD02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450342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8DA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404" name="source-20x20-r20-c12">
            <a:extLst xmlns:a="http://schemas.openxmlformats.org/drawingml/2006/main">
              <a:ext uri="{FF2B5EF4-FFF2-40B4-BE49-F238E27FC236}">
                <a16:creationId xmlns:a16="http://schemas.microsoft.com/office/drawing/2014/main" id="{8692E5D5-AFBD-47B6-9D8D-28A99DF5D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4105" y="450342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E6F1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405" name="source-20x20-r20-c13">
            <a:extLst xmlns:a="http://schemas.openxmlformats.org/drawingml/2006/main">
              <a:ext uri="{FF2B5EF4-FFF2-40B4-BE49-F238E27FC236}">
                <a16:creationId xmlns:a16="http://schemas.microsoft.com/office/drawing/2014/main" id="{5249161F-3CEB-42F1-878F-8C733461B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0785" y="450342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BD9E8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406" name="source-20x20-r20-c14">
            <a:extLst xmlns:a="http://schemas.openxmlformats.org/drawingml/2006/main">
              <a:ext uri="{FF2B5EF4-FFF2-40B4-BE49-F238E27FC236}">
                <a16:creationId xmlns:a16="http://schemas.microsoft.com/office/drawing/2014/main" id="{2900E0A3-8D78-4171-B279-96274D3D1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7465" y="450342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CDF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407" name="source-20x20-r20-c15">
            <a:extLst xmlns:a="http://schemas.openxmlformats.org/drawingml/2006/main">
              <a:ext uri="{FF2B5EF4-FFF2-40B4-BE49-F238E27FC236}">
                <a16:creationId xmlns:a16="http://schemas.microsoft.com/office/drawing/2014/main" id="{DA094F13-CA39-4178-A82C-BC54CF6A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4145" y="450342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BFD4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408" name="source-20x20-r20-c16">
            <a:extLst xmlns:a="http://schemas.openxmlformats.org/drawingml/2006/main">
              <a:ext uri="{FF2B5EF4-FFF2-40B4-BE49-F238E27FC236}">
                <a16:creationId xmlns:a16="http://schemas.microsoft.com/office/drawing/2014/main" id="{7FE543E8-20D2-44BF-9F96-97CDF5C34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450342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B0C7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409" name="source-20x20-r20-c17">
            <a:extLst xmlns:a="http://schemas.openxmlformats.org/drawingml/2006/main">
              <a:ext uri="{FF2B5EF4-FFF2-40B4-BE49-F238E27FC236}">
                <a16:creationId xmlns:a16="http://schemas.microsoft.com/office/drawing/2014/main" id="{C95176A5-9773-4528-ADB8-B5E03B248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7505" y="450342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A1B9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410" name="source-20x20-r20-c18">
            <a:extLst xmlns:a="http://schemas.openxmlformats.org/drawingml/2006/main">
              <a:ext uri="{FF2B5EF4-FFF2-40B4-BE49-F238E27FC236}">
                <a16:creationId xmlns:a16="http://schemas.microsoft.com/office/drawing/2014/main" id="{E6214510-A587-454E-8019-955742291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4185" y="450342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B7C8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411" name="source-20x20-r20-c19">
            <a:extLst xmlns:a="http://schemas.openxmlformats.org/drawingml/2006/main">
              <a:ext uri="{FF2B5EF4-FFF2-40B4-BE49-F238E27FC236}">
                <a16:creationId xmlns:a16="http://schemas.microsoft.com/office/drawing/2014/main" id="{C564C6C9-00B0-431A-AB2E-861C08947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0865" y="450342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DBE4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412" name="source-20x20-r20-c20">
            <a:extLst xmlns:a="http://schemas.openxmlformats.org/drawingml/2006/main">
              <a:ext uri="{FF2B5EF4-FFF2-40B4-BE49-F238E27FC236}">
                <a16:creationId xmlns:a16="http://schemas.microsoft.com/office/drawing/2014/main" id="{51B739F2-3FB8-4E77-85A3-16A1C0299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7545" y="4503420"/>
            <a:ext cx="107442" cy="1074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CDD5D9"/>
            </a:solidFill>
            <a:prstDash val="solid"/>
          </a:ln>
        </p:spPr>
      </p:sp>
      <p:sp>
        <p:nvSpPr>
          <p:cNvPr id="413" name="bootstrap-top-14x14-r1-c1">
            <a:extLst xmlns:a="http://schemas.openxmlformats.org/drawingml/2006/main">
              <a:ext uri="{FF2B5EF4-FFF2-40B4-BE49-F238E27FC236}">
                <a16:creationId xmlns:a16="http://schemas.microsoft.com/office/drawing/2014/main" id="{ABBED598-97B3-4815-ABEB-95511CA6E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6668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CDD5D9"/>
            </a:solidFill>
            <a:prstDash val="solid"/>
          </a:ln>
        </p:spPr>
      </p:sp>
      <p:sp>
        <p:nvSpPr>
          <p:cNvPr id="414" name="bootstrap-top-14x14-r1-c2">
            <a:extLst xmlns:a="http://schemas.openxmlformats.org/drawingml/2006/main">
              <a:ext uri="{FF2B5EF4-FFF2-40B4-BE49-F238E27FC236}">
                <a16:creationId xmlns:a16="http://schemas.microsoft.com/office/drawing/2014/main" id="{B117F7B6-84B0-4912-BA99-35F5366DF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6668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9F1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415" name="bootstrap-top-14x14-r1-c3">
            <a:extLst xmlns:a="http://schemas.openxmlformats.org/drawingml/2006/main">
              <a:ext uri="{FF2B5EF4-FFF2-40B4-BE49-F238E27FC236}">
                <a16:creationId xmlns:a16="http://schemas.microsoft.com/office/drawing/2014/main" id="{AC06CE7E-7B10-4A16-9E27-ADB0AD117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6668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D2E3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416" name="bootstrap-top-14x14-r1-c4">
            <a:extLst xmlns:a="http://schemas.openxmlformats.org/drawingml/2006/main">
              <a:ext uri="{FF2B5EF4-FFF2-40B4-BE49-F238E27FC236}">
                <a16:creationId xmlns:a16="http://schemas.microsoft.com/office/drawing/2014/main" id="{9C5611D7-2587-45D0-B10F-42C9EAB02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6668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BFD4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417" name="bootstrap-top-14x14-r1-c5">
            <a:extLst xmlns:a="http://schemas.openxmlformats.org/drawingml/2006/main">
              <a:ext uri="{FF2B5EF4-FFF2-40B4-BE49-F238E27FC236}">
                <a16:creationId xmlns:a16="http://schemas.microsoft.com/office/drawing/2014/main" id="{4A1C6024-C3AB-4390-B790-4551A79A2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6668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AFC6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418" name="bootstrap-top-14x14-r1-c6">
            <a:extLst xmlns:a="http://schemas.openxmlformats.org/drawingml/2006/main">
              <a:ext uri="{FF2B5EF4-FFF2-40B4-BE49-F238E27FC236}">
                <a16:creationId xmlns:a16="http://schemas.microsoft.com/office/drawing/2014/main" id="{CF3AB51C-3B63-40C7-9E5B-89A7F7C0D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668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A0B8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419" name="bootstrap-top-14x14-r1-c7">
            <a:extLst xmlns:a="http://schemas.openxmlformats.org/drawingml/2006/main">
              <a:ext uri="{FF2B5EF4-FFF2-40B4-BE49-F238E27FC236}">
                <a16:creationId xmlns:a16="http://schemas.microsoft.com/office/drawing/2014/main" id="{5098A0FF-FCEA-42CF-A4C5-4902D2A20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668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ACA4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420" name="bootstrap-top-14x14-r1-c8">
            <a:extLst xmlns:a="http://schemas.openxmlformats.org/drawingml/2006/main">
              <a:ext uri="{FF2B5EF4-FFF2-40B4-BE49-F238E27FC236}">
                <a16:creationId xmlns:a16="http://schemas.microsoft.com/office/drawing/2014/main" id="{F89FA8E9-1FF0-49B4-880F-0CA51D4CB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6668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BF8E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421" name="bootstrap-top-14x14-r1-c9">
            <a:extLst xmlns:a="http://schemas.openxmlformats.org/drawingml/2006/main">
              <a:ext uri="{FF2B5EF4-FFF2-40B4-BE49-F238E27FC236}">
                <a16:creationId xmlns:a16="http://schemas.microsoft.com/office/drawing/2014/main" id="{8F1F3520-3ACC-4D00-995A-D3E06722C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6668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CA7B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422" name="bootstrap-top-14x14-r1-c10">
            <a:extLst xmlns:a="http://schemas.openxmlformats.org/drawingml/2006/main">
              <a:ext uri="{FF2B5EF4-FFF2-40B4-BE49-F238E27FC236}">
                <a16:creationId xmlns:a16="http://schemas.microsoft.com/office/drawing/2014/main" id="{1B1B3B43-5A6F-46AE-8146-67808EA90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668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B971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423" name="bootstrap-top-14x14-r1-c11">
            <a:extLst xmlns:a="http://schemas.openxmlformats.org/drawingml/2006/main">
              <a:ext uri="{FF2B5EF4-FFF2-40B4-BE49-F238E27FC236}">
                <a16:creationId xmlns:a16="http://schemas.microsoft.com/office/drawing/2014/main" id="{FAC1A3AC-EB7E-471A-9315-4597B4275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668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A768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424" name="bootstrap-top-14x14-r1-c12">
            <a:extLst xmlns:a="http://schemas.openxmlformats.org/drawingml/2006/main">
              <a:ext uri="{FF2B5EF4-FFF2-40B4-BE49-F238E27FC236}">
                <a16:creationId xmlns:a16="http://schemas.microsoft.com/office/drawing/2014/main" id="{797C0C22-8EB6-4C08-8222-21D10A76F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668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85D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425" name="bootstrap-top-14x14-r1-c13">
            <a:extLst xmlns:a="http://schemas.openxmlformats.org/drawingml/2006/main">
              <a:ext uri="{FF2B5EF4-FFF2-40B4-BE49-F238E27FC236}">
                <a16:creationId xmlns:a16="http://schemas.microsoft.com/office/drawing/2014/main" id="{8F7949D1-2BF4-46B4-ADA3-E017BB0C8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6668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8B51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426" name="bootstrap-top-14x14-r1-c14">
            <a:extLst xmlns:a="http://schemas.openxmlformats.org/drawingml/2006/main">
              <a:ext uri="{FF2B5EF4-FFF2-40B4-BE49-F238E27FC236}">
                <a16:creationId xmlns:a16="http://schemas.microsoft.com/office/drawing/2014/main" id="{B3EFF844-4816-40B8-8AA4-5B34DC126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6668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45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427" name="bootstrap-top-14x14-r2-c1">
            <a:extLst xmlns:a="http://schemas.openxmlformats.org/drawingml/2006/main">
              <a:ext uri="{FF2B5EF4-FFF2-40B4-BE49-F238E27FC236}">
                <a16:creationId xmlns:a16="http://schemas.microsoft.com/office/drawing/2014/main" id="{A284117C-80ED-43BE-838A-1278EA843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7430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9F1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428" name="bootstrap-top-14x14-r2-c2">
            <a:extLst xmlns:a="http://schemas.openxmlformats.org/drawingml/2006/main">
              <a:ext uri="{FF2B5EF4-FFF2-40B4-BE49-F238E27FC236}">
                <a16:creationId xmlns:a16="http://schemas.microsoft.com/office/drawing/2014/main" id="{C021FB45-8AF9-48BF-B6A3-BB4833BCC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7430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CDD5D9"/>
            </a:solidFill>
            <a:prstDash val="solid"/>
          </a:ln>
        </p:spPr>
      </p:sp>
      <p:sp>
        <p:nvSpPr>
          <p:cNvPr id="429" name="bootstrap-top-14x14-r2-c3">
            <a:extLst xmlns:a="http://schemas.openxmlformats.org/drawingml/2006/main">
              <a:ext uri="{FF2B5EF4-FFF2-40B4-BE49-F238E27FC236}">
                <a16:creationId xmlns:a16="http://schemas.microsoft.com/office/drawing/2014/main" id="{B49804A8-76D2-46D2-986D-FBB24C0F8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7430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EEA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430" name="bootstrap-top-14x14-r2-c4">
            <a:extLst xmlns:a="http://schemas.openxmlformats.org/drawingml/2006/main">
              <a:ext uri="{FF2B5EF4-FFF2-40B4-BE49-F238E27FC236}">
                <a16:creationId xmlns:a16="http://schemas.microsoft.com/office/drawing/2014/main" id="{EA0B8B1F-95BF-46CC-B551-02F4161C6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7430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D2E0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431" name="bootstrap-top-14x14-r2-c5">
            <a:extLst xmlns:a="http://schemas.openxmlformats.org/drawingml/2006/main">
              <a:ext uri="{FF2B5EF4-FFF2-40B4-BE49-F238E27FC236}">
                <a16:creationId xmlns:a16="http://schemas.microsoft.com/office/drawing/2014/main" id="{BA04E423-5894-41E3-AE05-342F3B7E1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7430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BACD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432" name="bootstrap-top-14x14-r2-c6">
            <a:extLst xmlns:a="http://schemas.openxmlformats.org/drawingml/2006/main">
              <a:ext uri="{FF2B5EF4-FFF2-40B4-BE49-F238E27FC236}">
                <a16:creationId xmlns:a16="http://schemas.microsoft.com/office/drawing/2014/main" id="{1867DA16-E58E-4C7B-9AA5-AAC95F9DE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430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A2B9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433" name="bootstrap-top-14x14-r2-c7">
            <a:extLst xmlns:a="http://schemas.openxmlformats.org/drawingml/2006/main">
              <a:ext uri="{FF2B5EF4-FFF2-40B4-BE49-F238E27FC236}">
                <a16:creationId xmlns:a16="http://schemas.microsoft.com/office/drawing/2014/main" id="{275FA7B0-AC56-43A1-BCAC-1BE928AF5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430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A7A1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434" name="bootstrap-top-14x14-r2-c8">
            <a:extLst xmlns:a="http://schemas.openxmlformats.org/drawingml/2006/main">
              <a:ext uri="{FF2B5EF4-FFF2-40B4-BE49-F238E27FC236}">
                <a16:creationId xmlns:a16="http://schemas.microsoft.com/office/drawing/2014/main" id="{D77CE83C-8605-4EB2-BB3C-7A049E239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430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B388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435" name="bootstrap-top-14x14-r2-c9">
            <a:extLst xmlns:a="http://schemas.openxmlformats.org/drawingml/2006/main">
              <a:ext uri="{FF2B5EF4-FFF2-40B4-BE49-F238E27FC236}">
                <a16:creationId xmlns:a16="http://schemas.microsoft.com/office/drawing/2014/main" id="{6BFC1976-A4DC-4914-BC3A-01EA4C46D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430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B971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436" name="bootstrap-top-14x14-r2-c10">
            <a:extLst xmlns:a="http://schemas.openxmlformats.org/drawingml/2006/main">
              <a:ext uri="{FF2B5EF4-FFF2-40B4-BE49-F238E27FC236}">
                <a16:creationId xmlns:a16="http://schemas.microsoft.com/office/drawing/2014/main" id="{A55380FA-6F16-4277-A575-6056029DC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7430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A967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437" name="bootstrap-top-14x14-r2-c11">
            <a:extLst xmlns:a="http://schemas.openxmlformats.org/drawingml/2006/main">
              <a:ext uri="{FF2B5EF4-FFF2-40B4-BE49-F238E27FC236}">
                <a16:creationId xmlns:a16="http://schemas.microsoft.com/office/drawing/2014/main" id="{C7D43916-3430-40D5-AE13-BD61E2F29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430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995C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438" name="bootstrap-top-14x14-r2-c12">
            <a:extLst xmlns:a="http://schemas.openxmlformats.org/drawingml/2006/main">
              <a:ext uri="{FF2B5EF4-FFF2-40B4-BE49-F238E27FC236}">
                <a16:creationId xmlns:a16="http://schemas.microsoft.com/office/drawing/2014/main" id="{310F3631-A183-44D3-9DC4-E4D960463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7430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9559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439" name="bootstrap-top-14x14-r2-c13">
            <a:extLst xmlns:a="http://schemas.openxmlformats.org/drawingml/2006/main">
              <a:ext uri="{FF2B5EF4-FFF2-40B4-BE49-F238E27FC236}">
                <a16:creationId xmlns:a16="http://schemas.microsoft.com/office/drawing/2014/main" id="{6F374104-4D2D-44A7-BD06-6768868A4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7430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995A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440" name="bootstrap-top-14x14-r2-c14">
            <a:extLst xmlns:a="http://schemas.openxmlformats.org/drawingml/2006/main">
              <a:ext uri="{FF2B5EF4-FFF2-40B4-BE49-F238E27FC236}">
                <a16:creationId xmlns:a16="http://schemas.microsoft.com/office/drawing/2014/main" id="{D521A3C7-D379-4D88-A858-F524845BA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7430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9D5B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441" name="bootstrap-top-14x14-r3-c1">
            <a:extLst xmlns:a="http://schemas.openxmlformats.org/drawingml/2006/main">
              <a:ext uri="{FF2B5EF4-FFF2-40B4-BE49-F238E27FC236}">
                <a16:creationId xmlns:a16="http://schemas.microsoft.com/office/drawing/2014/main" id="{E90F1EA4-96D7-4143-AA77-D76F810CD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8192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D2E3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442" name="bootstrap-top-14x14-r3-c2">
            <a:extLst xmlns:a="http://schemas.openxmlformats.org/drawingml/2006/main">
              <a:ext uri="{FF2B5EF4-FFF2-40B4-BE49-F238E27FC236}">
                <a16:creationId xmlns:a16="http://schemas.microsoft.com/office/drawing/2014/main" id="{F6EA0653-69D0-4BBE-94F3-FB5698FE9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8192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EEA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443" name="bootstrap-top-14x14-r3-c3">
            <a:extLst xmlns:a="http://schemas.openxmlformats.org/drawingml/2006/main">
              <a:ext uri="{FF2B5EF4-FFF2-40B4-BE49-F238E27FC236}">
                <a16:creationId xmlns:a16="http://schemas.microsoft.com/office/drawing/2014/main" id="{77CB4D12-AD86-41D1-BE57-A0B176A11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8192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CDD5D9"/>
            </a:solidFill>
            <a:prstDash val="solid"/>
          </a:ln>
        </p:spPr>
      </p:sp>
      <p:sp>
        <p:nvSpPr>
          <p:cNvPr id="444" name="bootstrap-top-14x14-r3-c4">
            <a:extLst xmlns:a="http://schemas.openxmlformats.org/drawingml/2006/main">
              <a:ext uri="{FF2B5EF4-FFF2-40B4-BE49-F238E27FC236}">
                <a16:creationId xmlns:a16="http://schemas.microsoft.com/office/drawing/2014/main" id="{A8C7618D-B555-4B4E-AA6A-3A93F8B94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8192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E5EC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445" name="bootstrap-top-14x14-r3-c5">
            <a:extLst xmlns:a="http://schemas.openxmlformats.org/drawingml/2006/main">
              <a:ext uri="{FF2B5EF4-FFF2-40B4-BE49-F238E27FC236}">
                <a16:creationId xmlns:a16="http://schemas.microsoft.com/office/drawing/2014/main" id="{CDD416B3-C345-4A82-9513-542EE3461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8192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C4D3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446" name="bootstrap-top-14x14-r3-c6">
            <a:extLst xmlns:a="http://schemas.openxmlformats.org/drawingml/2006/main">
              <a:ext uri="{FF2B5EF4-FFF2-40B4-BE49-F238E27FC236}">
                <a16:creationId xmlns:a16="http://schemas.microsoft.com/office/drawing/2014/main" id="{26C8C199-4B45-41D6-9801-9F96BE4F0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192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A4BA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447" name="bootstrap-top-14x14-r3-c7">
            <a:extLst xmlns:a="http://schemas.openxmlformats.org/drawingml/2006/main">
              <a:ext uri="{FF2B5EF4-FFF2-40B4-BE49-F238E27FC236}">
                <a16:creationId xmlns:a16="http://schemas.microsoft.com/office/drawing/2014/main" id="{1C10C990-2B10-4D38-804B-5261F9EB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192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19E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448" name="bootstrap-top-14x14-r3-c8">
            <a:extLst xmlns:a="http://schemas.openxmlformats.org/drawingml/2006/main">
              <a:ext uri="{FF2B5EF4-FFF2-40B4-BE49-F238E27FC236}">
                <a16:creationId xmlns:a16="http://schemas.microsoft.com/office/drawing/2014/main" id="{F892DD79-6950-4B32-A21D-D53A354E4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192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A681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449" name="bootstrap-top-14x14-r3-c9">
            <a:extLst xmlns:a="http://schemas.openxmlformats.org/drawingml/2006/main">
              <a:ext uri="{FF2B5EF4-FFF2-40B4-BE49-F238E27FC236}">
                <a16:creationId xmlns:a16="http://schemas.microsoft.com/office/drawing/2014/main" id="{DC5DBCC6-79B7-4327-B743-6A836C85B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192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A867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450" name="bootstrap-top-14x14-r3-c10">
            <a:extLst xmlns:a="http://schemas.openxmlformats.org/drawingml/2006/main">
              <a:ext uri="{FF2B5EF4-FFF2-40B4-BE49-F238E27FC236}">
                <a16:creationId xmlns:a16="http://schemas.microsoft.com/office/drawing/2014/main" id="{173A61C7-7325-4A9E-8777-CEB66F58E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192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9A5C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451" name="bootstrap-top-14x14-r3-c11">
            <a:extLst xmlns:a="http://schemas.openxmlformats.org/drawingml/2006/main">
              <a:ext uri="{FF2B5EF4-FFF2-40B4-BE49-F238E27FC236}">
                <a16:creationId xmlns:a16="http://schemas.microsoft.com/office/drawing/2014/main" id="{A6E76281-A39E-433E-825C-F4B2829CF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192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8C51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452" name="bootstrap-top-14x14-r3-c12">
            <a:extLst xmlns:a="http://schemas.openxmlformats.org/drawingml/2006/main">
              <a:ext uri="{FF2B5EF4-FFF2-40B4-BE49-F238E27FC236}">
                <a16:creationId xmlns:a16="http://schemas.microsoft.com/office/drawing/2014/main" id="{4A26B016-71D3-475B-8BAA-305A86298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192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254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453" name="bootstrap-top-14x14-r3-c13">
            <a:extLst xmlns:a="http://schemas.openxmlformats.org/drawingml/2006/main">
              <a:ext uri="{FF2B5EF4-FFF2-40B4-BE49-F238E27FC236}">
                <a16:creationId xmlns:a16="http://schemas.microsoft.com/office/drawing/2014/main" id="{596E1BD0-1101-4E54-B300-90179608E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8192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1A762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454" name="bootstrap-top-14x14-r3-c14">
            <a:extLst xmlns:a="http://schemas.openxmlformats.org/drawingml/2006/main">
              <a:ext uri="{FF2B5EF4-FFF2-40B4-BE49-F238E27FC236}">
                <a16:creationId xmlns:a16="http://schemas.microsoft.com/office/drawing/2014/main" id="{7FB5CE4B-54F9-483E-9605-A92665071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8192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BC70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455" name="bootstrap-top-14x14-r4-c1">
            <a:extLst xmlns:a="http://schemas.openxmlformats.org/drawingml/2006/main">
              <a:ext uri="{FF2B5EF4-FFF2-40B4-BE49-F238E27FC236}">
                <a16:creationId xmlns:a16="http://schemas.microsoft.com/office/drawing/2014/main" id="{7390774A-F3C8-4840-B0C0-115B83617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8954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BFD4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456" name="bootstrap-top-14x14-r4-c2">
            <a:extLst xmlns:a="http://schemas.openxmlformats.org/drawingml/2006/main">
              <a:ext uri="{FF2B5EF4-FFF2-40B4-BE49-F238E27FC236}">
                <a16:creationId xmlns:a16="http://schemas.microsoft.com/office/drawing/2014/main" id="{1F058958-9085-46E6-B397-B0A066750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8954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D2E0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457" name="bootstrap-top-14x14-r4-c3">
            <a:extLst xmlns:a="http://schemas.openxmlformats.org/drawingml/2006/main">
              <a:ext uri="{FF2B5EF4-FFF2-40B4-BE49-F238E27FC236}">
                <a16:creationId xmlns:a16="http://schemas.microsoft.com/office/drawing/2014/main" id="{A1FE9268-5146-4406-BE1A-29C6B26DB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8954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E5EC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458" name="bootstrap-top-14x14-r4-c4">
            <a:extLst xmlns:a="http://schemas.openxmlformats.org/drawingml/2006/main">
              <a:ext uri="{FF2B5EF4-FFF2-40B4-BE49-F238E27FC236}">
                <a16:creationId xmlns:a16="http://schemas.microsoft.com/office/drawing/2014/main" id="{E5BD1DE2-2BB7-49BA-B3D2-E7AEACED6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8954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CDD5D9"/>
            </a:solidFill>
            <a:prstDash val="solid"/>
          </a:ln>
        </p:spPr>
      </p:sp>
      <p:sp>
        <p:nvSpPr>
          <p:cNvPr id="459" name="bootstrap-top-14x14-r4-c5">
            <a:extLst xmlns:a="http://schemas.openxmlformats.org/drawingml/2006/main">
              <a:ext uri="{FF2B5EF4-FFF2-40B4-BE49-F238E27FC236}">
                <a16:creationId xmlns:a16="http://schemas.microsoft.com/office/drawing/2014/main" id="{9A328127-4DA1-4FA1-A5FD-27D2C0266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8954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CBD8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460" name="bootstrap-top-14x14-r4-c6">
            <a:extLst xmlns:a="http://schemas.openxmlformats.org/drawingml/2006/main">
              <a:ext uri="{FF2B5EF4-FFF2-40B4-BE49-F238E27FC236}">
                <a16:creationId xmlns:a16="http://schemas.microsoft.com/office/drawing/2014/main" id="{9BD64319-CC05-4053-A19E-DC0FFF654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954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B1C4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461" name="bootstrap-top-14x14-r4-c7">
            <a:extLst xmlns:a="http://schemas.openxmlformats.org/drawingml/2006/main">
              <a:ext uri="{FF2B5EF4-FFF2-40B4-BE49-F238E27FC236}">
                <a16:creationId xmlns:a16="http://schemas.microsoft.com/office/drawing/2014/main" id="{BAD053C9-DD7E-4D2D-862B-4D0C7122F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954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A7A2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462" name="bootstrap-top-14x14-r4-c8">
            <a:extLst xmlns:a="http://schemas.openxmlformats.org/drawingml/2006/main">
              <a:ext uri="{FF2B5EF4-FFF2-40B4-BE49-F238E27FC236}">
                <a16:creationId xmlns:a16="http://schemas.microsoft.com/office/drawing/2014/main" id="{6EE5F05E-5D78-4122-B0B1-803413129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954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A07D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463" name="bootstrap-top-14x14-r4-c9">
            <a:extLst xmlns:a="http://schemas.openxmlformats.org/drawingml/2006/main">
              <a:ext uri="{FF2B5EF4-FFF2-40B4-BE49-F238E27FC236}">
                <a16:creationId xmlns:a16="http://schemas.microsoft.com/office/drawing/2014/main" id="{21907E5F-E738-437A-829F-E2A4BFF55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954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995E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464" name="bootstrap-top-14x14-r4-c10">
            <a:extLst xmlns:a="http://schemas.openxmlformats.org/drawingml/2006/main">
              <a:ext uri="{FF2B5EF4-FFF2-40B4-BE49-F238E27FC236}">
                <a16:creationId xmlns:a16="http://schemas.microsoft.com/office/drawing/2014/main" id="{D5B5359F-4275-4821-AD35-DF14DAB21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954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9055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465" name="bootstrap-top-14x14-r4-c11">
            <a:extLst xmlns:a="http://schemas.openxmlformats.org/drawingml/2006/main">
              <a:ext uri="{FF2B5EF4-FFF2-40B4-BE49-F238E27FC236}">
                <a16:creationId xmlns:a16="http://schemas.microsoft.com/office/drawing/2014/main" id="{DFE25208-C66C-4750-8FC8-E2994AF4D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954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874D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466" name="bootstrap-top-14x14-r4-c12">
            <a:extLst xmlns:a="http://schemas.openxmlformats.org/drawingml/2006/main">
              <a:ext uri="{FF2B5EF4-FFF2-40B4-BE49-F238E27FC236}">
                <a16:creationId xmlns:a16="http://schemas.microsoft.com/office/drawing/2014/main" id="{50EE67A4-A9B4-4240-A27B-0DCE1126A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954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358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467" name="bootstrap-top-14x14-r4-c13">
            <a:extLst xmlns:a="http://schemas.openxmlformats.org/drawingml/2006/main">
              <a:ext uri="{FF2B5EF4-FFF2-40B4-BE49-F238E27FC236}">
                <a16:creationId xmlns:a16="http://schemas.microsoft.com/office/drawing/2014/main" id="{55817329-48C3-47CF-B218-7BC426062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8954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AD6F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468" name="bootstrap-top-14x14-r4-c14">
            <a:extLst xmlns:a="http://schemas.openxmlformats.org/drawingml/2006/main">
              <a:ext uri="{FF2B5EF4-FFF2-40B4-BE49-F238E27FC236}">
                <a16:creationId xmlns:a16="http://schemas.microsoft.com/office/drawing/2014/main" id="{C39096B9-684E-4B17-9AFE-0F64A3AE3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8954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C686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469" name="bootstrap-top-14x14-r5-c1">
            <a:extLst xmlns:a="http://schemas.openxmlformats.org/drawingml/2006/main">
              <a:ext uri="{FF2B5EF4-FFF2-40B4-BE49-F238E27FC236}">
                <a16:creationId xmlns:a16="http://schemas.microsoft.com/office/drawing/2014/main" id="{63C706E0-1D4C-4CEF-9C71-B8199949B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9716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AFC6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470" name="bootstrap-top-14x14-r5-c2">
            <a:extLst xmlns:a="http://schemas.openxmlformats.org/drawingml/2006/main">
              <a:ext uri="{FF2B5EF4-FFF2-40B4-BE49-F238E27FC236}">
                <a16:creationId xmlns:a16="http://schemas.microsoft.com/office/drawing/2014/main" id="{7C95432F-0EB5-416D-80D5-D9AFFBE06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9716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BACD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471" name="bootstrap-top-14x14-r5-c3">
            <a:extLst xmlns:a="http://schemas.openxmlformats.org/drawingml/2006/main">
              <a:ext uri="{FF2B5EF4-FFF2-40B4-BE49-F238E27FC236}">
                <a16:creationId xmlns:a16="http://schemas.microsoft.com/office/drawing/2014/main" id="{ACE507F3-4B9F-48FB-A6A4-26F456FD3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9716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C4D3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472" name="bootstrap-top-14x14-r5-c4">
            <a:extLst xmlns:a="http://schemas.openxmlformats.org/drawingml/2006/main">
              <a:ext uri="{FF2B5EF4-FFF2-40B4-BE49-F238E27FC236}">
                <a16:creationId xmlns:a16="http://schemas.microsoft.com/office/drawing/2014/main" id="{BA6CE83C-AF25-4E00-AAAA-5E0FC122A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9716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CBD8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473" name="bootstrap-top-14x14-r5-c5">
            <a:extLst xmlns:a="http://schemas.openxmlformats.org/drawingml/2006/main">
              <a:ext uri="{FF2B5EF4-FFF2-40B4-BE49-F238E27FC236}">
                <a16:creationId xmlns:a16="http://schemas.microsoft.com/office/drawing/2014/main" id="{E9537BDC-0B66-49B1-B79F-6B79EDD92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9716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CDD5D9"/>
            </a:solidFill>
            <a:prstDash val="solid"/>
          </a:ln>
        </p:spPr>
      </p:sp>
      <p:sp>
        <p:nvSpPr>
          <p:cNvPr id="474" name="bootstrap-top-14x14-r5-c6">
            <a:extLst xmlns:a="http://schemas.openxmlformats.org/drawingml/2006/main">
              <a:ext uri="{FF2B5EF4-FFF2-40B4-BE49-F238E27FC236}">
                <a16:creationId xmlns:a16="http://schemas.microsoft.com/office/drawing/2014/main" id="{C6D4065A-6BEE-4E48-9B7A-134852D58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716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D1DC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475" name="bootstrap-top-14x14-r5-c7">
            <a:extLst xmlns:a="http://schemas.openxmlformats.org/drawingml/2006/main">
              <a:ext uri="{FF2B5EF4-FFF2-40B4-BE49-F238E27FC236}">
                <a16:creationId xmlns:a16="http://schemas.microsoft.com/office/drawing/2014/main" id="{723E0EE4-0E7F-47C8-A6DE-97EA7B3B8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716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BDB3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476" name="bootstrap-top-14x14-r5-c8">
            <a:extLst xmlns:a="http://schemas.openxmlformats.org/drawingml/2006/main">
              <a:ext uri="{FF2B5EF4-FFF2-40B4-BE49-F238E27FC236}">
                <a16:creationId xmlns:a16="http://schemas.microsoft.com/office/drawing/2014/main" id="{1D738793-7454-4212-B75A-DA28D0D18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9716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A37E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477" name="bootstrap-top-14x14-r5-c9">
            <a:extLst xmlns:a="http://schemas.openxmlformats.org/drawingml/2006/main">
              <a:ext uri="{FF2B5EF4-FFF2-40B4-BE49-F238E27FC236}">
                <a16:creationId xmlns:a16="http://schemas.microsoft.com/office/drawing/2014/main" id="{CBB88618-7C34-4634-AFD2-B9C78B6AE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716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8E53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478" name="bootstrap-top-14x14-r5-c10">
            <a:extLst xmlns:a="http://schemas.openxmlformats.org/drawingml/2006/main">
              <a:ext uri="{FF2B5EF4-FFF2-40B4-BE49-F238E27FC236}">
                <a16:creationId xmlns:a16="http://schemas.microsoft.com/office/drawing/2014/main" id="{7278B7B7-3148-4B43-90ED-7988BDC34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716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8F54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479" name="bootstrap-top-14x14-r5-c11">
            <a:extLst xmlns:a="http://schemas.openxmlformats.org/drawingml/2006/main">
              <a:ext uri="{FF2B5EF4-FFF2-40B4-BE49-F238E27FC236}">
                <a16:creationId xmlns:a16="http://schemas.microsoft.com/office/drawing/2014/main" id="{4FA1432A-3FE8-408B-B878-924F80E02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716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9055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480" name="bootstrap-top-14x14-r5-c12">
            <a:extLst xmlns:a="http://schemas.openxmlformats.org/drawingml/2006/main">
              <a:ext uri="{FF2B5EF4-FFF2-40B4-BE49-F238E27FC236}">
                <a16:creationId xmlns:a16="http://schemas.microsoft.com/office/drawing/2014/main" id="{8AAA2460-2A39-416A-B75B-9B2256E93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716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866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481" name="bootstrap-top-14x14-r5-c13">
            <a:extLst xmlns:a="http://schemas.openxmlformats.org/drawingml/2006/main">
              <a:ext uri="{FF2B5EF4-FFF2-40B4-BE49-F238E27FC236}">
                <a16:creationId xmlns:a16="http://schemas.microsoft.com/office/drawing/2014/main" id="{99855A67-FDFB-4077-BDC1-E163443FD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9716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A680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482" name="bootstrap-top-14x14-r5-c14">
            <a:extLst xmlns:a="http://schemas.openxmlformats.org/drawingml/2006/main">
              <a:ext uri="{FF2B5EF4-FFF2-40B4-BE49-F238E27FC236}">
                <a16:creationId xmlns:a16="http://schemas.microsoft.com/office/drawing/2014/main" id="{ED7A6DD1-AC72-4C4E-A035-51CBA2A98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716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B49B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483" name="bootstrap-top-14x14-r6-c1">
            <a:extLst xmlns:a="http://schemas.openxmlformats.org/drawingml/2006/main">
              <a:ext uri="{FF2B5EF4-FFF2-40B4-BE49-F238E27FC236}">
                <a16:creationId xmlns:a16="http://schemas.microsoft.com/office/drawing/2014/main" id="{E75F5A44-EB72-4317-AD46-578838789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0478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A0B8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484" name="bootstrap-top-14x14-r6-c2">
            <a:extLst xmlns:a="http://schemas.openxmlformats.org/drawingml/2006/main">
              <a:ext uri="{FF2B5EF4-FFF2-40B4-BE49-F238E27FC236}">
                <a16:creationId xmlns:a16="http://schemas.microsoft.com/office/drawing/2014/main" id="{08F33908-E8C7-4A67-B482-EFDCEC243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0478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A2B9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485" name="bootstrap-top-14x14-r6-c3">
            <a:extLst xmlns:a="http://schemas.openxmlformats.org/drawingml/2006/main">
              <a:ext uri="{FF2B5EF4-FFF2-40B4-BE49-F238E27FC236}">
                <a16:creationId xmlns:a16="http://schemas.microsoft.com/office/drawing/2014/main" id="{00FEAF93-77D3-46C7-9A25-664F59880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0478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A4BA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486" name="bootstrap-top-14x14-r6-c4">
            <a:extLst xmlns:a="http://schemas.openxmlformats.org/drawingml/2006/main">
              <a:ext uri="{FF2B5EF4-FFF2-40B4-BE49-F238E27FC236}">
                <a16:creationId xmlns:a16="http://schemas.microsoft.com/office/drawing/2014/main" id="{97C8C3F9-9921-493A-BADD-34BC00CE1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0478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B1C4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487" name="bootstrap-top-14x14-r6-c5">
            <a:extLst xmlns:a="http://schemas.openxmlformats.org/drawingml/2006/main">
              <a:ext uri="{FF2B5EF4-FFF2-40B4-BE49-F238E27FC236}">
                <a16:creationId xmlns:a16="http://schemas.microsoft.com/office/drawing/2014/main" id="{E80C23F8-EB43-490D-B2F6-8E23A3AB3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478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D1DC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488" name="bootstrap-top-14x14-r6-c6">
            <a:extLst xmlns:a="http://schemas.openxmlformats.org/drawingml/2006/main">
              <a:ext uri="{FF2B5EF4-FFF2-40B4-BE49-F238E27FC236}">
                <a16:creationId xmlns:a16="http://schemas.microsoft.com/office/drawing/2014/main" id="{CFC8C9F3-C73C-424A-AD10-C2887C85B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478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CDD5D9"/>
            </a:solidFill>
            <a:prstDash val="solid"/>
          </a:ln>
        </p:spPr>
      </p:sp>
      <p:sp>
        <p:nvSpPr>
          <p:cNvPr id="489" name="bootstrap-top-14x14-r6-c7">
            <a:extLst xmlns:a="http://schemas.openxmlformats.org/drawingml/2006/main">
              <a:ext uri="{FF2B5EF4-FFF2-40B4-BE49-F238E27FC236}">
                <a16:creationId xmlns:a16="http://schemas.microsoft.com/office/drawing/2014/main" id="{7C3D7A4E-60E2-4FF5-AA7B-E0C657B2E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478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3C3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490" name="bootstrap-top-14x14-r6-c8">
            <a:extLst xmlns:a="http://schemas.openxmlformats.org/drawingml/2006/main">
              <a:ext uri="{FF2B5EF4-FFF2-40B4-BE49-F238E27FC236}">
                <a16:creationId xmlns:a16="http://schemas.microsoft.com/office/drawing/2014/main" id="{5BE2859B-7620-421B-9208-903774BB6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478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A57E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491" name="bootstrap-top-14x14-r6-c9">
            <a:extLst xmlns:a="http://schemas.openxmlformats.org/drawingml/2006/main">
              <a:ext uri="{FF2B5EF4-FFF2-40B4-BE49-F238E27FC236}">
                <a16:creationId xmlns:a16="http://schemas.microsoft.com/office/drawing/2014/main" id="{44328ADB-F9E5-4C18-A0F1-01D2ADE93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478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8349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492" name="bootstrap-top-14x14-r6-c10">
            <a:extLst xmlns:a="http://schemas.openxmlformats.org/drawingml/2006/main">
              <a:ext uri="{FF2B5EF4-FFF2-40B4-BE49-F238E27FC236}">
                <a16:creationId xmlns:a16="http://schemas.microsoft.com/office/drawing/2014/main" id="{BFE48396-6C82-4BE6-8819-B88343DE4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478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8E53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493" name="bootstrap-top-14x14-r6-c11">
            <a:extLst xmlns:a="http://schemas.openxmlformats.org/drawingml/2006/main">
              <a:ext uri="{FF2B5EF4-FFF2-40B4-BE49-F238E27FC236}">
                <a16:creationId xmlns:a16="http://schemas.microsoft.com/office/drawing/2014/main" id="{1C9DF526-E2D0-442D-AC96-CB28D2A65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478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995E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494" name="bootstrap-top-14x14-r6-c12">
            <a:extLst xmlns:a="http://schemas.openxmlformats.org/drawingml/2006/main">
              <a:ext uri="{FF2B5EF4-FFF2-40B4-BE49-F238E27FC236}">
                <a16:creationId xmlns:a16="http://schemas.microsoft.com/office/drawing/2014/main" id="{A240682D-4F50-4E00-B565-D6F17DEC5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478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9E74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495" name="bootstrap-top-14x14-r6-c13">
            <a:extLst xmlns:a="http://schemas.openxmlformats.org/drawingml/2006/main">
              <a:ext uri="{FF2B5EF4-FFF2-40B4-BE49-F238E27FC236}">
                <a16:creationId xmlns:a16="http://schemas.microsoft.com/office/drawing/2014/main" id="{CACF177B-9818-4F6F-9DB7-68ECEB8C0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0478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9F92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496" name="bootstrap-top-14x14-r6-c14">
            <a:extLst xmlns:a="http://schemas.openxmlformats.org/drawingml/2006/main">
              <a:ext uri="{FF2B5EF4-FFF2-40B4-BE49-F238E27FC236}">
                <a16:creationId xmlns:a16="http://schemas.microsoft.com/office/drawing/2014/main" id="{C5B3FAA8-F1BF-410F-BCE4-E465C9426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478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A1B1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497" name="bootstrap-top-14x14-r7-c1">
            <a:extLst xmlns:a="http://schemas.openxmlformats.org/drawingml/2006/main">
              <a:ext uri="{FF2B5EF4-FFF2-40B4-BE49-F238E27FC236}">
                <a16:creationId xmlns:a16="http://schemas.microsoft.com/office/drawing/2014/main" id="{6EFDBFCB-E08A-4054-8F1F-5F4FE94BD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1240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ACA4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498" name="bootstrap-top-14x14-r7-c2">
            <a:extLst xmlns:a="http://schemas.openxmlformats.org/drawingml/2006/main">
              <a:ext uri="{FF2B5EF4-FFF2-40B4-BE49-F238E27FC236}">
                <a16:creationId xmlns:a16="http://schemas.microsoft.com/office/drawing/2014/main" id="{0624182C-507E-423C-8302-6B4832F43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1240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A7A1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499" name="bootstrap-top-14x14-r7-c3">
            <a:extLst xmlns:a="http://schemas.openxmlformats.org/drawingml/2006/main">
              <a:ext uri="{FF2B5EF4-FFF2-40B4-BE49-F238E27FC236}">
                <a16:creationId xmlns:a16="http://schemas.microsoft.com/office/drawing/2014/main" id="{C648FD4C-47A7-4F10-9CB8-BA9FAABAE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1240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19E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500" name="bootstrap-top-14x14-r7-c4">
            <a:extLst xmlns:a="http://schemas.openxmlformats.org/drawingml/2006/main">
              <a:ext uri="{FF2B5EF4-FFF2-40B4-BE49-F238E27FC236}">
                <a16:creationId xmlns:a16="http://schemas.microsoft.com/office/drawing/2014/main" id="{26A58517-4D54-45F1-A2D7-C8645F84A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240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A7A2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501" name="bootstrap-top-14x14-r7-c5">
            <a:extLst xmlns:a="http://schemas.openxmlformats.org/drawingml/2006/main">
              <a:ext uri="{FF2B5EF4-FFF2-40B4-BE49-F238E27FC236}">
                <a16:creationId xmlns:a16="http://schemas.microsoft.com/office/drawing/2014/main" id="{C38C22F0-D31E-4884-9ABC-4F2BA5149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1240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BDB3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502" name="bootstrap-top-14x14-r7-c6">
            <a:extLst xmlns:a="http://schemas.openxmlformats.org/drawingml/2006/main">
              <a:ext uri="{FF2B5EF4-FFF2-40B4-BE49-F238E27FC236}">
                <a16:creationId xmlns:a16="http://schemas.microsoft.com/office/drawing/2014/main" id="{46741071-0C6B-4EC3-97E4-897747A29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240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3C3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503" name="bootstrap-top-14x14-r7-c7">
            <a:extLst xmlns:a="http://schemas.openxmlformats.org/drawingml/2006/main">
              <a:ext uri="{FF2B5EF4-FFF2-40B4-BE49-F238E27FC236}">
                <a16:creationId xmlns:a16="http://schemas.microsoft.com/office/drawing/2014/main" id="{0E61D91F-7B47-483F-9C55-CBF9FE9C8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240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CDD5D9"/>
            </a:solidFill>
            <a:prstDash val="solid"/>
          </a:ln>
        </p:spPr>
      </p:sp>
      <p:sp>
        <p:nvSpPr>
          <p:cNvPr id="504" name="bootstrap-top-14x14-r7-c8">
            <a:extLst xmlns:a="http://schemas.openxmlformats.org/drawingml/2006/main">
              <a:ext uri="{FF2B5EF4-FFF2-40B4-BE49-F238E27FC236}">
                <a16:creationId xmlns:a16="http://schemas.microsoft.com/office/drawing/2014/main" id="{7295588A-D87A-4C71-A859-1F7C81BA3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240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8B594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505" name="bootstrap-top-14x14-r7-c9">
            <a:extLst xmlns:a="http://schemas.openxmlformats.org/drawingml/2006/main">
              <a:ext uri="{FF2B5EF4-FFF2-40B4-BE49-F238E27FC236}">
                <a16:creationId xmlns:a16="http://schemas.microsoft.com/office/drawing/2014/main" id="{81267EF2-6E10-405A-8145-63C662177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240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A67F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506" name="bootstrap-top-14x14-r7-c10">
            <a:extLst xmlns:a="http://schemas.openxmlformats.org/drawingml/2006/main">
              <a:ext uri="{FF2B5EF4-FFF2-40B4-BE49-F238E27FC236}">
                <a16:creationId xmlns:a16="http://schemas.microsoft.com/office/drawing/2014/main" id="{34C78CA8-42A3-4F73-B0DA-A9946CDDF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240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A883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507" name="bootstrap-top-14x14-r7-c11">
            <a:extLst xmlns:a="http://schemas.openxmlformats.org/drawingml/2006/main">
              <a:ext uri="{FF2B5EF4-FFF2-40B4-BE49-F238E27FC236}">
                <a16:creationId xmlns:a16="http://schemas.microsoft.com/office/drawing/2014/main" id="{177D40D9-0F9B-475C-99FB-5E04DF1F5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240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AB87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508" name="bootstrap-top-14x14-r7-c12">
            <a:extLst xmlns:a="http://schemas.openxmlformats.org/drawingml/2006/main">
              <a:ext uri="{FF2B5EF4-FFF2-40B4-BE49-F238E27FC236}">
                <a16:creationId xmlns:a16="http://schemas.microsoft.com/office/drawing/2014/main" id="{866283E0-F4F4-4D7D-B44B-B5383CED0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240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893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509" name="bootstrap-top-14x14-r7-c13">
            <a:extLst xmlns:a="http://schemas.openxmlformats.org/drawingml/2006/main">
              <a:ext uri="{FF2B5EF4-FFF2-40B4-BE49-F238E27FC236}">
                <a16:creationId xmlns:a16="http://schemas.microsoft.com/office/drawing/2014/main" id="{DBA7E9B4-99F7-48E8-897B-79B4CA13D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1240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A3A4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510" name="bootstrap-top-14x14-r7-c14">
            <a:extLst xmlns:a="http://schemas.openxmlformats.org/drawingml/2006/main">
              <a:ext uri="{FF2B5EF4-FFF2-40B4-BE49-F238E27FC236}">
                <a16:creationId xmlns:a16="http://schemas.microsoft.com/office/drawing/2014/main" id="{AFC3DAFA-6A89-476C-8870-DE76F1072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240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511" name="bootstrap-top-14x14-r8-c1">
            <a:extLst xmlns:a="http://schemas.openxmlformats.org/drawingml/2006/main">
              <a:ext uri="{FF2B5EF4-FFF2-40B4-BE49-F238E27FC236}">
                <a16:creationId xmlns:a16="http://schemas.microsoft.com/office/drawing/2014/main" id="{82744BEB-9B71-471D-B3D1-8EEFF98DE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002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BF8E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512" name="bootstrap-top-14x14-r8-c2">
            <a:extLst xmlns:a="http://schemas.openxmlformats.org/drawingml/2006/main">
              <a:ext uri="{FF2B5EF4-FFF2-40B4-BE49-F238E27FC236}">
                <a16:creationId xmlns:a16="http://schemas.microsoft.com/office/drawing/2014/main" id="{7825804E-132A-4F92-9324-DB8387FBB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02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B388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513" name="bootstrap-top-14x14-r8-c3">
            <a:extLst xmlns:a="http://schemas.openxmlformats.org/drawingml/2006/main">
              <a:ext uri="{FF2B5EF4-FFF2-40B4-BE49-F238E27FC236}">
                <a16:creationId xmlns:a16="http://schemas.microsoft.com/office/drawing/2014/main" id="{1820D2C1-66CC-4D68-9ACA-BFFA5315B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2002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A681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514" name="bootstrap-top-14x14-r8-c4">
            <a:extLst xmlns:a="http://schemas.openxmlformats.org/drawingml/2006/main">
              <a:ext uri="{FF2B5EF4-FFF2-40B4-BE49-F238E27FC236}">
                <a16:creationId xmlns:a16="http://schemas.microsoft.com/office/drawing/2014/main" id="{53D26162-6011-4B97-8D6B-CE1067B17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2002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A07D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515" name="bootstrap-top-14x14-r8-c5">
            <a:extLst xmlns:a="http://schemas.openxmlformats.org/drawingml/2006/main">
              <a:ext uri="{FF2B5EF4-FFF2-40B4-BE49-F238E27FC236}">
                <a16:creationId xmlns:a16="http://schemas.microsoft.com/office/drawing/2014/main" id="{AEC3360D-0371-433A-A95E-BFE3D2F52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2002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A37E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516" name="bootstrap-top-14x14-r8-c6">
            <a:extLst xmlns:a="http://schemas.openxmlformats.org/drawingml/2006/main">
              <a:ext uri="{FF2B5EF4-FFF2-40B4-BE49-F238E27FC236}">
                <a16:creationId xmlns:a16="http://schemas.microsoft.com/office/drawing/2014/main" id="{3B57D716-22B2-47EC-BE17-DFBC1D993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002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A57E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517" name="bootstrap-top-14x14-r8-c7">
            <a:extLst xmlns:a="http://schemas.openxmlformats.org/drawingml/2006/main">
              <a:ext uri="{FF2B5EF4-FFF2-40B4-BE49-F238E27FC236}">
                <a16:creationId xmlns:a16="http://schemas.microsoft.com/office/drawing/2014/main" id="{F931BF19-56FE-4289-9FED-44E1561EE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002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8B594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518" name="bootstrap-top-14x14-r8-c8">
            <a:extLst xmlns:a="http://schemas.openxmlformats.org/drawingml/2006/main">
              <a:ext uri="{FF2B5EF4-FFF2-40B4-BE49-F238E27FC236}">
                <a16:creationId xmlns:a16="http://schemas.microsoft.com/office/drawing/2014/main" id="{EBD47A02-B6FA-4BCC-B3C1-9D664F944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002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CDD5D9"/>
            </a:solidFill>
            <a:prstDash val="solid"/>
          </a:ln>
        </p:spPr>
      </p:sp>
      <p:sp>
        <p:nvSpPr>
          <p:cNvPr id="519" name="bootstrap-top-14x14-r8-c9">
            <a:extLst xmlns:a="http://schemas.openxmlformats.org/drawingml/2006/main">
              <a:ext uri="{FF2B5EF4-FFF2-40B4-BE49-F238E27FC236}">
                <a16:creationId xmlns:a16="http://schemas.microsoft.com/office/drawing/2014/main" id="{968BAC5B-C942-44E8-91AD-C0800EDB6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002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5C5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520" name="bootstrap-top-14x14-r8-c10">
            <a:extLst xmlns:a="http://schemas.openxmlformats.org/drawingml/2006/main">
              <a:ext uri="{FF2B5EF4-FFF2-40B4-BE49-F238E27FC236}">
                <a16:creationId xmlns:a16="http://schemas.microsoft.com/office/drawing/2014/main" id="{34DDC284-E040-4B64-B50A-15920AA45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002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CABE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521" name="bootstrap-top-14x14-r8-c11">
            <a:extLst xmlns:a="http://schemas.openxmlformats.org/drawingml/2006/main">
              <a:ext uri="{FF2B5EF4-FFF2-40B4-BE49-F238E27FC236}">
                <a16:creationId xmlns:a16="http://schemas.microsoft.com/office/drawing/2014/main" id="{1C0D2713-54FF-4BA2-85CF-11B84D2F0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002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BEB8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522" name="bootstrap-top-14x14-r8-c12">
            <a:extLst xmlns:a="http://schemas.openxmlformats.org/drawingml/2006/main">
              <a:ext uri="{FF2B5EF4-FFF2-40B4-BE49-F238E27FC236}">
                <a16:creationId xmlns:a16="http://schemas.microsoft.com/office/drawing/2014/main" id="{3EF93273-7358-438D-B84D-78F1684E8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2002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B3B6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523" name="bootstrap-top-14x14-r8-c13">
            <a:extLst xmlns:a="http://schemas.openxmlformats.org/drawingml/2006/main">
              <a:ext uri="{FF2B5EF4-FFF2-40B4-BE49-F238E27FC236}">
                <a16:creationId xmlns:a16="http://schemas.microsoft.com/office/drawing/2014/main" id="{8E49643E-5486-4FCC-BE90-EC896244E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2002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A8B5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524" name="bootstrap-top-14x14-r8-c14">
            <a:extLst xmlns:a="http://schemas.openxmlformats.org/drawingml/2006/main">
              <a:ext uri="{FF2B5EF4-FFF2-40B4-BE49-F238E27FC236}">
                <a16:creationId xmlns:a16="http://schemas.microsoft.com/office/drawing/2014/main" id="{A0F4E939-07A5-45D0-AA4A-AE2E6117B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002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525" name="bootstrap-top-14x14-r9-c1">
            <a:extLst xmlns:a="http://schemas.openxmlformats.org/drawingml/2006/main">
              <a:ext uri="{FF2B5EF4-FFF2-40B4-BE49-F238E27FC236}">
                <a16:creationId xmlns:a16="http://schemas.microsoft.com/office/drawing/2014/main" id="{148F59DC-06E2-490A-A5C7-44F72F378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764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CA7B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526" name="bootstrap-top-14x14-r9-c2">
            <a:extLst xmlns:a="http://schemas.openxmlformats.org/drawingml/2006/main">
              <a:ext uri="{FF2B5EF4-FFF2-40B4-BE49-F238E27FC236}">
                <a16:creationId xmlns:a16="http://schemas.microsoft.com/office/drawing/2014/main" id="{BC54A6F8-7973-4AD7-BDC0-B75804820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764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B971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527" name="bootstrap-top-14x14-r9-c3">
            <a:extLst xmlns:a="http://schemas.openxmlformats.org/drawingml/2006/main">
              <a:ext uri="{FF2B5EF4-FFF2-40B4-BE49-F238E27FC236}">
                <a16:creationId xmlns:a16="http://schemas.microsoft.com/office/drawing/2014/main" id="{F4594882-757F-48EF-AFA0-5529CA238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2764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A867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528" name="bootstrap-top-14x14-r9-c4">
            <a:extLst xmlns:a="http://schemas.openxmlformats.org/drawingml/2006/main">
              <a:ext uri="{FF2B5EF4-FFF2-40B4-BE49-F238E27FC236}">
                <a16:creationId xmlns:a16="http://schemas.microsoft.com/office/drawing/2014/main" id="{DDE63A61-2484-484D-A0A6-52D6BBA96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2764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995E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529" name="bootstrap-top-14x14-r9-c5">
            <a:extLst xmlns:a="http://schemas.openxmlformats.org/drawingml/2006/main">
              <a:ext uri="{FF2B5EF4-FFF2-40B4-BE49-F238E27FC236}">
                <a16:creationId xmlns:a16="http://schemas.microsoft.com/office/drawing/2014/main" id="{69764072-FA4D-4892-9D8B-783821312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2764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8E53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530" name="bootstrap-top-14x14-r9-c6">
            <a:extLst xmlns:a="http://schemas.openxmlformats.org/drawingml/2006/main">
              <a:ext uri="{FF2B5EF4-FFF2-40B4-BE49-F238E27FC236}">
                <a16:creationId xmlns:a16="http://schemas.microsoft.com/office/drawing/2014/main" id="{1DE5B78D-8F6F-44AE-B5F7-56FB786EC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764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8349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531" name="bootstrap-top-14x14-r9-c7">
            <a:extLst xmlns:a="http://schemas.openxmlformats.org/drawingml/2006/main">
              <a:ext uri="{FF2B5EF4-FFF2-40B4-BE49-F238E27FC236}">
                <a16:creationId xmlns:a16="http://schemas.microsoft.com/office/drawing/2014/main" id="{5B2E6876-5E5C-48A9-8166-99DFB0C09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764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A67F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532" name="bootstrap-top-14x14-r9-c8">
            <a:extLst xmlns:a="http://schemas.openxmlformats.org/drawingml/2006/main">
              <a:ext uri="{FF2B5EF4-FFF2-40B4-BE49-F238E27FC236}">
                <a16:creationId xmlns:a16="http://schemas.microsoft.com/office/drawing/2014/main" id="{53F29B9B-9C19-4262-A88A-B8717CECC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764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5C5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533" name="bootstrap-top-14x14-r9-c9">
            <a:extLst xmlns:a="http://schemas.openxmlformats.org/drawingml/2006/main">
              <a:ext uri="{FF2B5EF4-FFF2-40B4-BE49-F238E27FC236}">
                <a16:creationId xmlns:a16="http://schemas.microsoft.com/office/drawing/2014/main" id="{CAC8DA6D-6A2A-4C1A-BAD3-5C8AA4AE7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764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CDD5D9"/>
            </a:solidFill>
            <a:prstDash val="solid"/>
          </a:ln>
        </p:spPr>
      </p:sp>
      <p:sp>
        <p:nvSpPr>
          <p:cNvPr id="534" name="bootstrap-top-14x14-r9-c10">
            <a:extLst xmlns:a="http://schemas.openxmlformats.org/drawingml/2006/main">
              <a:ext uri="{FF2B5EF4-FFF2-40B4-BE49-F238E27FC236}">
                <a16:creationId xmlns:a16="http://schemas.microsoft.com/office/drawing/2014/main" id="{118B4DA4-6BBF-4805-A80C-16C34B13A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764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E4EE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535" name="bootstrap-top-14x14-r9-c11">
            <a:extLst xmlns:a="http://schemas.openxmlformats.org/drawingml/2006/main">
              <a:ext uri="{FF2B5EF4-FFF2-40B4-BE49-F238E27FC236}">
                <a16:creationId xmlns:a16="http://schemas.microsoft.com/office/drawing/2014/main" id="{8BD36680-10C6-4CF3-B2FB-13AEFCDC0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764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D1E2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536" name="bootstrap-top-14x14-r9-c12">
            <a:extLst xmlns:a="http://schemas.openxmlformats.org/drawingml/2006/main">
              <a:ext uri="{FF2B5EF4-FFF2-40B4-BE49-F238E27FC236}">
                <a16:creationId xmlns:a16="http://schemas.microsoft.com/office/drawing/2014/main" id="{B6592113-F50B-405C-8F94-9F56D866D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2764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C0D4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537" name="bootstrap-top-14x14-r9-c13">
            <a:extLst xmlns:a="http://schemas.openxmlformats.org/drawingml/2006/main">
              <a:ext uri="{FF2B5EF4-FFF2-40B4-BE49-F238E27FC236}">
                <a16:creationId xmlns:a16="http://schemas.microsoft.com/office/drawing/2014/main" id="{2E9132CF-B88B-473B-BE8C-2CDC2C8EA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2764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B0C6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538" name="bootstrap-top-14x14-r9-c14">
            <a:extLst xmlns:a="http://schemas.openxmlformats.org/drawingml/2006/main">
              <a:ext uri="{FF2B5EF4-FFF2-40B4-BE49-F238E27FC236}">
                <a16:creationId xmlns:a16="http://schemas.microsoft.com/office/drawing/2014/main" id="{A8BC67E1-4BEE-4A5E-9B7F-8AC6F3D66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764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A0B8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539" name="bootstrap-top-14x14-r10-c1">
            <a:extLst xmlns:a="http://schemas.openxmlformats.org/drawingml/2006/main">
              <a:ext uri="{FF2B5EF4-FFF2-40B4-BE49-F238E27FC236}">
                <a16:creationId xmlns:a16="http://schemas.microsoft.com/office/drawing/2014/main" id="{85D1EFDE-4216-4C35-B7AE-DB85F46FF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3526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B971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540" name="bootstrap-top-14x14-r10-c2">
            <a:extLst xmlns:a="http://schemas.openxmlformats.org/drawingml/2006/main">
              <a:ext uri="{FF2B5EF4-FFF2-40B4-BE49-F238E27FC236}">
                <a16:creationId xmlns:a16="http://schemas.microsoft.com/office/drawing/2014/main" id="{4699C157-3B45-49EF-831C-00D7A7095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3526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A967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541" name="bootstrap-top-14x14-r10-c3">
            <a:extLst xmlns:a="http://schemas.openxmlformats.org/drawingml/2006/main">
              <a:ext uri="{FF2B5EF4-FFF2-40B4-BE49-F238E27FC236}">
                <a16:creationId xmlns:a16="http://schemas.microsoft.com/office/drawing/2014/main" id="{03E70D57-DACD-4DA5-925B-93BBE478B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3526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9A5C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542" name="bootstrap-top-14x14-r10-c4">
            <a:extLst xmlns:a="http://schemas.openxmlformats.org/drawingml/2006/main">
              <a:ext uri="{FF2B5EF4-FFF2-40B4-BE49-F238E27FC236}">
                <a16:creationId xmlns:a16="http://schemas.microsoft.com/office/drawing/2014/main" id="{D88200C3-642A-4AE2-B6A9-44E13A84B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3526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9055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543" name="bootstrap-top-14x14-r10-c5">
            <a:extLst xmlns:a="http://schemas.openxmlformats.org/drawingml/2006/main">
              <a:ext uri="{FF2B5EF4-FFF2-40B4-BE49-F238E27FC236}">
                <a16:creationId xmlns:a16="http://schemas.microsoft.com/office/drawing/2014/main" id="{3735D7AE-B087-4F7B-8B3E-31EB64780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3526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8F54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544" name="bootstrap-top-14x14-r10-c6">
            <a:extLst xmlns:a="http://schemas.openxmlformats.org/drawingml/2006/main">
              <a:ext uri="{FF2B5EF4-FFF2-40B4-BE49-F238E27FC236}">
                <a16:creationId xmlns:a16="http://schemas.microsoft.com/office/drawing/2014/main" id="{55E291BF-1994-4095-86CA-E9835EC09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526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8E53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545" name="bootstrap-top-14x14-r10-c7">
            <a:extLst xmlns:a="http://schemas.openxmlformats.org/drawingml/2006/main">
              <a:ext uri="{FF2B5EF4-FFF2-40B4-BE49-F238E27FC236}">
                <a16:creationId xmlns:a16="http://schemas.microsoft.com/office/drawing/2014/main" id="{21C5C8F3-1D8F-446F-8EEA-8A69A1B75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526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A883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546" name="bootstrap-top-14x14-r10-c8">
            <a:extLst xmlns:a="http://schemas.openxmlformats.org/drawingml/2006/main">
              <a:ext uri="{FF2B5EF4-FFF2-40B4-BE49-F238E27FC236}">
                <a16:creationId xmlns:a16="http://schemas.microsoft.com/office/drawing/2014/main" id="{749A4AB8-17B5-4887-8689-C4A4E92E8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526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CABE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547" name="bootstrap-top-14x14-r10-c9">
            <a:extLst xmlns:a="http://schemas.openxmlformats.org/drawingml/2006/main">
              <a:ext uri="{FF2B5EF4-FFF2-40B4-BE49-F238E27FC236}">
                <a16:creationId xmlns:a16="http://schemas.microsoft.com/office/drawing/2014/main" id="{58A9E3A9-418B-414C-8153-2ABE4D3B9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526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E4EE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548" name="bootstrap-top-14x14-r10-c10">
            <a:extLst xmlns:a="http://schemas.openxmlformats.org/drawingml/2006/main">
              <a:ext uri="{FF2B5EF4-FFF2-40B4-BE49-F238E27FC236}">
                <a16:creationId xmlns:a16="http://schemas.microsoft.com/office/drawing/2014/main" id="{DA8F7B93-FBB1-4BAB-AE63-0BC0F149A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526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CDD5D9"/>
            </a:solidFill>
            <a:prstDash val="solid"/>
          </a:ln>
        </p:spPr>
      </p:sp>
      <p:sp>
        <p:nvSpPr>
          <p:cNvPr id="549" name="bootstrap-top-14x14-r10-c11">
            <a:extLst xmlns:a="http://schemas.openxmlformats.org/drawingml/2006/main">
              <a:ext uri="{FF2B5EF4-FFF2-40B4-BE49-F238E27FC236}">
                <a16:creationId xmlns:a16="http://schemas.microsoft.com/office/drawing/2014/main" id="{EB562047-9F9D-433C-9AFA-BD9F0268D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526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E0EC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550" name="bootstrap-top-14x14-r10-c12">
            <a:extLst xmlns:a="http://schemas.openxmlformats.org/drawingml/2006/main">
              <a:ext uri="{FF2B5EF4-FFF2-40B4-BE49-F238E27FC236}">
                <a16:creationId xmlns:a16="http://schemas.microsoft.com/office/drawing/2014/main" id="{FCAF42C3-A251-42C7-8EA2-D3002E2BA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526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5E3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551" name="bootstrap-top-14x14-r10-c13">
            <a:extLst xmlns:a="http://schemas.openxmlformats.org/drawingml/2006/main">
              <a:ext uri="{FF2B5EF4-FFF2-40B4-BE49-F238E27FC236}">
                <a16:creationId xmlns:a16="http://schemas.microsoft.com/office/drawing/2014/main" id="{FF51FE9D-E184-49AB-8696-A863DA92D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3526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C2D4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552" name="bootstrap-top-14x14-r10-c14">
            <a:extLst xmlns:a="http://schemas.openxmlformats.org/drawingml/2006/main">
              <a:ext uri="{FF2B5EF4-FFF2-40B4-BE49-F238E27FC236}">
                <a16:creationId xmlns:a16="http://schemas.microsoft.com/office/drawing/2014/main" id="{42CEA1BE-0E4D-4ECF-B8FF-694B1F487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526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AFC6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553" name="bootstrap-top-14x14-r11-c1">
            <a:extLst xmlns:a="http://schemas.openxmlformats.org/drawingml/2006/main">
              <a:ext uri="{FF2B5EF4-FFF2-40B4-BE49-F238E27FC236}">
                <a16:creationId xmlns:a16="http://schemas.microsoft.com/office/drawing/2014/main" id="{8C80ACA8-6B72-4718-9836-F483536B3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4288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A768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554" name="bootstrap-top-14x14-r11-c2">
            <a:extLst xmlns:a="http://schemas.openxmlformats.org/drawingml/2006/main">
              <a:ext uri="{FF2B5EF4-FFF2-40B4-BE49-F238E27FC236}">
                <a16:creationId xmlns:a16="http://schemas.microsoft.com/office/drawing/2014/main" id="{D2758296-BAD8-495E-A551-23A87118F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288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995C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555" name="bootstrap-top-14x14-r11-c3">
            <a:extLst xmlns:a="http://schemas.openxmlformats.org/drawingml/2006/main">
              <a:ext uri="{FF2B5EF4-FFF2-40B4-BE49-F238E27FC236}">
                <a16:creationId xmlns:a16="http://schemas.microsoft.com/office/drawing/2014/main" id="{DB585CF9-7DE3-48BF-817E-3BC32BD60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288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8C51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556" name="bootstrap-top-14x14-r11-c4">
            <a:extLst xmlns:a="http://schemas.openxmlformats.org/drawingml/2006/main">
              <a:ext uri="{FF2B5EF4-FFF2-40B4-BE49-F238E27FC236}">
                <a16:creationId xmlns:a16="http://schemas.microsoft.com/office/drawing/2014/main" id="{41351079-8494-4872-BC3E-617142CD6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4288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874D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557" name="bootstrap-top-14x14-r11-c5">
            <a:extLst xmlns:a="http://schemas.openxmlformats.org/drawingml/2006/main">
              <a:ext uri="{FF2B5EF4-FFF2-40B4-BE49-F238E27FC236}">
                <a16:creationId xmlns:a16="http://schemas.microsoft.com/office/drawing/2014/main" id="{22F4C7EA-94B2-48CA-95CD-CA7FEFBA3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4288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9055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558" name="bootstrap-top-14x14-r11-c6">
            <a:extLst xmlns:a="http://schemas.openxmlformats.org/drawingml/2006/main">
              <a:ext uri="{FF2B5EF4-FFF2-40B4-BE49-F238E27FC236}">
                <a16:creationId xmlns:a16="http://schemas.microsoft.com/office/drawing/2014/main" id="{363C6F14-D170-4AAF-B71C-C34D69EC1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288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995E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559" name="bootstrap-top-14x14-r11-c7">
            <a:extLst xmlns:a="http://schemas.openxmlformats.org/drawingml/2006/main">
              <a:ext uri="{FF2B5EF4-FFF2-40B4-BE49-F238E27FC236}">
                <a16:creationId xmlns:a16="http://schemas.microsoft.com/office/drawing/2014/main" id="{119FC1A9-EE37-4C41-89E6-D40F37781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288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AB87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560" name="bootstrap-top-14x14-r11-c8">
            <a:extLst xmlns:a="http://schemas.openxmlformats.org/drawingml/2006/main">
              <a:ext uri="{FF2B5EF4-FFF2-40B4-BE49-F238E27FC236}">
                <a16:creationId xmlns:a16="http://schemas.microsoft.com/office/drawing/2014/main" id="{6A88F487-A482-4C9F-8362-CF6058233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288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BEB8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561" name="bootstrap-top-14x14-r11-c9">
            <a:extLst xmlns:a="http://schemas.openxmlformats.org/drawingml/2006/main">
              <a:ext uri="{FF2B5EF4-FFF2-40B4-BE49-F238E27FC236}">
                <a16:creationId xmlns:a16="http://schemas.microsoft.com/office/drawing/2014/main" id="{0F484C9D-8A81-4487-931C-66A1B9194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288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D1E2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562" name="bootstrap-top-14x14-r11-c10">
            <a:extLst xmlns:a="http://schemas.openxmlformats.org/drawingml/2006/main">
              <a:ext uri="{FF2B5EF4-FFF2-40B4-BE49-F238E27FC236}">
                <a16:creationId xmlns:a16="http://schemas.microsoft.com/office/drawing/2014/main" id="{06C2A0CA-E098-4C2D-ADA5-EA477FE88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288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E0EC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563" name="bootstrap-top-14x14-r11-c11">
            <a:extLst xmlns:a="http://schemas.openxmlformats.org/drawingml/2006/main">
              <a:ext uri="{FF2B5EF4-FFF2-40B4-BE49-F238E27FC236}">
                <a16:creationId xmlns:a16="http://schemas.microsoft.com/office/drawing/2014/main" id="{83EFA121-2568-4F8D-BD60-3DABE351A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288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CDD5D9"/>
            </a:solidFill>
            <a:prstDash val="solid"/>
          </a:ln>
        </p:spPr>
      </p:sp>
      <p:sp>
        <p:nvSpPr>
          <p:cNvPr id="564" name="bootstrap-top-14x14-r11-c12">
            <a:extLst xmlns:a="http://schemas.openxmlformats.org/drawingml/2006/main">
              <a:ext uri="{FF2B5EF4-FFF2-40B4-BE49-F238E27FC236}">
                <a16:creationId xmlns:a16="http://schemas.microsoft.com/office/drawing/2014/main" id="{4778995A-CE39-4CFE-B431-2933CA7B2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288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E9F1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565" name="bootstrap-top-14x14-r11-c13">
            <a:extLst xmlns:a="http://schemas.openxmlformats.org/drawingml/2006/main">
              <a:ext uri="{FF2B5EF4-FFF2-40B4-BE49-F238E27FC236}">
                <a16:creationId xmlns:a16="http://schemas.microsoft.com/office/drawing/2014/main" id="{DBB25046-C640-45FD-BF4A-CD771D9C9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288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D4E3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566" name="bootstrap-top-14x14-r11-c14">
            <a:extLst xmlns:a="http://schemas.openxmlformats.org/drawingml/2006/main">
              <a:ext uri="{FF2B5EF4-FFF2-40B4-BE49-F238E27FC236}">
                <a16:creationId xmlns:a16="http://schemas.microsoft.com/office/drawing/2014/main" id="{8BFB8682-BA82-4C86-9533-9ECC936FC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288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BFD4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567" name="bootstrap-top-14x14-r12-c1">
            <a:extLst xmlns:a="http://schemas.openxmlformats.org/drawingml/2006/main">
              <a:ext uri="{FF2B5EF4-FFF2-40B4-BE49-F238E27FC236}">
                <a16:creationId xmlns:a16="http://schemas.microsoft.com/office/drawing/2014/main" id="{22E5EB5B-25CE-4F11-9815-9E64B8B0F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5050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85D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568" name="bootstrap-top-14x14-r12-c2">
            <a:extLst xmlns:a="http://schemas.openxmlformats.org/drawingml/2006/main">
              <a:ext uri="{FF2B5EF4-FFF2-40B4-BE49-F238E27FC236}">
                <a16:creationId xmlns:a16="http://schemas.microsoft.com/office/drawing/2014/main" id="{CE9A314D-AC6C-4727-9693-2F1F91003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5050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9559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569" name="bootstrap-top-14x14-r12-c3">
            <a:extLst xmlns:a="http://schemas.openxmlformats.org/drawingml/2006/main">
              <a:ext uri="{FF2B5EF4-FFF2-40B4-BE49-F238E27FC236}">
                <a16:creationId xmlns:a16="http://schemas.microsoft.com/office/drawing/2014/main" id="{1719FF6D-D468-4FDA-978E-651F2F7A6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5050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254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570" name="bootstrap-top-14x14-r12-c4">
            <a:extLst xmlns:a="http://schemas.openxmlformats.org/drawingml/2006/main">
              <a:ext uri="{FF2B5EF4-FFF2-40B4-BE49-F238E27FC236}">
                <a16:creationId xmlns:a16="http://schemas.microsoft.com/office/drawing/2014/main" id="{4FF79F17-0128-4FD9-8927-D7834AB3A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5050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9358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571" name="bootstrap-top-14x14-r12-c5">
            <a:extLst xmlns:a="http://schemas.openxmlformats.org/drawingml/2006/main">
              <a:ext uri="{FF2B5EF4-FFF2-40B4-BE49-F238E27FC236}">
                <a16:creationId xmlns:a16="http://schemas.microsoft.com/office/drawing/2014/main" id="{EBEDA152-9B0E-470F-B483-4023D2B87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5050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866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572" name="bootstrap-top-14x14-r12-c6">
            <a:extLst xmlns:a="http://schemas.openxmlformats.org/drawingml/2006/main">
              <a:ext uri="{FF2B5EF4-FFF2-40B4-BE49-F238E27FC236}">
                <a16:creationId xmlns:a16="http://schemas.microsoft.com/office/drawing/2014/main" id="{BF228C4C-9EC4-4294-AE42-9BF24024E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050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9E74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573" name="bootstrap-top-14x14-r12-c7">
            <a:extLst xmlns:a="http://schemas.openxmlformats.org/drawingml/2006/main">
              <a:ext uri="{FF2B5EF4-FFF2-40B4-BE49-F238E27FC236}">
                <a16:creationId xmlns:a16="http://schemas.microsoft.com/office/drawing/2014/main" id="{E4B1DF01-FDF6-4F63-B771-AEEF22500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050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893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574" name="bootstrap-top-14x14-r12-c8">
            <a:extLst xmlns:a="http://schemas.openxmlformats.org/drawingml/2006/main">
              <a:ext uri="{FF2B5EF4-FFF2-40B4-BE49-F238E27FC236}">
                <a16:creationId xmlns:a16="http://schemas.microsoft.com/office/drawing/2014/main" id="{136B8030-5468-44F6-A299-3AA373BB7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050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B3B6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575" name="bootstrap-top-14x14-r12-c9">
            <a:extLst xmlns:a="http://schemas.openxmlformats.org/drawingml/2006/main">
              <a:ext uri="{FF2B5EF4-FFF2-40B4-BE49-F238E27FC236}">
                <a16:creationId xmlns:a16="http://schemas.microsoft.com/office/drawing/2014/main" id="{A79875FF-3BD9-4C70-8705-AAE2A6E63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050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C0D4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576" name="bootstrap-top-14x14-r12-c10">
            <a:extLst xmlns:a="http://schemas.openxmlformats.org/drawingml/2006/main">
              <a:ext uri="{FF2B5EF4-FFF2-40B4-BE49-F238E27FC236}">
                <a16:creationId xmlns:a16="http://schemas.microsoft.com/office/drawing/2014/main" id="{40BB6D7F-92C0-49A2-A0D2-D8DFE6DDA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050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5E3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577" name="bootstrap-top-14x14-r12-c11">
            <a:extLst xmlns:a="http://schemas.openxmlformats.org/drawingml/2006/main">
              <a:ext uri="{FF2B5EF4-FFF2-40B4-BE49-F238E27FC236}">
                <a16:creationId xmlns:a16="http://schemas.microsoft.com/office/drawing/2014/main" id="{F2666A1D-6A3B-4C13-9FFB-BE2F692C2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050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E9F1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578" name="bootstrap-top-14x14-r12-c12">
            <a:extLst xmlns:a="http://schemas.openxmlformats.org/drawingml/2006/main">
              <a:ext uri="{FF2B5EF4-FFF2-40B4-BE49-F238E27FC236}">
                <a16:creationId xmlns:a16="http://schemas.microsoft.com/office/drawing/2014/main" id="{29152A7D-0450-4C9A-97A6-324FB02FF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5050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CDD5D9"/>
            </a:solidFill>
            <a:prstDash val="solid"/>
          </a:ln>
        </p:spPr>
      </p:sp>
      <p:sp>
        <p:nvSpPr>
          <p:cNvPr id="579" name="bootstrap-top-14x14-r12-c13">
            <a:extLst xmlns:a="http://schemas.openxmlformats.org/drawingml/2006/main">
              <a:ext uri="{FF2B5EF4-FFF2-40B4-BE49-F238E27FC236}">
                <a16:creationId xmlns:a16="http://schemas.microsoft.com/office/drawing/2014/main" id="{C14B489B-C857-4423-9A3C-FAC6FD6C9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5050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EEA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580" name="bootstrap-top-14x14-r12-c14">
            <a:extLst xmlns:a="http://schemas.openxmlformats.org/drawingml/2006/main">
              <a:ext uri="{FF2B5EF4-FFF2-40B4-BE49-F238E27FC236}">
                <a16:creationId xmlns:a16="http://schemas.microsoft.com/office/drawing/2014/main" id="{77B05DB5-5E26-4B66-9587-77B12293C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050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D2E3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581" name="bootstrap-top-14x14-r13-c1">
            <a:extLst xmlns:a="http://schemas.openxmlformats.org/drawingml/2006/main">
              <a:ext uri="{FF2B5EF4-FFF2-40B4-BE49-F238E27FC236}">
                <a16:creationId xmlns:a16="http://schemas.microsoft.com/office/drawing/2014/main" id="{473C012E-0494-4B99-8A1B-6A3FA9B53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5812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8B51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582" name="bootstrap-top-14x14-r13-c2">
            <a:extLst xmlns:a="http://schemas.openxmlformats.org/drawingml/2006/main">
              <a:ext uri="{FF2B5EF4-FFF2-40B4-BE49-F238E27FC236}">
                <a16:creationId xmlns:a16="http://schemas.microsoft.com/office/drawing/2014/main" id="{70903A0A-6CA0-44D1-AA0D-0355DD9EE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5812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995A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583" name="bootstrap-top-14x14-r13-c3">
            <a:extLst xmlns:a="http://schemas.openxmlformats.org/drawingml/2006/main">
              <a:ext uri="{FF2B5EF4-FFF2-40B4-BE49-F238E27FC236}">
                <a16:creationId xmlns:a16="http://schemas.microsoft.com/office/drawing/2014/main" id="{E2C48035-E43D-4C7B-8D7A-950586B7B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5812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1A762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584" name="bootstrap-top-14x14-r13-c4">
            <a:extLst xmlns:a="http://schemas.openxmlformats.org/drawingml/2006/main">
              <a:ext uri="{FF2B5EF4-FFF2-40B4-BE49-F238E27FC236}">
                <a16:creationId xmlns:a16="http://schemas.microsoft.com/office/drawing/2014/main" id="{7866C216-FB5D-4D8C-828F-D2BB5EC6F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5812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AD6F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585" name="bootstrap-top-14x14-r13-c5">
            <a:extLst xmlns:a="http://schemas.openxmlformats.org/drawingml/2006/main">
              <a:ext uri="{FF2B5EF4-FFF2-40B4-BE49-F238E27FC236}">
                <a16:creationId xmlns:a16="http://schemas.microsoft.com/office/drawing/2014/main" id="{74C7A768-20E8-4921-82C9-2C9CDCB24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5812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A680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586" name="bootstrap-top-14x14-r13-c6">
            <a:extLst xmlns:a="http://schemas.openxmlformats.org/drawingml/2006/main">
              <a:ext uri="{FF2B5EF4-FFF2-40B4-BE49-F238E27FC236}">
                <a16:creationId xmlns:a16="http://schemas.microsoft.com/office/drawing/2014/main" id="{48AE800B-DE55-4A03-9262-CE7B2E9D0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812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9F92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587" name="bootstrap-top-14x14-r13-c7">
            <a:extLst xmlns:a="http://schemas.openxmlformats.org/drawingml/2006/main">
              <a:ext uri="{FF2B5EF4-FFF2-40B4-BE49-F238E27FC236}">
                <a16:creationId xmlns:a16="http://schemas.microsoft.com/office/drawing/2014/main" id="{0B621ED7-D2FE-47AA-BAB4-703397F78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812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A3A4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588" name="bootstrap-top-14x14-r13-c8">
            <a:extLst xmlns:a="http://schemas.openxmlformats.org/drawingml/2006/main">
              <a:ext uri="{FF2B5EF4-FFF2-40B4-BE49-F238E27FC236}">
                <a16:creationId xmlns:a16="http://schemas.microsoft.com/office/drawing/2014/main" id="{B529D2DA-6DDF-4090-B098-CEB1332FA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812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A8B5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589" name="bootstrap-top-14x14-r13-c9">
            <a:extLst xmlns:a="http://schemas.openxmlformats.org/drawingml/2006/main">
              <a:ext uri="{FF2B5EF4-FFF2-40B4-BE49-F238E27FC236}">
                <a16:creationId xmlns:a16="http://schemas.microsoft.com/office/drawing/2014/main" id="{E10E027E-10D0-4F2D-9765-74676B792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812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B0C6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590" name="bootstrap-top-14x14-r13-c10">
            <a:extLst xmlns:a="http://schemas.openxmlformats.org/drawingml/2006/main">
              <a:ext uri="{FF2B5EF4-FFF2-40B4-BE49-F238E27FC236}">
                <a16:creationId xmlns:a16="http://schemas.microsoft.com/office/drawing/2014/main" id="{F9993142-FF3D-4566-9115-5E7BCA32F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812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C2D4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591" name="bootstrap-top-14x14-r13-c11">
            <a:extLst xmlns:a="http://schemas.openxmlformats.org/drawingml/2006/main">
              <a:ext uri="{FF2B5EF4-FFF2-40B4-BE49-F238E27FC236}">
                <a16:creationId xmlns:a16="http://schemas.microsoft.com/office/drawing/2014/main" id="{32620341-5BFB-4204-A3EC-C7AEB04E7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812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D4E3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592" name="bootstrap-top-14x14-r13-c12">
            <a:extLst xmlns:a="http://schemas.openxmlformats.org/drawingml/2006/main">
              <a:ext uri="{FF2B5EF4-FFF2-40B4-BE49-F238E27FC236}">
                <a16:creationId xmlns:a16="http://schemas.microsoft.com/office/drawing/2014/main" id="{E0E73E9D-43A8-4FF0-B41B-1F110DAB7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5812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EEA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593" name="bootstrap-top-14x14-r13-c13">
            <a:extLst xmlns:a="http://schemas.openxmlformats.org/drawingml/2006/main">
              <a:ext uri="{FF2B5EF4-FFF2-40B4-BE49-F238E27FC236}">
                <a16:creationId xmlns:a16="http://schemas.microsoft.com/office/drawing/2014/main" id="{D963E793-7B7C-4106-8CC1-D45CFCB79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5812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CDD5D9"/>
            </a:solidFill>
            <a:prstDash val="solid"/>
          </a:ln>
        </p:spPr>
      </p:sp>
      <p:sp>
        <p:nvSpPr>
          <p:cNvPr id="594" name="bootstrap-top-14x14-r13-c14">
            <a:extLst xmlns:a="http://schemas.openxmlformats.org/drawingml/2006/main">
              <a:ext uri="{FF2B5EF4-FFF2-40B4-BE49-F238E27FC236}">
                <a16:creationId xmlns:a16="http://schemas.microsoft.com/office/drawing/2014/main" id="{79B3DB52-B0A7-4036-98C2-1C66CC941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812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9F1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595" name="bootstrap-top-14x14-r14-c1">
            <a:extLst xmlns:a="http://schemas.openxmlformats.org/drawingml/2006/main">
              <a:ext uri="{FF2B5EF4-FFF2-40B4-BE49-F238E27FC236}">
                <a16:creationId xmlns:a16="http://schemas.microsoft.com/office/drawing/2014/main" id="{D8CE4E4A-C77E-4E9B-9A7D-320D3271D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6574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45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596" name="bootstrap-top-14x14-r14-c2">
            <a:extLst xmlns:a="http://schemas.openxmlformats.org/drawingml/2006/main">
              <a:ext uri="{FF2B5EF4-FFF2-40B4-BE49-F238E27FC236}">
                <a16:creationId xmlns:a16="http://schemas.microsoft.com/office/drawing/2014/main" id="{0C1977EA-0B2A-463D-A399-4581A3246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6574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9D5B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597" name="bootstrap-top-14x14-r14-c3">
            <a:extLst xmlns:a="http://schemas.openxmlformats.org/drawingml/2006/main">
              <a:ext uri="{FF2B5EF4-FFF2-40B4-BE49-F238E27FC236}">
                <a16:creationId xmlns:a16="http://schemas.microsoft.com/office/drawing/2014/main" id="{A7F5A3D4-0784-4FD0-B42B-8C029EA42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6574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BC70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598" name="bootstrap-top-14x14-r14-c4">
            <a:extLst xmlns:a="http://schemas.openxmlformats.org/drawingml/2006/main">
              <a:ext uri="{FF2B5EF4-FFF2-40B4-BE49-F238E27FC236}">
                <a16:creationId xmlns:a16="http://schemas.microsoft.com/office/drawing/2014/main" id="{481AC39A-D94C-4C07-9B6C-21B01D179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6574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C686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599" name="bootstrap-top-14x14-r14-c5">
            <a:extLst xmlns:a="http://schemas.openxmlformats.org/drawingml/2006/main">
              <a:ext uri="{FF2B5EF4-FFF2-40B4-BE49-F238E27FC236}">
                <a16:creationId xmlns:a16="http://schemas.microsoft.com/office/drawing/2014/main" id="{C4E03A28-5B71-49F2-B50B-94E114967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6574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B49B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600" name="bootstrap-top-14x14-r14-c6">
            <a:extLst xmlns:a="http://schemas.openxmlformats.org/drawingml/2006/main">
              <a:ext uri="{FF2B5EF4-FFF2-40B4-BE49-F238E27FC236}">
                <a16:creationId xmlns:a16="http://schemas.microsoft.com/office/drawing/2014/main" id="{ECBDAB35-D6EC-4361-9214-C872BE31E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574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A1B1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601" name="bootstrap-top-14x14-r14-c7">
            <a:extLst xmlns:a="http://schemas.openxmlformats.org/drawingml/2006/main">
              <a:ext uri="{FF2B5EF4-FFF2-40B4-BE49-F238E27FC236}">
                <a16:creationId xmlns:a16="http://schemas.microsoft.com/office/drawing/2014/main" id="{48BC773F-A5E2-4DA6-AC51-15A3F02D5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574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602" name="bootstrap-top-14x14-r14-c8">
            <a:extLst xmlns:a="http://schemas.openxmlformats.org/drawingml/2006/main">
              <a:ext uri="{FF2B5EF4-FFF2-40B4-BE49-F238E27FC236}">
                <a16:creationId xmlns:a16="http://schemas.microsoft.com/office/drawing/2014/main" id="{A088899A-0770-4198-A583-2994CC44F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574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DB5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603" name="bootstrap-top-14x14-r14-c9">
            <a:extLst xmlns:a="http://schemas.openxmlformats.org/drawingml/2006/main">
              <a:ext uri="{FF2B5EF4-FFF2-40B4-BE49-F238E27FC236}">
                <a16:creationId xmlns:a16="http://schemas.microsoft.com/office/drawing/2014/main" id="{467B827B-207F-4443-A26F-6F1A74A4A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574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A0B8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604" name="bootstrap-top-14x14-r14-c10">
            <a:extLst xmlns:a="http://schemas.openxmlformats.org/drawingml/2006/main">
              <a:ext uri="{FF2B5EF4-FFF2-40B4-BE49-F238E27FC236}">
                <a16:creationId xmlns:a16="http://schemas.microsoft.com/office/drawing/2014/main" id="{A7C7D3AE-8D42-453F-BC43-BC6A43B87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574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AFC6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605" name="bootstrap-top-14x14-r14-c11">
            <a:extLst xmlns:a="http://schemas.openxmlformats.org/drawingml/2006/main">
              <a:ext uri="{FF2B5EF4-FFF2-40B4-BE49-F238E27FC236}">
                <a16:creationId xmlns:a16="http://schemas.microsoft.com/office/drawing/2014/main" id="{B81D3445-4DFD-4A13-A666-4A420EA89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574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BFD4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606" name="bootstrap-top-14x14-r14-c12">
            <a:extLst xmlns:a="http://schemas.openxmlformats.org/drawingml/2006/main">
              <a:ext uri="{FF2B5EF4-FFF2-40B4-BE49-F238E27FC236}">
                <a16:creationId xmlns:a16="http://schemas.microsoft.com/office/drawing/2014/main" id="{4331BFB4-8645-46BB-BC39-37AA31058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6574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D2E3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607" name="bootstrap-top-14x14-r14-c13">
            <a:extLst xmlns:a="http://schemas.openxmlformats.org/drawingml/2006/main">
              <a:ext uri="{FF2B5EF4-FFF2-40B4-BE49-F238E27FC236}">
                <a16:creationId xmlns:a16="http://schemas.microsoft.com/office/drawing/2014/main" id="{CC8D4BA8-95E8-409A-B070-EB491BAFD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574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9F1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608" name="bootstrap-top-14x14-r14-c14">
            <a:extLst xmlns:a="http://schemas.openxmlformats.org/drawingml/2006/main">
              <a:ext uri="{FF2B5EF4-FFF2-40B4-BE49-F238E27FC236}">
                <a16:creationId xmlns:a16="http://schemas.microsoft.com/office/drawing/2014/main" id="{DF260DD9-2433-46D7-8190-D20C024A3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574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CDD5D9"/>
            </a:solidFill>
            <a:prstDash val="solid"/>
          </a:ln>
        </p:spPr>
      </p:sp>
      <p:sp>
        <p:nvSpPr>
          <p:cNvPr id="609" name="bootstrap-middle-14x14-r1-c1">
            <a:extLst xmlns:a="http://schemas.openxmlformats.org/drawingml/2006/main">
              <a:ext uri="{FF2B5EF4-FFF2-40B4-BE49-F238E27FC236}">
                <a16:creationId xmlns:a16="http://schemas.microsoft.com/office/drawing/2014/main" id="{16F8A75D-D561-40C4-BBE6-7993FE7C2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2861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CDD5D9"/>
            </a:solidFill>
            <a:prstDash val="solid"/>
          </a:ln>
        </p:spPr>
      </p:sp>
      <p:sp>
        <p:nvSpPr>
          <p:cNvPr id="610" name="bootstrap-middle-14x14-r1-c2">
            <a:extLst xmlns:a="http://schemas.openxmlformats.org/drawingml/2006/main">
              <a:ext uri="{FF2B5EF4-FFF2-40B4-BE49-F238E27FC236}">
                <a16:creationId xmlns:a16="http://schemas.microsoft.com/office/drawing/2014/main" id="{BDACAF78-A3BB-42F7-B4CE-72EA5DB74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2861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0C9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611" name="bootstrap-middle-14x14-r1-c3">
            <a:extLst xmlns:a="http://schemas.openxmlformats.org/drawingml/2006/main">
              <a:ext uri="{FF2B5EF4-FFF2-40B4-BE49-F238E27FC236}">
                <a16:creationId xmlns:a16="http://schemas.microsoft.com/office/drawing/2014/main" id="{98869F57-2122-43AA-882D-FE94C8E8F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2861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A293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612" name="bootstrap-middle-14x14-r1-c4">
            <a:extLst xmlns:a="http://schemas.openxmlformats.org/drawingml/2006/main">
              <a:ext uri="{FF2B5EF4-FFF2-40B4-BE49-F238E27FC236}">
                <a16:creationId xmlns:a16="http://schemas.microsoft.com/office/drawing/2014/main" id="{086D105D-0A78-437D-935C-3D8E3A1E6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2861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8D7A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613" name="bootstrap-middle-14x14-r1-c5">
            <a:extLst xmlns:a="http://schemas.openxmlformats.org/drawingml/2006/main">
              <a:ext uri="{FF2B5EF4-FFF2-40B4-BE49-F238E27FC236}">
                <a16:creationId xmlns:a16="http://schemas.microsoft.com/office/drawing/2014/main" id="{8BF7EED0-E3EA-4072-BAA1-584F10BCB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2861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9F8D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614" name="bootstrap-middle-14x14-r1-c6">
            <a:extLst xmlns:a="http://schemas.openxmlformats.org/drawingml/2006/main">
              <a:ext uri="{FF2B5EF4-FFF2-40B4-BE49-F238E27FC236}">
                <a16:creationId xmlns:a16="http://schemas.microsoft.com/office/drawing/2014/main" id="{62C1A681-ADAC-4034-90BF-5FBF142BD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861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0A1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615" name="bootstrap-middle-14x14-r1-c7">
            <a:extLst xmlns:a="http://schemas.openxmlformats.org/drawingml/2006/main">
              <a:ext uri="{FF2B5EF4-FFF2-40B4-BE49-F238E27FC236}">
                <a16:creationId xmlns:a16="http://schemas.microsoft.com/office/drawing/2014/main" id="{83CBAFBA-A142-4138-98BE-995FFA8CF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2861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BC99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616" name="bootstrap-middle-14x14-r1-c8">
            <a:extLst xmlns:a="http://schemas.openxmlformats.org/drawingml/2006/main">
              <a:ext uri="{FF2B5EF4-FFF2-40B4-BE49-F238E27FC236}">
                <a16:creationId xmlns:a16="http://schemas.microsoft.com/office/drawing/2014/main" id="{7C689455-2DEC-4126-A089-4DF77BDB4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861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C689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617" name="bootstrap-middle-14x14-r1-c9">
            <a:extLst xmlns:a="http://schemas.openxmlformats.org/drawingml/2006/main">
              <a:ext uri="{FF2B5EF4-FFF2-40B4-BE49-F238E27FC236}">
                <a16:creationId xmlns:a16="http://schemas.microsoft.com/office/drawing/2014/main" id="{6628CF77-7A3C-469A-B38C-FF2914065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861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CA7B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618" name="bootstrap-middle-14x14-r1-c10">
            <a:extLst xmlns:a="http://schemas.openxmlformats.org/drawingml/2006/main">
              <a:ext uri="{FF2B5EF4-FFF2-40B4-BE49-F238E27FC236}">
                <a16:creationId xmlns:a16="http://schemas.microsoft.com/office/drawing/2014/main" id="{F6195288-1687-4BA3-A831-29EFFB2C3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861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B971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619" name="bootstrap-middle-14x14-r1-c11">
            <a:extLst xmlns:a="http://schemas.openxmlformats.org/drawingml/2006/main">
              <a:ext uri="{FF2B5EF4-FFF2-40B4-BE49-F238E27FC236}">
                <a16:creationId xmlns:a16="http://schemas.microsoft.com/office/drawing/2014/main" id="{65093E1E-5DEF-4414-951F-325077849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861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A768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620" name="bootstrap-middle-14x14-r1-c12">
            <a:extLst xmlns:a="http://schemas.openxmlformats.org/drawingml/2006/main">
              <a:ext uri="{FF2B5EF4-FFF2-40B4-BE49-F238E27FC236}">
                <a16:creationId xmlns:a16="http://schemas.microsoft.com/office/drawing/2014/main" id="{15F43BB1-E97B-4393-B209-49CFCB0B0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2861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85D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621" name="bootstrap-middle-14x14-r1-c13">
            <a:extLst xmlns:a="http://schemas.openxmlformats.org/drawingml/2006/main">
              <a:ext uri="{FF2B5EF4-FFF2-40B4-BE49-F238E27FC236}">
                <a16:creationId xmlns:a16="http://schemas.microsoft.com/office/drawing/2014/main" id="{7E03B5D0-0684-420A-8A8C-06999360D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2861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8B51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622" name="bootstrap-middle-14x14-r1-c14">
            <a:extLst xmlns:a="http://schemas.openxmlformats.org/drawingml/2006/main">
              <a:ext uri="{FF2B5EF4-FFF2-40B4-BE49-F238E27FC236}">
                <a16:creationId xmlns:a16="http://schemas.microsoft.com/office/drawing/2014/main" id="{F50E1E0E-62F9-49E3-9A4D-989DFC6A1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2861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45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623" name="bootstrap-middle-14x14-r2-c1">
            <a:extLst xmlns:a="http://schemas.openxmlformats.org/drawingml/2006/main">
              <a:ext uri="{FF2B5EF4-FFF2-40B4-BE49-F238E27FC236}">
                <a16:creationId xmlns:a16="http://schemas.microsoft.com/office/drawing/2014/main" id="{C63DC0DD-14C9-4CCF-A344-DA2248D0E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3623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0C9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624" name="bootstrap-middle-14x14-r2-c2">
            <a:extLst xmlns:a="http://schemas.openxmlformats.org/drawingml/2006/main">
              <a:ext uri="{FF2B5EF4-FFF2-40B4-BE49-F238E27FC236}">
                <a16:creationId xmlns:a16="http://schemas.microsoft.com/office/drawing/2014/main" id="{BD6A7D9A-8E32-46F7-B070-CF38B8592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3623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CDD5D9"/>
            </a:solidFill>
            <a:prstDash val="solid"/>
          </a:ln>
        </p:spPr>
      </p:sp>
      <p:sp>
        <p:nvSpPr>
          <p:cNvPr id="625" name="bootstrap-middle-14x14-r2-c3">
            <a:extLst xmlns:a="http://schemas.openxmlformats.org/drawingml/2006/main">
              <a:ext uri="{FF2B5EF4-FFF2-40B4-BE49-F238E27FC236}">
                <a16:creationId xmlns:a16="http://schemas.microsoft.com/office/drawing/2014/main" id="{663BC76E-038B-4BC0-9D33-8C7148E65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3623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BB0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626" name="bootstrap-middle-14x14-r2-c4">
            <a:extLst xmlns:a="http://schemas.openxmlformats.org/drawingml/2006/main">
              <a:ext uri="{FF2B5EF4-FFF2-40B4-BE49-F238E27FC236}">
                <a16:creationId xmlns:a16="http://schemas.microsoft.com/office/drawing/2014/main" id="{11FEF1E6-3E1A-45AD-89B2-A5D7EAC05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3623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2A5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627" name="bootstrap-middle-14x14-r2-c5">
            <a:extLst xmlns:a="http://schemas.openxmlformats.org/drawingml/2006/main">
              <a:ext uri="{FF2B5EF4-FFF2-40B4-BE49-F238E27FC236}">
                <a16:creationId xmlns:a16="http://schemas.microsoft.com/office/drawing/2014/main" id="{D4DA8049-1636-4AC7-951A-14BD22BAC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3623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AB9C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628" name="bootstrap-middle-14x14-r2-c6">
            <a:extLst xmlns:a="http://schemas.openxmlformats.org/drawingml/2006/main">
              <a:ext uri="{FF2B5EF4-FFF2-40B4-BE49-F238E27FC236}">
                <a16:creationId xmlns:a16="http://schemas.microsoft.com/office/drawing/2014/main" id="{0F4B82CF-0C94-4014-BCD9-7A82B8B34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623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A493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629" name="bootstrap-middle-14x14-r2-c7">
            <a:extLst xmlns:a="http://schemas.openxmlformats.org/drawingml/2006/main">
              <a:ext uri="{FF2B5EF4-FFF2-40B4-BE49-F238E27FC236}">
                <a16:creationId xmlns:a16="http://schemas.microsoft.com/office/drawing/2014/main" id="{6146CB7B-8A4B-4257-B1D1-343CF3F23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3623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AA88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630" name="bootstrap-middle-14x14-r2-c8">
            <a:extLst xmlns:a="http://schemas.openxmlformats.org/drawingml/2006/main">
              <a:ext uri="{FF2B5EF4-FFF2-40B4-BE49-F238E27FC236}">
                <a16:creationId xmlns:a16="http://schemas.microsoft.com/office/drawing/2014/main" id="{DBF4A034-343A-4CCA-AA6F-BDAFC3CBB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3623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B47D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631" name="bootstrap-middle-14x14-r2-c9">
            <a:extLst xmlns:a="http://schemas.openxmlformats.org/drawingml/2006/main">
              <a:ext uri="{FF2B5EF4-FFF2-40B4-BE49-F238E27FC236}">
                <a16:creationId xmlns:a16="http://schemas.microsoft.com/office/drawing/2014/main" id="{81DED372-496B-410D-9824-583742B7D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623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B971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632" name="bootstrap-middle-14x14-r2-c10">
            <a:extLst xmlns:a="http://schemas.openxmlformats.org/drawingml/2006/main">
              <a:ext uri="{FF2B5EF4-FFF2-40B4-BE49-F238E27FC236}">
                <a16:creationId xmlns:a16="http://schemas.microsoft.com/office/drawing/2014/main" id="{E7860BF9-3AB0-4E00-BF90-1E038B036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623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A967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633" name="bootstrap-middle-14x14-r2-c11">
            <a:extLst xmlns:a="http://schemas.openxmlformats.org/drawingml/2006/main">
              <a:ext uri="{FF2B5EF4-FFF2-40B4-BE49-F238E27FC236}">
                <a16:creationId xmlns:a16="http://schemas.microsoft.com/office/drawing/2014/main" id="{92B9E695-6018-44CD-B8C2-4213B4FE1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623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995C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634" name="bootstrap-middle-14x14-r2-c12">
            <a:extLst xmlns:a="http://schemas.openxmlformats.org/drawingml/2006/main">
              <a:ext uri="{FF2B5EF4-FFF2-40B4-BE49-F238E27FC236}">
                <a16:creationId xmlns:a16="http://schemas.microsoft.com/office/drawing/2014/main" id="{AB5696BD-34E3-4872-85BD-065F00EF3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3623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9156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635" name="bootstrap-middle-14x14-r2-c13">
            <a:extLst xmlns:a="http://schemas.openxmlformats.org/drawingml/2006/main">
              <a:ext uri="{FF2B5EF4-FFF2-40B4-BE49-F238E27FC236}">
                <a16:creationId xmlns:a16="http://schemas.microsoft.com/office/drawing/2014/main" id="{F81AA619-215C-4924-9588-8BA4D32C6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3623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8E54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636" name="bootstrap-middle-14x14-r2-c14">
            <a:extLst xmlns:a="http://schemas.openxmlformats.org/drawingml/2006/main">
              <a:ext uri="{FF2B5EF4-FFF2-40B4-BE49-F238E27FC236}">
                <a16:creationId xmlns:a16="http://schemas.microsoft.com/office/drawing/2014/main" id="{F06D2DAF-81FD-4F12-B491-FB6534F9F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3623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8B51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637" name="bootstrap-middle-14x14-r3-c1">
            <a:extLst xmlns:a="http://schemas.openxmlformats.org/drawingml/2006/main">
              <a:ext uri="{FF2B5EF4-FFF2-40B4-BE49-F238E27FC236}">
                <a16:creationId xmlns:a16="http://schemas.microsoft.com/office/drawing/2014/main" id="{F575C851-8E53-4D02-A6A6-78B7E3BF0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4385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A293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638" name="bootstrap-middle-14x14-r3-c2">
            <a:extLst xmlns:a="http://schemas.openxmlformats.org/drawingml/2006/main">
              <a:ext uri="{FF2B5EF4-FFF2-40B4-BE49-F238E27FC236}">
                <a16:creationId xmlns:a16="http://schemas.microsoft.com/office/drawing/2014/main" id="{C50AFA76-7B45-4B5C-A81E-0DB273C83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4385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BB0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639" name="bootstrap-middle-14x14-r3-c3">
            <a:extLst xmlns:a="http://schemas.openxmlformats.org/drawingml/2006/main">
              <a:ext uri="{FF2B5EF4-FFF2-40B4-BE49-F238E27FC236}">
                <a16:creationId xmlns:a16="http://schemas.microsoft.com/office/drawing/2014/main" id="{93823CE9-FA0F-4CD2-B880-9F134E62A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4385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CDD5D9"/>
            </a:solidFill>
            <a:prstDash val="solid"/>
          </a:ln>
        </p:spPr>
      </p:sp>
      <p:sp>
        <p:nvSpPr>
          <p:cNvPr id="640" name="bootstrap-middle-14x14-r3-c4">
            <a:extLst xmlns:a="http://schemas.openxmlformats.org/drawingml/2006/main">
              <a:ext uri="{FF2B5EF4-FFF2-40B4-BE49-F238E27FC236}">
                <a16:creationId xmlns:a16="http://schemas.microsoft.com/office/drawing/2014/main" id="{E1ABEFBC-8FAD-48F9-AF65-CA3A965E2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4385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D6D0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641" name="bootstrap-middle-14x14-r3-c5">
            <a:extLst xmlns:a="http://schemas.openxmlformats.org/drawingml/2006/main">
              <a:ext uri="{FF2B5EF4-FFF2-40B4-BE49-F238E27FC236}">
                <a16:creationId xmlns:a16="http://schemas.microsoft.com/office/drawing/2014/main" id="{3078DCF5-07AD-4EB6-80B1-43A0D074B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4385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B7AA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642" name="bootstrap-middle-14x14-r3-c6">
            <a:extLst xmlns:a="http://schemas.openxmlformats.org/drawingml/2006/main">
              <a:ext uri="{FF2B5EF4-FFF2-40B4-BE49-F238E27FC236}">
                <a16:creationId xmlns:a16="http://schemas.microsoft.com/office/drawing/2014/main" id="{8353A0A7-E26F-4650-9992-8654A4FEE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385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9785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643" name="bootstrap-middle-14x14-r3-c7">
            <a:extLst xmlns:a="http://schemas.openxmlformats.org/drawingml/2006/main">
              <a:ext uri="{FF2B5EF4-FFF2-40B4-BE49-F238E27FC236}">
                <a16:creationId xmlns:a16="http://schemas.microsoft.com/office/drawing/2014/main" id="{B6A3B629-EB7D-4178-BE04-640199191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4385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9978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644" name="bootstrap-middle-14x14-r3-c8">
            <a:extLst xmlns:a="http://schemas.openxmlformats.org/drawingml/2006/main">
              <a:ext uri="{FF2B5EF4-FFF2-40B4-BE49-F238E27FC236}">
                <a16:creationId xmlns:a16="http://schemas.microsoft.com/office/drawing/2014/main" id="{AF894196-3170-4F33-BE18-C6BCA532D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4385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370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645" name="bootstrap-middle-14x14-r3-c9">
            <a:extLst xmlns:a="http://schemas.openxmlformats.org/drawingml/2006/main">
              <a:ext uri="{FF2B5EF4-FFF2-40B4-BE49-F238E27FC236}">
                <a16:creationId xmlns:a16="http://schemas.microsoft.com/office/drawing/2014/main" id="{8D5613BB-2AEA-451E-8C2E-A24EC2FA3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385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A867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646" name="bootstrap-middle-14x14-r3-c10">
            <a:extLst xmlns:a="http://schemas.openxmlformats.org/drawingml/2006/main">
              <a:ext uri="{FF2B5EF4-FFF2-40B4-BE49-F238E27FC236}">
                <a16:creationId xmlns:a16="http://schemas.microsoft.com/office/drawing/2014/main" id="{706BCA99-2C3A-4278-941E-3B7AD9ACB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385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9A5C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647" name="bootstrap-middle-14x14-r3-c11">
            <a:extLst xmlns:a="http://schemas.openxmlformats.org/drawingml/2006/main">
              <a:ext uri="{FF2B5EF4-FFF2-40B4-BE49-F238E27FC236}">
                <a16:creationId xmlns:a16="http://schemas.microsoft.com/office/drawing/2014/main" id="{8DBB24E1-3D37-408C-A0AE-B7D392B45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385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8C51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648" name="bootstrap-middle-14x14-r3-c12">
            <a:extLst xmlns:a="http://schemas.openxmlformats.org/drawingml/2006/main">
              <a:ext uri="{FF2B5EF4-FFF2-40B4-BE49-F238E27FC236}">
                <a16:creationId xmlns:a16="http://schemas.microsoft.com/office/drawing/2014/main" id="{1F8E1822-5351-4FCD-B05B-E0A281C78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4385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A50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649" name="bootstrap-middle-14x14-r3-c13">
            <a:extLst xmlns:a="http://schemas.openxmlformats.org/drawingml/2006/main">
              <a:ext uri="{FF2B5EF4-FFF2-40B4-BE49-F238E27FC236}">
                <a16:creationId xmlns:a16="http://schemas.microsoft.com/office/drawing/2014/main" id="{863815A7-99B4-4C15-B092-5760FA2AA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4385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9156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650" name="bootstrap-middle-14x14-r3-c14">
            <a:extLst xmlns:a="http://schemas.openxmlformats.org/drawingml/2006/main">
              <a:ext uri="{FF2B5EF4-FFF2-40B4-BE49-F238E27FC236}">
                <a16:creationId xmlns:a16="http://schemas.microsoft.com/office/drawing/2014/main" id="{E42B6D28-2544-4971-BFA5-E0D0C8A4B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385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85D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651" name="bootstrap-middle-14x14-r4-c1">
            <a:extLst xmlns:a="http://schemas.openxmlformats.org/drawingml/2006/main">
              <a:ext uri="{FF2B5EF4-FFF2-40B4-BE49-F238E27FC236}">
                <a16:creationId xmlns:a16="http://schemas.microsoft.com/office/drawing/2014/main" id="{46F21AE1-305A-4538-9535-D70347949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5147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8D7A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652" name="bootstrap-middle-14x14-r4-c2">
            <a:extLst xmlns:a="http://schemas.openxmlformats.org/drawingml/2006/main">
              <a:ext uri="{FF2B5EF4-FFF2-40B4-BE49-F238E27FC236}">
                <a16:creationId xmlns:a16="http://schemas.microsoft.com/office/drawing/2014/main" id="{FFCAE681-2A3F-4FA7-A41A-2E8BFD4D1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5147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2A5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653" name="bootstrap-middle-14x14-r4-c3">
            <a:extLst xmlns:a="http://schemas.openxmlformats.org/drawingml/2006/main">
              <a:ext uri="{FF2B5EF4-FFF2-40B4-BE49-F238E27FC236}">
                <a16:creationId xmlns:a16="http://schemas.microsoft.com/office/drawing/2014/main" id="{7AE13660-1F02-4AF9-8C9D-8F7065CE1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5147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D6D0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654" name="bootstrap-middle-14x14-r4-c4">
            <a:extLst xmlns:a="http://schemas.openxmlformats.org/drawingml/2006/main">
              <a:ext uri="{FF2B5EF4-FFF2-40B4-BE49-F238E27FC236}">
                <a16:creationId xmlns:a16="http://schemas.microsoft.com/office/drawing/2014/main" id="{CE77F3ED-85B7-478D-A452-60111A1E6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5147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CDD5D9"/>
            </a:solidFill>
            <a:prstDash val="solid"/>
          </a:ln>
        </p:spPr>
      </p:sp>
      <p:sp>
        <p:nvSpPr>
          <p:cNvPr id="655" name="bootstrap-middle-14x14-r4-c5">
            <a:extLst xmlns:a="http://schemas.openxmlformats.org/drawingml/2006/main">
              <a:ext uri="{FF2B5EF4-FFF2-40B4-BE49-F238E27FC236}">
                <a16:creationId xmlns:a16="http://schemas.microsoft.com/office/drawing/2014/main" id="{EC275D20-08A3-4357-B585-996552789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147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FB5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656" name="bootstrap-middle-14x14-r4-c6">
            <a:extLst xmlns:a="http://schemas.openxmlformats.org/drawingml/2006/main">
              <a:ext uri="{FF2B5EF4-FFF2-40B4-BE49-F238E27FC236}">
                <a16:creationId xmlns:a16="http://schemas.microsoft.com/office/drawing/2014/main" id="{3D137A09-71C7-42E7-82B8-88D8A40FF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147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9F8F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657" name="bootstrap-middle-14x14-r4-c7">
            <a:extLst xmlns:a="http://schemas.openxmlformats.org/drawingml/2006/main">
              <a:ext uri="{FF2B5EF4-FFF2-40B4-BE49-F238E27FC236}">
                <a16:creationId xmlns:a16="http://schemas.microsoft.com/office/drawing/2014/main" id="{8273711C-01AC-46C6-AFC4-2C70D80D4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5147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997B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658" name="bootstrap-middle-14x14-r4-c8">
            <a:extLst xmlns:a="http://schemas.openxmlformats.org/drawingml/2006/main">
              <a:ext uri="{FF2B5EF4-FFF2-40B4-BE49-F238E27FC236}">
                <a16:creationId xmlns:a16="http://schemas.microsoft.com/office/drawing/2014/main" id="{149A56E2-6241-42CD-98CC-57CA7FF88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5147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9A6C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659" name="bootstrap-middle-14x14-r4-c9">
            <a:extLst xmlns:a="http://schemas.openxmlformats.org/drawingml/2006/main">
              <a:ext uri="{FF2B5EF4-FFF2-40B4-BE49-F238E27FC236}">
                <a16:creationId xmlns:a16="http://schemas.microsoft.com/office/drawing/2014/main" id="{A67ADDA0-5A04-4AE0-BAD8-25DEB3EB8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147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995E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660" name="bootstrap-middle-14x14-r4-c10">
            <a:extLst xmlns:a="http://schemas.openxmlformats.org/drawingml/2006/main">
              <a:ext uri="{FF2B5EF4-FFF2-40B4-BE49-F238E27FC236}">
                <a16:creationId xmlns:a16="http://schemas.microsoft.com/office/drawing/2014/main" id="{E78933A9-3E10-4931-A9D5-851D54DC2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147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9055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661" name="bootstrap-middle-14x14-r4-c11">
            <a:extLst xmlns:a="http://schemas.openxmlformats.org/drawingml/2006/main">
              <a:ext uri="{FF2B5EF4-FFF2-40B4-BE49-F238E27FC236}">
                <a16:creationId xmlns:a16="http://schemas.microsoft.com/office/drawing/2014/main" id="{3E541CD9-46DC-482A-A640-B4D097A0C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147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874D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662" name="bootstrap-middle-14x14-r4-c12">
            <a:extLst xmlns:a="http://schemas.openxmlformats.org/drawingml/2006/main">
              <a:ext uri="{FF2B5EF4-FFF2-40B4-BE49-F238E27FC236}">
                <a16:creationId xmlns:a16="http://schemas.microsoft.com/office/drawing/2014/main" id="{E8C48E00-FCAA-4031-BF7D-90DB897B0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147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8C51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663" name="bootstrap-middle-14x14-r4-c13">
            <a:extLst xmlns:a="http://schemas.openxmlformats.org/drawingml/2006/main">
              <a:ext uri="{FF2B5EF4-FFF2-40B4-BE49-F238E27FC236}">
                <a16:creationId xmlns:a16="http://schemas.microsoft.com/office/drawing/2014/main" id="{828CEDCF-9B49-489D-B90F-3FB247A9E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5147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995C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664" name="bootstrap-middle-14x14-r4-c14">
            <a:extLst xmlns:a="http://schemas.openxmlformats.org/drawingml/2006/main">
              <a:ext uri="{FF2B5EF4-FFF2-40B4-BE49-F238E27FC236}">
                <a16:creationId xmlns:a16="http://schemas.microsoft.com/office/drawing/2014/main" id="{B56B76A6-E514-447D-A5EC-274C7A811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5147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A768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665" name="bootstrap-middle-14x14-r5-c1">
            <a:extLst xmlns:a="http://schemas.openxmlformats.org/drawingml/2006/main">
              <a:ext uri="{FF2B5EF4-FFF2-40B4-BE49-F238E27FC236}">
                <a16:creationId xmlns:a16="http://schemas.microsoft.com/office/drawing/2014/main" id="{32CC80EC-9708-4067-8472-429762957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5909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9F8D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666" name="bootstrap-middle-14x14-r5-c2">
            <a:extLst xmlns:a="http://schemas.openxmlformats.org/drawingml/2006/main">
              <a:ext uri="{FF2B5EF4-FFF2-40B4-BE49-F238E27FC236}">
                <a16:creationId xmlns:a16="http://schemas.microsoft.com/office/drawing/2014/main" id="{563B261B-6D7B-4BBD-95C6-7BD7D0FD3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5909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AB9C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667" name="bootstrap-middle-14x14-r5-c3">
            <a:extLst xmlns:a="http://schemas.openxmlformats.org/drawingml/2006/main">
              <a:ext uri="{FF2B5EF4-FFF2-40B4-BE49-F238E27FC236}">
                <a16:creationId xmlns:a16="http://schemas.microsoft.com/office/drawing/2014/main" id="{EABD9C98-3EFD-4AEB-8ECF-E517A3BDA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5909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B7AA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668" name="bootstrap-middle-14x14-r5-c4">
            <a:extLst xmlns:a="http://schemas.openxmlformats.org/drawingml/2006/main">
              <a:ext uri="{FF2B5EF4-FFF2-40B4-BE49-F238E27FC236}">
                <a16:creationId xmlns:a16="http://schemas.microsoft.com/office/drawing/2014/main" id="{8A91D3CA-DEFC-4F66-B197-20DAD207D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5909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FB5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669" name="bootstrap-middle-14x14-r5-c5">
            <a:extLst xmlns:a="http://schemas.openxmlformats.org/drawingml/2006/main">
              <a:ext uri="{FF2B5EF4-FFF2-40B4-BE49-F238E27FC236}">
                <a16:creationId xmlns:a16="http://schemas.microsoft.com/office/drawing/2014/main" id="{F4E8AA15-B008-4A74-A889-0DCF1F15E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909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CDD5D9"/>
            </a:solidFill>
            <a:prstDash val="solid"/>
          </a:ln>
        </p:spPr>
      </p:sp>
      <p:sp>
        <p:nvSpPr>
          <p:cNvPr id="670" name="bootstrap-middle-14x14-r5-c6">
            <a:extLst xmlns:a="http://schemas.openxmlformats.org/drawingml/2006/main">
              <a:ext uri="{FF2B5EF4-FFF2-40B4-BE49-F238E27FC236}">
                <a16:creationId xmlns:a16="http://schemas.microsoft.com/office/drawing/2014/main" id="{4E522CC3-7956-4BB2-865D-57E78F8FE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909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6BD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671" name="bootstrap-middle-14x14-r5-c7">
            <a:extLst xmlns:a="http://schemas.openxmlformats.org/drawingml/2006/main">
              <a:ext uri="{FF2B5EF4-FFF2-40B4-BE49-F238E27FC236}">
                <a16:creationId xmlns:a16="http://schemas.microsoft.com/office/drawing/2014/main" id="{3A254ED1-47A2-4D61-8095-12AF3F651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5909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B59D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672" name="bootstrap-middle-14x14-r5-c8">
            <a:extLst xmlns:a="http://schemas.openxmlformats.org/drawingml/2006/main">
              <a:ext uri="{FF2B5EF4-FFF2-40B4-BE49-F238E27FC236}">
                <a16:creationId xmlns:a16="http://schemas.microsoft.com/office/drawing/2014/main" id="{F16E7D1F-39F7-4C4B-8BAE-8206E2B43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5909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9F74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673" name="bootstrap-middle-14x14-r5-c9">
            <a:extLst xmlns:a="http://schemas.openxmlformats.org/drawingml/2006/main">
              <a:ext uri="{FF2B5EF4-FFF2-40B4-BE49-F238E27FC236}">
                <a16:creationId xmlns:a16="http://schemas.microsoft.com/office/drawing/2014/main" id="{CC0AF710-618B-4B8C-8D70-AE4D23190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909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8E53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674" name="bootstrap-middle-14x14-r5-c10">
            <a:extLst xmlns:a="http://schemas.openxmlformats.org/drawingml/2006/main">
              <a:ext uri="{FF2B5EF4-FFF2-40B4-BE49-F238E27FC236}">
                <a16:creationId xmlns:a16="http://schemas.microsoft.com/office/drawing/2014/main" id="{434483AB-AEE7-47D4-A903-D48C00100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909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8F54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675" name="bootstrap-middle-14x14-r5-c11">
            <a:extLst xmlns:a="http://schemas.openxmlformats.org/drawingml/2006/main">
              <a:ext uri="{FF2B5EF4-FFF2-40B4-BE49-F238E27FC236}">
                <a16:creationId xmlns:a16="http://schemas.microsoft.com/office/drawing/2014/main" id="{96B32BF7-5695-4A77-BE88-B78E1F30F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909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9055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676" name="bootstrap-middle-14x14-r5-c12">
            <a:extLst xmlns:a="http://schemas.openxmlformats.org/drawingml/2006/main">
              <a:ext uri="{FF2B5EF4-FFF2-40B4-BE49-F238E27FC236}">
                <a16:creationId xmlns:a16="http://schemas.microsoft.com/office/drawing/2014/main" id="{EDFEECF4-E3BD-417B-B996-79665104D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909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9A5C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677" name="bootstrap-middle-14x14-r5-c13">
            <a:extLst xmlns:a="http://schemas.openxmlformats.org/drawingml/2006/main">
              <a:ext uri="{FF2B5EF4-FFF2-40B4-BE49-F238E27FC236}">
                <a16:creationId xmlns:a16="http://schemas.microsoft.com/office/drawing/2014/main" id="{7A1E3101-6785-4D6E-AB4A-EE4B9A904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5909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A967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678" name="bootstrap-middle-14x14-r5-c14">
            <a:extLst xmlns:a="http://schemas.openxmlformats.org/drawingml/2006/main">
              <a:ext uri="{FF2B5EF4-FFF2-40B4-BE49-F238E27FC236}">
                <a16:creationId xmlns:a16="http://schemas.microsoft.com/office/drawing/2014/main" id="{7440D228-DEF8-41D8-8EBE-6E464AC4C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5909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B971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679" name="bootstrap-middle-14x14-r6-c1">
            <a:extLst xmlns:a="http://schemas.openxmlformats.org/drawingml/2006/main">
              <a:ext uri="{FF2B5EF4-FFF2-40B4-BE49-F238E27FC236}">
                <a16:creationId xmlns:a16="http://schemas.microsoft.com/office/drawing/2014/main" id="{8DFFD170-24C8-464E-9785-64AC862F2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6671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0A1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680" name="bootstrap-middle-14x14-r6-c2">
            <a:extLst xmlns:a="http://schemas.openxmlformats.org/drawingml/2006/main">
              <a:ext uri="{FF2B5EF4-FFF2-40B4-BE49-F238E27FC236}">
                <a16:creationId xmlns:a16="http://schemas.microsoft.com/office/drawing/2014/main" id="{0B394724-356C-40F2-9D7C-2F5B47ADE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6671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A493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681" name="bootstrap-middle-14x14-r6-c3">
            <a:extLst xmlns:a="http://schemas.openxmlformats.org/drawingml/2006/main">
              <a:ext uri="{FF2B5EF4-FFF2-40B4-BE49-F238E27FC236}">
                <a16:creationId xmlns:a16="http://schemas.microsoft.com/office/drawing/2014/main" id="{9B29F33D-65FF-4603-BF34-F866FC07B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6671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9785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682" name="bootstrap-middle-14x14-r6-c4">
            <a:extLst xmlns:a="http://schemas.openxmlformats.org/drawingml/2006/main">
              <a:ext uri="{FF2B5EF4-FFF2-40B4-BE49-F238E27FC236}">
                <a16:creationId xmlns:a16="http://schemas.microsoft.com/office/drawing/2014/main" id="{F451E1FF-F869-425C-A61C-D9B07463A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6671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9F8F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683" name="bootstrap-middle-14x14-r6-c5">
            <a:extLst xmlns:a="http://schemas.openxmlformats.org/drawingml/2006/main">
              <a:ext uri="{FF2B5EF4-FFF2-40B4-BE49-F238E27FC236}">
                <a16:creationId xmlns:a16="http://schemas.microsoft.com/office/drawing/2014/main" id="{87C073DB-8072-4CFC-A953-249AE7320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6671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6BD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684" name="bootstrap-middle-14x14-r6-c6">
            <a:extLst xmlns:a="http://schemas.openxmlformats.org/drawingml/2006/main">
              <a:ext uri="{FF2B5EF4-FFF2-40B4-BE49-F238E27FC236}">
                <a16:creationId xmlns:a16="http://schemas.microsoft.com/office/drawing/2014/main" id="{834F3222-4F05-4AA5-9B96-4FE0822FA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671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CDD5D9"/>
            </a:solidFill>
            <a:prstDash val="solid"/>
          </a:ln>
        </p:spPr>
      </p:sp>
      <p:sp>
        <p:nvSpPr>
          <p:cNvPr id="685" name="bootstrap-middle-14x14-r6-c7">
            <a:extLst xmlns:a="http://schemas.openxmlformats.org/drawingml/2006/main">
              <a:ext uri="{FF2B5EF4-FFF2-40B4-BE49-F238E27FC236}">
                <a16:creationId xmlns:a16="http://schemas.microsoft.com/office/drawing/2014/main" id="{532F44BF-E487-4D48-982A-9877ABAA8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671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2BF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686" name="bootstrap-middle-14x14-r6-c8">
            <a:extLst xmlns:a="http://schemas.openxmlformats.org/drawingml/2006/main">
              <a:ext uri="{FF2B5EF4-FFF2-40B4-BE49-F238E27FC236}">
                <a16:creationId xmlns:a16="http://schemas.microsoft.com/office/drawing/2014/main" id="{609CB597-1F41-4E45-9508-A163F2FF1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6671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A57D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687" name="bootstrap-middle-14x14-r6-c9">
            <a:extLst xmlns:a="http://schemas.openxmlformats.org/drawingml/2006/main">
              <a:ext uri="{FF2B5EF4-FFF2-40B4-BE49-F238E27FC236}">
                <a16:creationId xmlns:a16="http://schemas.microsoft.com/office/drawing/2014/main" id="{0A265C5C-9E66-41F7-B32E-9B4C976FC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671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8349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688" name="bootstrap-middle-14x14-r6-c10">
            <a:extLst xmlns:a="http://schemas.openxmlformats.org/drawingml/2006/main">
              <a:ext uri="{FF2B5EF4-FFF2-40B4-BE49-F238E27FC236}">
                <a16:creationId xmlns:a16="http://schemas.microsoft.com/office/drawing/2014/main" id="{03350490-563F-4D97-80E3-CE7E96980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671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8E53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689" name="bootstrap-middle-14x14-r6-c11">
            <a:extLst xmlns:a="http://schemas.openxmlformats.org/drawingml/2006/main">
              <a:ext uri="{FF2B5EF4-FFF2-40B4-BE49-F238E27FC236}">
                <a16:creationId xmlns:a16="http://schemas.microsoft.com/office/drawing/2014/main" id="{2C80A909-6BAD-4C22-A57C-29E03F9C1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671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995E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690" name="bootstrap-middle-14x14-r6-c12">
            <a:extLst xmlns:a="http://schemas.openxmlformats.org/drawingml/2006/main">
              <a:ext uri="{FF2B5EF4-FFF2-40B4-BE49-F238E27FC236}">
                <a16:creationId xmlns:a16="http://schemas.microsoft.com/office/drawing/2014/main" id="{09C51C91-4D8A-43F6-97A7-F79A1D736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671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A867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691" name="bootstrap-middle-14x14-r6-c13">
            <a:extLst xmlns:a="http://schemas.openxmlformats.org/drawingml/2006/main">
              <a:ext uri="{FF2B5EF4-FFF2-40B4-BE49-F238E27FC236}">
                <a16:creationId xmlns:a16="http://schemas.microsoft.com/office/drawing/2014/main" id="{B8E48DE2-39AD-4A91-B27A-21598D1B7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671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B971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692" name="bootstrap-middle-14x14-r6-c14">
            <a:extLst xmlns:a="http://schemas.openxmlformats.org/drawingml/2006/main">
              <a:ext uri="{FF2B5EF4-FFF2-40B4-BE49-F238E27FC236}">
                <a16:creationId xmlns:a16="http://schemas.microsoft.com/office/drawing/2014/main" id="{DEACBB38-5888-4198-A2B4-1F26FDAED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671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CA7B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693" name="bootstrap-middle-14x14-r7-c1">
            <a:extLst xmlns:a="http://schemas.openxmlformats.org/drawingml/2006/main">
              <a:ext uri="{FF2B5EF4-FFF2-40B4-BE49-F238E27FC236}">
                <a16:creationId xmlns:a16="http://schemas.microsoft.com/office/drawing/2014/main" id="{55ECCE58-DFE9-442B-B02A-B9C83CD5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7433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BC99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694" name="bootstrap-middle-14x14-r7-c2">
            <a:extLst xmlns:a="http://schemas.openxmlformats.org/drawingml/2006/main">
              <a:ext uri="{FF2B5EF4-FFF2-40B4-BE49-F238E27FC236}">
                <a16:creationId xmlns:a16="http://schemas.microsoft.com/office/drawing/2014/main" id="{7D9CDB13-A174-439E-A542-A7CFA3F91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7433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AA88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695" name="bootstrap-middle-14x14-r7-c3">
            <a:extLst xmlns:a="http://schemas.openxmlformats.org/drawingml/2006/main">
              <a:ext uri="{FF2B5EF4-FFF2-40B4-BE49-F238E27FC236}">
                <a16:creationId xmlns:a16="http://schemas.microsoft.com/office/drawing/2014/main" id="{ACCA4AA2-DB25-4DBE-A9AC-913432787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7433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9978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696" name="bootstrap-middle-14x14-r7-c4">
            <a:extLst xmlns:a="http://schemas.openxmlformats.org/drawingml/2006/main">
              <a:ext uri="{FF2B5EF4-FFF2-40B4-BE49-F238E27FC236}">
                <a16:creationId xmlns:a16="http://schemas.microsoft.com/office/drawing/2014/main" id="{125425B0-0064-4FC1-A329-0C768C04B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7433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997B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697" name="bootstrap-middle-14x14-r7-c5">
            <a:extLst xmlns:a="http://schemas.openxmlformats.org/drawingml/2006/main">
              <a:ext uri="{FF2B5EF4-FFF2-40B4-BE49-F238E27FC236}">
                <a16:creationId xmlns:a16="http://schemas.microsoft.com/office/drawing/2014/main" id="{51702B12-A55E-4A72-AE49-B5AF3CF79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7433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B59D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698" name="bootstrap-middle-14x14-r7-c6">
            <a:extLst xmlns:a="http://schemas.openxmlformats.org/drawingml/2006/main">
              <a:ext uri="{FF2B5EF4-FFF2-40B4-BE49-F238E27FC236}">
                <a16:creationId xmlns:a16="http://schemas.microsoft.com/office/drawing/2014/main" id="{DF9D618C-A947-4974-A42C-29C6F35CF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433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2BF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699" name="bootstrap-middle-14x14-r7-c7">
            <a:extLst xmlns:a="http://schemas.openxmlformats.org/drawingml/2006/main">
              <a:ext uri="{FF2B5EF4-FFF2-40B4-BE49-F238E27FC236}">
                <a16:creationId xmlns:a16="http://schemas.microsoft.com/office/drawing/2014/main" id="{A6B026AC-42E7-4269-B0A7-168DAACB7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433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CDD5D9"/>
            </a:solidFill>
            <a:prstDash val="solid"/>
          </a:ln>
        </p:spPr>
      </p:sp>
      <p:sp>
        <p:nvSpPr>
          <p:cNvPr id="700" name="bootstrap-middle-14x14-r7-c8">
            <a:extLst xmlns:a="http://schemas.openxmlformats.org/drawingml/2006/main">
              <a:ext uri="{FF2B5EF4-FFF2-40B4-BE49-F238E27FC236}">
                <a16:creationId xmlns:a16="http://schemas.microsoft.com/office/drawing/2014/main" id="{F67E1A27-086B-47C2-BE40-21C3C8E6E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433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8B594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701" name="bootstrap-middle-14x14-r7-c9">
            <a:extLst xmlns:a="http://schemas.openxmlformats.org/drawingml/2006/main">
              <a:ext uri="{FF2B5EF4-FFF2-40B4-BE49-F238E27FC236}">
                <a16:creationId xmlns:a16="http://schemas.microsoft.com/office/drawing/2014/main" id="{00EBC7B0-0B55-4F6B-923D-658FA6297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433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A57D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702" name="bootstrap-middle-14x14-r7-c10">
            <a:extLst xmlns:a="http://schemas.openxmlformats.org/drawingml/2006/main">
              <a:ext uri="{FF2B5EF4-FFF2-40B4-BE49-F238E27FC236}">
                <a16:creationId xmlns:a16="http://schemas.microsoft.com/office/drawing/2014/main" id="{C4C035DF-F013-41A2-BD0B-9CAE3D9A3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433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9F74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703" name="bootstrap-middle-14x14-r7-c11">
            <a:extLst xmlns:a="http://schemas.openxmlformats.org/drawingml/2006/main">
              <a:ext uri="{FF2B5EF4-FFF2-40B4-BE49-F238E27FC236}">
                <a16:creationId xmlns:a16="http://schemas.microsoft.com/office/drawing/2014/main" id="{9DE217FE-A4AC-49DC-834E-8647EE27B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433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9A6C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704" name="bootstrap-middle-14x14-r7-c12">
            <a:extLst xmlns:a="http://schemas.openxmlformats.org/drawingml/2006/main">
              <a:ext uri="{FF2B5EF4-FFF2-40B4-BE49-F238E27FC236}">
                <a16:creationId xmlns:a16="http://schemas.microsoft.com/office/drawing/2014/main" id="{DF0B40C8-D680-4D54-A6C5-5A92DF893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7433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370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705" name="bootstrap-middle-14x14-r7-c13">
            <a:extLst xmlns:a="http://schemas.openxmlformats.org/drawingml/2006/main">
              <a:ext uri="{FF2B5EF4-FFF2-40B4-BE49-F238E27FC236}">
                <a16:creationId xmlns:a16="http://schemas.microsoft.com/office/drawing/2014/main" id="{00F4D8F9-C841-473F-B2A1-6DD8F01D7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7433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B47D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706" name="bootstrap-middle-14x14-r7-c14">
            <a:extLst xmlns:a="http://schemas.openxmlformats.org/drawingml/2006/main">
              <a:ext uri="{FF2B5EF4-FFF2-40B4-BE49-F238E27FC236}">
                <a16:creationId xmlns:a16="http://schemas.microsoft.com/office/drawing/2014/main" id="{2725266F-020C-4987-B903-C1C50DFD1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433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C689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707" name="bootstrap-middle-14x14-r8-c1">
            <a:extLst xmlns:a="http://schemas.openxmlformats.org/drawingml/2006/main">
              <a:ext uri="{FF2B5EF4-FFF2-40B4-BE49-F238E27FC236}">
                <a16:creationId xmlns:a16="http://schemas.microsoft.com/office/drawing/2014/main" id="{F015F620-4115-4284-92D2-828A64C5E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195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C689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708" name="bootstrap-middle-14x14-r8-c2">
            <a:extLst xmlns:a="http://schemas.openxmlformats.org/drawingml/2006/main">
              <a:ext uri="{FF2B5EF4-FFF2-40B4-BE49-F238E27FC236}">
                <a16:creationId xmlns:a16="http://schemas.microsoft.com/office/drawing/2014/main" id="{813D1827-88D0-4122-8FFF-EDFFBE5D7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8195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B47D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709" name="bootstrap-middle-14x14-r8-c3">
            <a:extLst xmlns:a="http://schemas.openxmlformats.org/drawingml/2006/main">
              <a:ext uri="{FF2B5EF4-FFF2-40B4-BE49-F238E27FC236}">
                <a16:creationId xmlns:a16="http://schemas.microsoft.com/office/drawing/2014/main" id="{B15D14E0-4381-4EF4-8370-92E840E4A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8195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370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710" name="bootstrap-middle-14x14-r8-c4">
            <a:extLst xmlns:a="http://schemas.openxmlformats.org/drawingml/2006/main">
              <a:ext uri="{FF2B5EF4-FFF2-40B4-BE49-F238E27FC236}">
                <a16:creationId xmlns:a16="http://schemas.microsoft.com/office/drawing/2014/main" id="{8A831060-F372-4379-B6F6-518AD75F0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8195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9A6C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711" name="bootstrap-middle-14x14-r8-c5">
            <a:extLst xmlns:a="http://schemas.openxmlformats.org/drawingml/2006/main">
              <a:ext uri="{FF2B5EF4-FFF2-40B4-BE49-F238E27FC236}">
                <a16:creationId xmlns:a16="http://schemas.microsoft.com/office/drawing/2014/main" id="{2335E3F4-472B-4B67-91E4-F7A1C9C39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8195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9F74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712" name="bootstrap-middle-14x14-r8-c6">
            <a:extLst xmlns:a="http://schemas.openxmlformats.org/drawingml/2006/main">
              <a:ext uri="{FF2B5EF4-FFF2-40B4-BE49-F238E27FC236}">
                <a16:creationId xmlns:a16="http://schemas.microsoft.com/office/drawing/2014/main" id="{E063062D-C83B-400A-B3A2-8CE959B23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195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A57D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713" name="bootstrap-middle-14x14-r8-c7">
            <a:extLst xmlns:a="http://schemas.openxmlformats.org/drawingml/2006/main">
              <a:ext uri="{FF2B5EF4-FFF2-40B4-BE49-F238E27FC236}">
                <a16:creationId xmlns:a16="http://schemas.microsoft.com/office/drawing/2014/main" id="{A70A3595-E148-4CF1-9111-4E369803F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8195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8B594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714" name="bootstrap-middle-14x14-r8-c8">
            <a:extLst xmlns:a="http://schemas.openxmlformats.org/drawingml/2006/main">
              <a:ext uri="{FF2B5EF4-FFF2-40B4-BE49-F238E27FC236}">
                <a16:creationId xmlns:a16="http://schemas.microsoft.com/office/drawing/2014/main" id="{5B809150-B4D6-46D1-8876-BE5025FB5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8195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CDD5D9"/>
            </a:solidFill>
            <a:prstDash val="solid"/>
          </a:ln>
        </p:spPr>
      </p:sp>
      <p:sp>
        <p:nvSpPr>
          <p:cNvPr id="715" name="bootstrap-middle-14x14-r8-c9">
            <a:extLst xmlns:a="http://schemas.openxmlformats.org/drawingml/2006/main">
              <a:ext uri="{FF2B5EF4-FFF2-40B4-BE49-F238E27FC236}">
                <a16:creationId xmlns:a16="http://schemas.microsoft.com/office/drawing/2014/main" id="{5AFBE794-F7AD-44A7-8591-E58A6CB81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195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2BF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716" name="bootstrap-middle-14x14-r8-c10">
            <a:extLst xmlns:a="http://schemas.openxmlformats.org/drawingml/2006/main">
              <a:ext uri="{FF2B5EF4-FFF2-40B4-BE49-F238E27FC236}">
                <a16:creationId xmlns:a16="http://schemas.microsoft.com/office/drawing/2014/main" id="{5E071CC4-8FDA-4729-8F69-39C35987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95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B59D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717" name="bootstrap-middle-14x14-r8-c11">
            <a:extLst xmlns:a="http://schemas.openxmlformats.org/drawingml/2006/main">
              <a:ext uri="{FF2B5EF4-FFF2-40B4-BE49-F238E27FC236}">
                <a16:creationId xmlns:a16="http://schemas.microsoft.com/office/drawing/2014/main" id="{9911B0EA-CFC4-42DD-B990-4C8CFB815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195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997B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718" name="bootstrap-middle-14x14-r8-c12">
            <a:extLst xmlns:a="http://schemas.openxmlformats.org/drawingml/2006/main">
              <a:ext uri="{FF2B5EF4-FFF2-40B4-BE49-F238E27FC236}">
                <a16:creationId xmlns:a16="http://schemas.microsoft.com/office/drawing/2014/main" id="{78FE49D8-ADE7-4CC9-8A37-EB54A1CAA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8195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9978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719" name="bootstrap-middle-14x14-r8-c13">
            <a:extLst xmlns:a="http://schemas.openxmlformats.org/drawingml/2006/main">
              <a:ext uri="{FF2B5EF4-FFF2-40B4-BE49-F238E27FC236}">
                <a16:creationId xmlns:a16="http://schemas.microsoft.com/office/drawing/2014/main" id="{2B04E88C-44BC-461A-9320-5F235DEC5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8195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AA88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720" name="bootstrap-middle-14x14-r8-c14">
            <a:extLst xmlns:a="http://schemas.openxmlformats.org/drawingml/2006/main">
              <a:ext uri="{FF2B5EF4-FFF2-40B4-BE49-F238E27FC236}">
                <a16:creationId xmlns:a16="http://schemas.microsoft.com/office/drawing/2014/main" id="{BF1DB068-A426-400D-8710-6057C1D85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8195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BC99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721" name="bootstrap-middle-14x14-r9-c1">
            <a:extLst xmlns:a="http://schemas.openxmlformats.org/drawingml/2006/main">
              <a:ext uri="{FF2B5EF4-FFF2-40B4-BE49-F238E27FC236}">
                <a16:creationId xmlns:a16="http://schemas.microsoft.com/office/drawing/2014/main" id="{A918E9FD-CA41-4395-87CA-016E38D2E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957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CA7B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722" name="bootstrap-middle-14x14-r9-c2">
            <a:extLst xmlns:a="http://schemas.openxmlformats.org/drawingml/2006/main">
              <a:ext uri="{FF2B5EF4-FFF2-40B4-BE49-F238E27FC236}">
                <a16:creationId xmlns:a16="http://schemas.microsoft.com/office/drawing/2014/main" id="{F0BDD116-189F-4E40-B0ED-688E5CAA6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8957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B971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723" name="bootstrap-middle-14x14-r9-c3">
            <a:extLst xmlns:a="http://schemas.openxmlformats.org/drawingml/2006/main">
              <a:ext uri="{FF2B5EF4-FFF2-40B4-BE49-F238E27FC236}">
                <a16:creationId xmlns:a16="http://schemas.microsoft.com/office/drawing/2014/main" id="{CF91A9A2-FA4D-47C3-AB57-CA4B77039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8957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A867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724" name="bootstrap-middle-14x14-r9-c4">
            <a:extLst xmlns:a="http://schemas.openxmlformats.org/drawingml/2006/main">
              <a:ext uri="{FF2B5EF4-FFF2-40B4-BE49-F238E27FC236}">
                <a16:creationId xmlns:a16="http://schemas.microsoft.com/office/drawing/2014/main" id="{4247CEFD-55C4-4794-85C2-5C5DF2E5E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8957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995E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725" name="bootstrap-middle-14x14-r9-c5">
            <a:extLst xmlns:a="http://schemas.openxmlformats.org/drawingml/2006/main">
              <a:ext uri="{FF2B5EF4-FFF2-40B4-BE49-F238E27FC236}">
                <a16:creationId xmlns:a16="http://schemas.microsoft.com/office/drawing/2014/main" id="{22438454-C66C-441D-8FAF-0147EDB2E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8957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8E53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726" name="bootstrap-middle-14x14-r9-c6">
            <a:extLst xmlns:a="http://schemas.openxmlformats.org/drawingml/2006/main">
              <a:ext uri="{FF2B5EF4-FFF2-40B4-BE49-F238E27FC236}">
                <a16:creationId xmlns:a16="http://schemas.microsoft.com/office/drawing/2014/main" id="{8F64083A-13A9-4946-B7CB-3BC9E3851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957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8349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727" name="bootstrap-middle-14x14-r9-c7">
            <a:extLst xmlns:a="http://schemas.openxmlformats.org/drawingml/2006/main">
              <a:ext uri="{FF2B5EF4-FFF2-40B4-BE49-F238E27FC236}">
                <a16:creationId xmlns:a16="http://schemas.microsoft.com/office/drawing/2014/main" id="{B5497F97-92F8-4B06-B313-89C6ABEFD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8957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A57D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728" name="bootstrap-middle-14x14-r9-c8">
            <a:extLst xmlns:a="http://schemas.openxmlformats.org/drawingml/2006/main">
              <a:ext uri="{FF2B5EF4-FFF2-40B4-BE49-F238E27FC236}">
                <a16:creationId xmlns:a16="http://schemas.microsoft.com/office/drawing/2014/main" id="{F281A8C4-F1D3-443E-AEB1-756B957BA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8957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2BF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729" name="bootstrap-middle-14x14-r9-c9">
            <a:extLst xmlns:a="http://schemas.openxmlformats.org/drawingml/2006/main">
              <a:ext uri="{FF2B5EF4-FFF2-40B4-BE49-F238E27FC236}">
                <a16:creationId xmlns:a16="http://schemas.microsoft.com/office/drawing/2014/main" id="{89D1F1F2-BE92-4D91-824E-D91833771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957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CDD5D9"/>
            </a:solidFill>
            <a:prstDash val="solid"/>
          </a:ln>
        </p:spPr>
      </p:sp>
      <p:sp>
        <p:nvSpPr>
          <p:cNvPr id="730" name="bootstrap-middle-14x14-r9-c10">
            <a:extLst xmlns:a="http://schemas.openxmlformats.org/drawingml/2006/main">
              <a:ext uri="{FF2B5EF4-FFF2-40B4-BE49-F238E27FC236}">
                <a16:creationId xmlns:a16="http://schemas.microsoft.com/office/drawing/2014/main" id="{DC6410A2-48E5-439C-9981-59381DF83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957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6BD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731" name="bootstrap-middle-14x14-r9-c11">
            <a:extLst xmlns:a="http://schemas.openxmlformats.org/drawingml/2006/main">
              <a:ext uri="{FF2B5EF4-FFF2-40B4-BE49-F238E27FC236}">
                <a16:creationId xmlns:a16="http://schemas.microsoft.com/office/drawing/2014/main" id="{D3195A11-32FC-457E-BC8F-8D07A952F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957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9F8F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732" name="bootstrap-middle-14x14-r9-c12">
            <a:extLst xmlns:a="http://schemas.openxmlformats.org/drawingml/2006/main">
              <a:ext uri="{FF2B5EF4-FFF2-40B4-BE49-F238E27FC236}">
                <a16:creationId xmlns:a16="http://schemas.microsoft.com/office/drawing/2014/main" id="{0BBC4C3D-EBAB-42DC-A27E-B0BA87F85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8957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9785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733" name="bootstrap-middle-14x14-r9-c13">
            <a:extLst xmlns:a="http://schemas.openxmlformats.org/drawingml/2006/main">
              <a:ext uri="{FF2B5EF4-FFF2-40B4-BE49-F238E27FC236}">
                <a16:creationId xmlns:a16="http://schemas.microsoft.com/office/drawing/2014/main" id="{DFB8C8B7-6D2D-4DF8-BFCC-C7A15EDCC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8957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A493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734" name="bootstrap-middle-14x14-r9-c14">
            <a:extLst xmlns:a="http://schemas.openxmlformats.org/drawingml/2006/main">
              <a:ext uri="{FF2B5EF4-FFF2-40B4-BE49-F238E27FC236}">
                <a16:creationId xmlns:a16="http://schemas.microsoft.com/office/drawing/2014/main" id="{B429EFE8-F0FD-4D88-B431-E9C32D813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8957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0A1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735" name="bootstrap-middle-14x14-r10-c1">
            <a:extLst xmlns:a="http://schemas.openxmlformats.org/drawingml/2006/main">
              <a:ext uri="{FF2B5EF4-FFF2-40B4-BE49-F238E27FC236}">
                <a16:creationId xmlns:a16="http://schemas.microsoft.com/office/drawing/2014/main" id="{6E500A43-6972-46A8-95DC-0E875E629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9719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B971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736" name="bootstrap-middle-14x14-r10-c2">
            <a:extLst xmlns:a="http://schemas.openxmlformats.org/drawingml/2006/main">
              <a:ext uri="{FF2B5EF4-FFF2-40B4-BE49-F238E27FC236}">
                <a16:creationId xmlns:a16="http://schemas.microsoft.com/office/drawing/2014/main" id="{355BD779-0A2E-4A86-B03C-976DE3154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9719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A967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737" name="bootstrap-middle-14x14-r10-c3">
            <a:extLst xmlns:a="http://schemas.openxmlformats.org/drawingml/2006/main">
              <a:ext uri="{FF2B5EF4-FFF2-40B4-BE49-F238E27FC236}">
                <a16:creationId xmlns:a16="http://schemas.microsoft.com/office/drawing/2014/main" id="{E95E3CE6-19CF-4892-AC99-9C19755F3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9719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9A5C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738" name="bootstrap-middle-14x14-r10-c4">
            <a:extLst xmlns:a="http://schemas.openxmlformats.org/drawingml/2006/main">
              <a:ext uri="{FF2B5EF4-FFF2-40B4-BE49-F238E27FC236}">
                <a16:creationId xmlns:a16="http://schemas.microsoft.com/office/drawing/2014/main" id="{BBA1F612-3A00-4596-80E7-CD81BA074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9719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9055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739" name="bootstrap-middle-14x14-r10-c5">
            <a:extLst xmlns:a="http://schemas.openxmlformats.org/drawingml/2006/main">
              <a:ext uri="{FF2B5EF4-FFF2-40B4-BE49-F238E27FC236}">
                <a16:creationId xmlns:a16="http://schemas.microsoft.com/office/drawing/2014/main" id="{544FEED4-B0A8-4E01-861A-59A983E42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9719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8F54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740" name="bootstrap-middle-14x14-r10-c6">
            <a:extLst xmlns:a="http://schemas.openxmlformats.org/drawingml/2006/main">
              <a:ext uri="{FF2B5EF4-FFF2-40B4-BE49-F238E27FC236}">
                <a16:creationId xmlns:a16="http://schemas.microsoft.com/office/drawing/2014/main" id="{70373180-21B3-44DE-81B9-47793EAB0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719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8E53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741" name="bootstrap-middle-14x14-r10-c7">
            <a:extLst xmlns:a="http://schemas.openxmlformats.org/drawingml/2006/main">
              <a:ext uri="{FF2B5EF4-FFF2-40B4-BE49-F238E27FC236}">
                <a16:creationId xmlns:a16="http://schemas.microsoft.com/office/drawing/2014/main" id="{C5A28173-2DFB-4F88-81BD-17F7C9A68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9719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9F74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742" name="bootstrap-middle-14x14-r10-c8">
            <a:extLst xmlns:a="http://schemas.openxmlformats.org/drawingml/2006/main">
              <a:ext uri="{FF2B5EF4-FFF2-40B4-BE49-F238E27FC236}">
                <a16:creationId xmlns:a16="http://schemas.microsoft.com/office/drawing/2014/main" id="{2911D76A-47D0-4E00-BFFC-C8D1AA5F3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719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B59D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743" name="bootstrap-middle-14x14-r10-c9">
            <a:extLst xmlns:a="http://schemas.openxmlformats.org/drawingml/2006/main">
              <a:ext uri="{FF2B5EF4-FFF2-40B4-BE49-F238E27FC236}">
                <a16:creationId xmlns:a16="http://schemas.microsoft.com/office/drawing/2014/main" id="{C6BCA229-187A-4C23-8477-857390646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9719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6BD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744" name="bootstrap-middle-14x14-r10-c10">
            <a:extLst xmlns:a="http://schemas.openxmlformats.org/drawingml/2006/main">
              <a:ext uri="{FF2B5EF4-FFF2-40B4-BE49-F238E27FC236}">
                <a16:creationId xmlns:a16="http://schemas.microsoft.com/office/drawing/2014/main" id="{8B91204A-70EE-47DD-A573-7CFAB8E3B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719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CDD5D9"/>
            </a:solidFill>
            <a:prstDash val="solid"/>
          </a:ln>
        </p:spPr>
      </p:sp>
      <p:sp>
        <p:nvSpPr>
          <p:cNvPr id="745" name="bootstrap-middle-14x14-r10-c11">
            <a:extLst xmlns:a="http://schemas.openxmlformats.org/drawingml/2006/main">
              <a:ext uri="{FF2B5EF4-FFF2-40B4-BE49-F238E27FC236}">
                <a16:creationId xmlns:a16="http://schemas.microsoft.com/office/drawing/2014/main" id="{DF9B97CA-92A4-435D-9E66-347E1A610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719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FB5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746" name="bootstrap-middle-14x14-r10-c12">
            <a:extLst xmlns:a="http://schemas.openxmlformats.org/drawingml/2006/main">
              <a:ext uri="{FF2B5EF4-FFF2-40B4-BE49-F238E27FC236}">
                <a16:creationId xmlns:a16="http://schemas.microsoft.com/office/drawing/2014/main" id="{89A54289-0DA7-4852-9675-041A566FE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9719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B7AA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747" name="bootstrap-middle-14x14-r10-c13">
            <a:extLst xmlns:a="http://schemas.openxmlformats.org/drawingml/2006/main">
              <a:ext uri="{FF2B5EF4-FFF2-40B4-BE49-F238E27FC236}">
                <a16:creationId xmlns:a16="http://schemas.microsoft.com/office/drawing/2014/main" id="{A8FA18B7-BEBA-4171-84AB-F4B3C6096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9719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AB9C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748" name="bootstrap-middle-14x14-r10-c14">
            <a:extLst xmlns:a="http://schemas.openxmlformats.org/drawingml/2006/main">
              <a:ext uri="{FF2B5EF4-FFF2-40B4-BE49-F238E27FC236}">
                <a16:creationId xmlns:a16="http://schemas.microsoft.com/office/drawing/2014/main" id="{AA80A17F-FC5C-48B5-A2EC-64B9A41EE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9719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9F8D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749" name="bootstrap-middle-14x14-r11-c1">
            <a:extLst xmlns:a="http://schemas.openxmlformats.org/drawingml/2006/main">
              <a:ext uri="{FF2B5EF4-FFF2-40B4-BE49-F238E27FC236}">
                <a16:creationId xmlns:a16="http://schemas.microsoft.com/office/drawing/2014/main" id="{1E895BEC-FF19-4C21-B481-A3CEDAFEE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0481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A768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750" name="bootstrap-middle-14x14-r11-c2">
            <a:extLst xmlns:a="http://schemas.openxmlformats.org/drawingml/2006/main">
              <a:ext uri="{FF2B5EF4-FFF2-40B4-BE49-F238E27FC236}">
                <a16:creationId xmlns:a16="http://schemas.microsoft.com/office/drawing/2014/main" id="{CF857325-1A26-46BA-821B-93DC6CE67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0481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995C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751" name="bootstrap-middle-14x14-r11-c3">
            <a:extLst xmlns:a="http://schemas.openxmlformats.org/drawingml/2006/main">
              <a:ext uri="{FF2B5EF4-FFF2-40B4-BE49-F238E27FC236}">
                <a16:creationId xmlns:a16="http://schemas.microsoft.com/office/drawing/2014/main" id="{08CA421E-792F-481B-99B6-17910DE92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0481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8C51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752" name="bootstrap-middle-14x14-r11-c4">
            <a:extLst xmlns:a="http://schemas.openxmlformats.org/drawingml/2006/main">
              <a:ext uri="{FF2B5EF4-FFF2-40B4-BE49-F238E27FC236}">
                <a16:creationId xmlns:a16="http://schemas.microsoft.com/office/drawing/2014/main" id="{0159ACF4-E198-4311-8773-4EAB5CDDB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0481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874D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753" name="bootstrap-middle-14x14-r11-c5">
            <a:extLst xmlns:a="http://schemas.openxmlformats.org/drawingml/2006/main">
              <a:ext uri="{FF2B5EF4-FFF2-40B4-BE49-F238E27FC236}">
                <a16:creationId xmlns:a16="http://schemas.microsoft.com/office/drawing/2014/main" id="{ABB44C90-22E6-4269-8612-F236F3EE4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481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9055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754" name="bootstrap-middle-14x14-r11-c6">
            <a:extLst xmlns:a="http://schemas.openxmlformats.org/drawingml/2006/main">
              <a:ext uri="{FF2B5EF4-FFF2-40B4-BE49-F238E27FC236}">
                <a16:creationId xmlns:a16="http://schemas.microsoft.com/office/drawing/2014/main" id="{44771E23-FA19-4AD9-B401-8E8C4A83F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481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995E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755" name="bootstrap-middle-14x14-r11-c7">
            <a:extLst xmlns:a="http://schemas.openxmlformats.org/drawingml/2006/main">
              <a:ext uri="{FF2B5EF4-FFF2-40B4-BE49-F238E27FC236}">
                <a16:creationId xmlns:a16="http://schemas.microsoft.com/office/drawing/2014/main" id="{4E006F31-6EE6-499C-B1BE-C187CA298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481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9A6C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756" name="bootstrap-middle-14x14-r11-c8">
            <a:extLst xmlns:a="http://schemas.openxmlformats.org/drawingml/2006/main">
              <a:ext uri="{FF2B5EF4-FFF2-40B4-BE49-F238E27FC236}">
                <a16:creationId xmlns:a16="http://schemas.microsoft.com/office/drawing/2014/main" id="{6AC49A6A-7463-4DDD-A5D8-A807FB5C8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481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997B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757" name="bootstrap-middle-14x14-r11-c9">
            <a:extLst xmlns:a="http://schemas.openxmlformats.org/drawingml/2006/main">
              <a:ext uri="{FF2B5EF4-FFF2-40B4-BE49-F238E27FC236}">
                <a16:creationId xmlns:a16="http://schemas.microsoft.com/office/drawing/2014/main" id="{6A98D158-FFDC-4BAB-8F61-C76B4EFA4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481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9F8F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758" name="bootstrap-middle-14x14-r11-c10">
            <a:extLst xmlns:a="http://schemas.openxmlformats.org/drawingml/2006/main">
              <a:ext uri="{FF2B5EF4-FFF2-40B4-BE49-F238E27FC236}">
                <a16:creationId xmlns:a16="http://schemas.microsoft.com/office/drawing/2014/main" id="{29D7C789-9CC5-4204-9919-5FF24BA0D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481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FB5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759" name="bootstrap-middle-14x14-r11-c11">
            <a:extLst xmlns:a="http://schemas.openxmlformats.org/drawingml/2006/main">
              <a:ext uri="{FF2B5EF4-FFF2-40B4-BE49-F238E27FC236}">
                <a16:creationId xmlns:a16="http://schemas.microsoft.com/office/drawing/2014/main" id="{446FC014-6CA8-4F5D-97D1-ADB7E32B0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481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CDD5D9"/>
            </a:solidFill>
            <a:prstDash val="solid"/>
          </a:ln>
        </p:spPr>
      </p:sp>
      <p:sp>
        <p:nvSpPr>
          <p:cNvPr id="760" name="bootstrap-middle-14x14-r11-c12">
            <a:extLst xmlns:a="http://schemas.openxmlformats.org/drawingml/2006/main">
              <a:ext uri="{FF2B5EF4-FFF2-40B4-BE49-F238E27FC236}">
                <a16:creationId xmlns:a16="http://schemas.microsoft.com/office/drawing/2014/main" id="{3FF0A4AD-5633-4838-97AE-23141D68E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0481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D6D0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761" name="bootstrap-middle-14x14-r11-c13">
            <a:extLst xmlns:a="http://schemas.openxmlformats.org/drawingml/2006/main">
              <a:ext uri="{FF2B5EF4-FFF2-40B4-BE49-F238E27FC236}">
                <a16:creationId xmlns:a16="http://schemas.microsoft.com/office/drawing/2014/main" id="{9869BD33-F15C-4F49-8EB0-EB3F8CE53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0481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2A5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762" name="bootstrap-middle-14x14-r11-c14">
            <a:extLst xmlns:a="http://schemas.openxmlformats.org/drawingml/2006/main">
              <a:ext uri="{FF2B5EF4-FFF2-40B4-BE49-F238E27FC236}">
                <a16:creationId xmlns:a16="http://schemas.microsoft.com/office/drawing/2014/main" id="{C13192BA-AC89-41BE-99F3-49D504747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481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8D7A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763" name="bootstrap-middle-14x14-r12-c1">
            <a:extLst xmlns:a="http://schemas.openxmlformats.org/drawingml/2006/main">
              <a:ext uri="{FF2B5EF4-FFF2-40B4-BE49-F238E27FC236}">
                <a16:creationId xmlns:a16="http://schemas.microsoft.com/office/drawing/2014/main" id="{F8184AB7-A86B-401E-B8DF-EB69F744E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1243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85D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764" name="bootstrap-middle-14x14-r12-c2">
            <a:extLst xmlns:a="http://schemas.openxmlformats.org/drawingml/2006/main">
              <a:ext uri="{FF2B5EF4-FFF2-40B4-BE49-F238E27FC236}">
                <a16:creationId xmlns:a16="http://schemas.microsoft.com/office/drawing/2014/main" id="{D9CDFC51-7723-49AC-9AF9-2681FE9A6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1243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9156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765" name="bootstrap-middle-14x14-r12-c3">
            <a:extLst xmlns:a="http://schemas.openxmlformats.org/drawingml/2006/main">
              <a:ext uri="{FF2B5EF4-FFF2-40B4-BE49-F238E27FC236}">
                <a16:creationId xmlns:a16="http://schemas.microsoft.com/office/drawing/2014/main" id="{D92BC3A8-7909-4733-A2B0-F66C42ABB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1243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A50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766" name="bootstrap-middle-14x14-r12-c4">
            <a:extLst xmlns:a="http://schemas.openxmlformats.org/drawingml/2006/main">
              <a:ext uri="{FF2B5EF4-FFF2-40B4-BE49-F238E27FC236}">
                <a16:creationId xmlns:a16="http://schemas.microsoft.com/office/drawing/2014/main" id="{2686FBA5-4015-48F1-B30D-CE3CEFF55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1243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8C51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767" name="bootstrap-middle-14x14-r12-c5">
            <a:extLst xmlns:a="http://schemas.openxmlformats.org/drawingml/2006/main">
              <a:ext uri="{FF2B5EF4-FFF2-40B4-BE49-F238E27FC236}">
                <a16:creationId xmlns:a16="http://schemas.microsoft.com/office/drawing/2014/main" id="{A830228D-CC91-4F0C-94CC-94BBFE5AB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1243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9A5C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768" name="bootstrap-middle-14x14-r12-c6">
            <a:extLst xmlns:a="http://schemas.openxmlformats.org/drawingml/2006/main">
              <a:ext uri="{FF2B5EF4-FFF2-40B4-BE49-F238E27FC236}">
                <a16:creationId xmlns:a16="http://schemas.microsoft.com/office/drawing/2014/main" id="{56C0E6D4-7DA1-4ED5-8036-547B879BF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243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A867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769" name="bootstrap-middle-14x14-r12-c7">
            <a:extLst xmlns:a="http://schemas.openxmlformats.org/drawingml/2006/main">
              <a:ext uri="{FF2B5EF4-FFF2-40B4-BE49-F238E27FC236}">
                <a16:creationId xmlns:a16="http://schemas.microsoft.com/office/drawing/2014/main" id="{A664BCE0-7570-435C-B9BB-9E66BBBA5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1243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370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770" name="bootstrap-middle-14x14-r12-c8">
            <a:extLst xmlns:a="http://schemas.openxmlformats.org/drawingml/2006/main">
              <a:ext uri="{FF2B5EF4-FFF2-40B4-BE49-F238E27FC236}">
                <a16:creationId xmlns:a16="http://schemas.microsoft.com/office/drawing/2014/main" id="{4A3C8592-B153-4BAB-B3FE-8D9BCE920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243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9978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771" name="bootstrap-middle-14x14-r12-c9">
            <a:extLst xmlns:a="http://schemas.openxmlformats.org/drawingml/2006/main">
              <a:ext uri="{FF2B5EF4-FFF2-40B4-BE49-F238E27FC236}">
                <a16:creationId xmlns:a16="http://schemas.microsoft.com/office/drawing/2014/main" id="{30F9D5E9-1A83-48F2-AC27-9DA6A0CE9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243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9785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772" name="bootstrap-middle-14x14-r12-c10">
            <a:extLst xmlns:a="http://schemas.openxmlformats.org/drawingml/2006/main">
              <a:ext uri="{FF2B5EF4-FFF2-40B4-BE49-F238E27FC236}">
                <a16:creationId xmlns:a16="http://schemas.microsoft.com/office/drawing/2014/main" id="{CF8611CC-0F1E-44CC-807B-CA98BD6AB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1243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B7AA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773" name="bootstrap-middle-14x14-r12-c11">
            <a:extLst xmlns:a="http://schemas.openxmlformats.org/drawingml/2006/main">
              <a:ext uri="{FF2B5EF4-FFF2-40B4-BE49-F238E27FC236}">
                <a16:creationId xmlns:a16="http://schemas.microsoft.com/office/drawing/2014/main" id="{EB8EF43A-0838-4200-BBC6-B0DE49AA6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243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D6D0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774" name="bootstrap-middle-14x14-r12-c12">
            <a:extLst xmlns:a="http://schemas.openxmlformats.org/drawingml/2006/main">
              <a:ext uri="{FF2B5EF4-FFF2-40B4-BE49-F238E27FC236}">
                <a16:creationId xmlns:a16="http://schemas.microsoft.com/office/drawing/2014/main" id="{88E87AF4-21B1-4EA3-8011-108A2BC79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243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CDD5D9"/>
            </a:solidFill>
            <a:prstDash val="solid"/>
          </a:ln>
        </p:spPr>
      </p:sp>
      <p:sp>
        <p:nvSpPr>
          <p:cNvPr id="775" name="bootstrap-middle-14x14-r12-c13">
            <a:extLst xmlns:a="http://schemas.openxmlformats.org/drawingml/2006/main">
              <a:ext uri="{FF2B5EF4-FFF2-40B4-BE49-F238E27FC236}">
                <a16:creationId xmlns:a16="http://schemas.microsoft.com/office/drawing/2014/main" id="{614518E2-782E-4D54-940B-4454E2211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1243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BB0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776" name="bootstrap-middle-14x14-r12-c14">
            <a:extLst xmlns:a="http://schemas.openxmlformats.org/drawingml/2006/main">
              <a:ext uri="{FF2B5EF4-FFF2-40B4-BE49-F238E27FC236}">
                <a16:creationId xmlns:a16="http://schemas.microsoft.com/office/drawing/2014/main" id="{F5FFA12B-7FCD-4F2B-B141-E6646E688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243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A293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777" name="bootstrap-middle-14x14-r13-c1">
            <a:extLst xmlns:a="http://schemas.openxmlformats.org/drawingml/2006/main">
              <a:ext uri="{FF2B5EF4-FFF2-40B4-BE49-F238E27FC236}">
                <a16:creationId xmlns:a16="http://schemas.microsoft.com/office/drawing/2014/main" id="{73EAA462-2861-4805-A448-3075F32BF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2005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8B51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778" name="bootstrap-middle-14x14-r13-c2">
            <a:extLst xmlns:a="http://schemas.openxmlformats.org/drawingml/2006/main">
              <a:ext uri="{FF2B5EF4-FFF2-40B4-BE49-F238E27FC236}">
                <a16:creationId xmlns:a16="http://schemas.microsoft.com/office/drawing/2014/main" id="{885828F5-2E37-490A-80CF-4CDE15BE3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2005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8E54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779" name="bootstrap-middle-14x14-r13-c3">
            <a:extLst xmlns:a="http://schemas.openxmlformats.org/drawingml/2006/main">
              <a:ext uri="{FF2B5EF4-FFF2-40B4-BE49-F238E27FC236}">
                <a16:creationId xmlns:a16="http://schemas.microsoft.com/office/drawing/2014/main" id="{5EE774E8-70AF-4F8A-BC1C-EDDF4851F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2005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9156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780" name="bootstrap-middle-14x14-r13-c4">
            <a:extLst xmlns:a="http://schemas.openxmlformats.org/drawingml/2006/main">
              <a:ext uri="{FF2B5EF4-FFF2-40B4-BE49-F238E27FC236}">
                <a16:creationId xmlns:a16="http://schemas.microsoft.com/office/drawing/2014/main" id="{22861757-58D5-46BD-BA9D-59AE8C7C8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2005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995C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781" name="bootstrap-middle-14x14-r13-c5">
            <a:extLst xmlns:a="http://schemas.openxmlformats.org/drawingml/2006/main">
              <a:ext uri="{FF2B5EF4-FFF2-40B4-BE49-F238E27FC236}">
                <a16:creationId xmlns:a16="http://schemas.microsoft.com/office/drawing/2014/main" id="{50DB8D83-E6FA-4A51-AC1E-F612448F7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2005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A967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782" name="bootstrap-middle-14x14-r13-c6">
            <a:extLst xmlns:a="http://schemas.openxmlformats.org/drawingml/2006/main">
              <a:ext uri="{FF2B5EF4-FFF2-40B4-BE49-F238E27FC236}">
                <a16:creationId xmlns:a16="http://schemas.microsoft.com/office/drawing/2014/main" id="{4C17AB50-8676-4D09-9D55-50C99EF8D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005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B971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783" name="bootstrap-middle-14x14-r13-c7">
            <a:extLst xmlns:a="http://schemas.openxmlformats.org/drawingml/2006/main">
              <a:ext uri="{FF2B5EF4-FFF2-40B4-BE49-F238E27FC236}">
                <a16:creationId xmlns:a16="http://schemas.microsoft.com/office/drawing/2014/main" id="{5531359F-098D-45CA-8445-70D177D5F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2005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B47D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784" name="bootstrap-middle-14x14-r13-c8">
            <a:extLst xmlns:a="http://schemas.openxmlformats.org/drawingml/2006/main">
              <a:ext uri="{FF2B5EF4-FFF2-40B4-BE49-F238E27FC236}">
                <a16:creationId xmlns:a16="http://schemas.microsoft.com/office/drawing/2014/main" id="{DBB08D5F-6EF1-4F83-86D0-7F7B4F138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2005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AA88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785" name="bootstrap-middle-14x14-r13-c9">
            <a:extLst xmlns:a="http://schemas.openxmlformats.org/drawingml/2006/main">
              <a:ext uri="{FF2B5EF4-FFF2-40B4-BE49-F238E27FC236}">
                <a16:creationId xmlns:a16="http://schemas.microsoft.com/office/drawing/2014/main" id="{A9D8EA4B-63A3-4392-8B28-AC9B2B0F6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005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A493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786" name="bootstrap-middle-14x14-r13-c10">
            <a:extLst xmlns:a="http://schemas.openxmlformats.org/drawingml/2006/main">
              <a:ext uri="{FF2B5EF4-FFF2-40B4-BE49-F238E27FC236}">
                <a16:creationId xmlns:a16="http://schemas.microsoft.com/office/drawing/2014/main" id="{DA3B30AD-0099-4F5C-B530-02B38ACD3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005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AB9C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787" name="bootstrap-middle-14x14-r13-c11">
            <a:extLst xmlns:a="http://schemas.openxmlformats.org/drawingml/2006/main">
              <a:ext uri="{FF2B5EF4-FFF2-40B4-BE49-F238E27FC236}">
                <a16:creationId xmlns:a16="http://schemas.microsoft.com/office/drawing/2014/main" id="{333C8AFE-0978-466A-A89A-D9CB9D854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005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2A5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788" name="bootstrap-middle-14x14-r13-c12">
            <a:extLst xmlns:a="http://schemas.openxmlformats.org/drawingml/2006/main">
              <a:ext uri="{FF2B5EF4-FFF2-40B4-BE49-F238E27FC236}">
                <a16:creationId xmlns:a16="http://schemas.microsoft.com/office/drawing/2014/main" id="{94A00B40-D245-4C03-9B31-5DDBC605E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2005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BB0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789" name="bootstrap-middle-14x14-r13-c13">
            <a:extLst xmlns:a="http://schemas.openxmlformats.org/drawingml/2006/main">
              <a:ext uri="{FF2B5EF4-FFF2-40B4-BE49-F238E27FC236}">
                <a16:creationId xmlns:a16="http://schemas.microsoft.com/office/drawing/2014/main" id="{23EB5501-04B3-451E-AF22-95BA771C7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2005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CDD5D9"/>
            </a:solidFill>
            <a:prstDash val="solid"/>
          </a:ln>
        </p:spPr>
      </p:sp>
      <p:sp>
        <p:nvSpPr>
          <p:cNvPr id="790" name="bootstrap-middle-14x14-r13-c14">
            <a:extLst xmlns:a="http://schemas.openxmlformats.org/drawingml/2006/main">
              <a:ext uri="{FF2B5EF4-FFF2-40B4-BE49-F238E27FC236}">
                <a16:creationId xmlns:a16="http://schemas.microsoft.com/office/drawing/2014/main" id="{D823B0B3-7428-4CD4-AD00-C16F77954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2005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0C9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791" name="bootstrap-middle-14x14-r14-c1">
            <a:extLst xmlns:a="http://schemas.openxmlformats.org/drawingml/2006/main">
              <a:ext uri="{FF2B5EF4-FFF2-40B4-BE49-F238E27FC236}">
                <a16:creationId xmlns:a16="http://schemas.microsoft.com/office/drawing/2014/main" id="{0EF4AE7F-9BD8-434D-BC39-93189C4A0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2767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45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792" name="bootstrap-middle-14x14-r14-c2">
            <a:extLst xmlns:a="http://schemas.openxmlformats.org/drawingml/2006/main">
              <a:ext uri="{FF2B5EF4-FFF2-40B4-BE49-F238E27FC236}">
                <a16:creationId xmlns:a16="http://schemas.microsoft.com/office/drawing/2014/main" id="{93EC6B58-B1D9-4574-89BE-5D26C923A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2767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8B51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793" name="bootstrap-middle-14x14-r14-c3">
            <a:extLst xmlns:a="http://schemas.openxmlformats.org/drawingml/2006/main">
              <a:ext uri="{FF2B5EF4-FFF2-40B4-BE49-F238E27FC236}">
                <a16:creationId xmlns:a16="http://schemas.microsoft.com/office/drawing/2014/main" id="{C9DA2388-3467-453E-800D-6C4657B17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2767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85D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794" name="bootstrap-middle-14x14-r14-c4">
            <a:extLst xmlns:a="http://schemas.openxmlformats.org/drawingml/2006/main">
              <a:ext uri="{FF2B5EF4-FFF2-40B4-BE49-F238E27FC236}">
                <a16:creationId xmlns:a16="http://schemas.microsoft.com/office/drawing/2014/main" id="{3C3B9C2B-E29F-4A07-ADC1-3B08DADBA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2767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A768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795" name="bootstrap-middle-14x14-r14-c5">
            <a:extLst xmlns:a="http://schemas.openxmlformats.org/drawingml/2006/main">
              <a:ext uri="{FF2B5EF4-FFF2-40B4-BE49-F238E27FC236}">
                <a16:creationId xmlns:a16="http://schemas.microsoft.com/office/drawing/2014/main" id="{6A0DD17B-2400-4FF4-8363-37540FAC4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2767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B971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796" name="bootstrap-middle-14x14-r14-c6">
            <a:extLst xmlns:a="http://schemas.openxmlformats.org/drawingml/2006/main">
              <a:ext uri="{FF2B5EF4-FFF2-40B4-BE49-F238E27FC236}">
                <a16:creationId xmlns:a16="http://schemas.microsoft.com/office/drawing/2014/main" id="{8C7CD98A-6CCC-4245-92EE-5E9C95775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767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CA7B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797" name="bootstrap-middle-14x14-r14-c7">
            <a:extLst xmlns:a="http://schemas.openxmlformats.org/drawingml/2006/main">
              <a:ext uri="{FF2B5EF4-FFF2-40B4-BE49-F238E27FC236}">
                <a16:creationId xmlns:a16="http://schemas.microsoft.com/office/drawing/2014/main" id="{53FEE650-3687-4EB7-AFCD-FE65C9DAA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2767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C689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798" name="bootstrap-middle-14x14-r14-c8">
            <a:extLst xmlns:a="http://schemas.openxmlformats.org/drawingml/2006/main">
              <a:ext uri="{FF2B5EF4-FFF2-40B4-BE49-F238E27FC236}">
                <a16:creationId xmlns:a16="http://schemas.microsoft.com/office/drawing/2014/main" id="{8EAE9210-68DC-49B0-9CD8-04D2ADD21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2767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BC99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799" name="bootstrap-middle-14x14-r14-c9">
            <a:extLst xmlns:a="http://schemas.openxmlformats.org/drawingml/2006/main">
              <a:ext uri="{FF2B5EF4-FFF2-40B4-BE49-F238E27FC236}">
                <a16:creationId xmlns:a16="http://schemas.microsoft.com/office/drawing/2014/main" id="{D1D3A729-B35A-4060-B408-DDDC78B86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767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0A1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800" name="bootstrap-middle-14x14-r14-c10">
            <a:extLst xmlns:a="http://schemas.openxmlformats.org/drawingml/2006/main">
              <a:ext uri="{FF2B5EF4-FFF2-40B4-BE49-F238E27FC236}">
                <a16:creationId xmlns:a16="http://schemas.microsoft.com/office/drawing/2014/main" id="{B5B2A942-01CF-4E06-94D3-C3023CE8D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767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9F8D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801" name="bootstrap-middle-14x14-r14-c11">
            <a:extLst xmlns:a="http://schemas.openxmlformats.org/drawingml/2006/main">
              <a:ext uri="{FF2B5EF4-FFF2-40B4-BE49-F238E27FC236}">
                <a16:creationId xmlns:a16="http://schemas.microsoft.com/office/drawing/2014/main" id="{E53B7AAD-527F-422C-BB9B-C3C7AED7F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767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8D7A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802" name="bootstrap-middle-14x14-r14-c12">
            <a:extLst xmlns:a="http://schemas.openxmlformats.org/drawingml/2006/main">
              <a:ext uri="{FF2B5EF4-FFF2-40B4-BE49-F238E27FC236}">
                <a16:creationId xmlns:a16="http://schemas.microsoft.com/office/drawing/2014/main" id="{9A94B1B8-FBB4-4EC0-AAB0-F5C35EBB8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2767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A293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803" name="bootstrap-middle-14x14-r14-c13">
            <a:extLst xmlns:a="http://schemas.openxmlformats.org/drawingml/2006/main">
              <a:ext uri="{FF2B5EF4-FFF2-40B4-BE49-F238E27FC236}">
                <a16:creationId xmlns:a16="http://schemas.microsoft.com/office/drawing/2014/main" id="{ABB257DD-6BD9-4694-B744-F163C1F8D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2767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0C9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804" name="bootstrap-middle-14x14-r14-c14">
            <a:extLst xmlns:a="http://schemas.openxmlformats.org/drawingml/2006/main">
              <a:ext uri="{FF2B5EF4-FFF2-40B4-BE49-F238E27FC236}">
                <a16:creationId xmlns:a16="http://schemas.microsoft.com/office/drawing/2014/main" id="{0BFA2A80-C224-470A-AAAB-AFC7EC492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27672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CDD5D9"/>
            </a:solidFill>
            <a:prstDash val="solid"/>
          </a:ln>
        </p:spPr>
      </p:sp>
      <p:sp>
        <p:nvSpPr>
          <p:cNvPr id="805" name="bootstrap-bottom-14x14-r1-c1">
            <a:extLst xmlns:a="http://schemas.openxmlformats.org/drawingml/2006/main">
              <a:ext uri="{FF2B5EF4-FFF2-40B4-BE49-F238E27FC236}">
                <a16:creationId xmlns:a16="http://schemas.microsoft.com/office/drawing/2014/main" id="{ABA46087-D0D3-4EDD-863F-55C7518AA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9053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CDD5D9"/>
            </a:solidFill>
            <a:prstDash val="solid"/>
          </a:ln>
        </p:spPr>
      </p:sp>
      <p:sp>
        <p:nvSpPr>
          <p:cNvPr id="806" name="bootstrap-bottom-14x14-r1-c2">
            <a:extLst xmlns:a="http://schemas.openxmlformats.org/drawingml/2006/main">
              <a:ext uri="{FF2B5EF4-FFF2-40B4-BE49-F238E27FC236}">
                <a16:creationId xmlns:a16="http://schemas.microsoft.com/office/drawing/2014/main" id="{25E037F9-E980-4A6E-A97D-24A3469C6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9053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9E3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807" name="bootstrap-bottom-14x14-r1-c3">
            <a:extLst xmlns:a="http://schemas.openxmlformats.org/drawingml/2006/main">
              <a:ext uri="{FF2B5EF4-FFF2-40B4-BE49-F238E27FC236}">
                <a16:creationId xmlns:a16="http://schemas.microsoft.com/office/drawing/2014/main" id="{06F9CA29-97D2-4417-923B-0DE7CFF0B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9053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B4C6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808" name="bootstrap-bottom-14x14-r1-c4">
            <a:extLst xmlns:a="http://schemas.openxmlformats.org/drawingml/2006/main">
              <a:ext uri="{FF2B5EF4-FFF2-40B4-BE49-F238E27FC236}">
                <a16:creationId xmlns:a16="http://schemas.microsoft.com/office/drawing/2014/main" id="{D44B8E75-B456-4218-89B8-F32FC0549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9053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A3BB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809" name="bootstrap-bottom-14x14-r1-c5">
            <a:extLst xmlns:a="http://schemas.openxmlformats.org/drawingml/2006/main">
              <a:ext uri="{FF2B5EF4-FFF2-40B4-BE49-F238E27FC236}">
                <a16:creationId xmlns:a16="http://schemas.microsoft.com/office/drawing/2014/main" id="{1AF2DCB9-07C8-4CD6-BCA6-A287CDFA2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9053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B3C9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810" name="bootstrap-bottom-14x14-r1-c6">
            <a:extLst xmlns:a="http://schemas.openxmlformats.org/drawingml/2006/main">
              <a:ext uri="{FF2B5EF4-FFF2-40B4-BE49-F238E27FC236}">
                <a16:creationId xmlns:a16="http://schemas.microsoft.com/office/drawing/2014/main" id="{FDEBA39E-B2CB-486F-AA62-EAA64236C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9053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C2D7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811" name="bootstrap-bottom-14x14-r1-c7">
            <a:extLst xmlns:a="http://schemas.openxmlformats.org/drawingml/2006/main">
              <a:ext uri="{FF2B5EF4-FFF2-40B4-BE49-F238E27FC236}">
                <a16:creationId xmlns:a16="http://schemas.microsoft.com/office/drawing/2014/main" id="{14E1D91F-0A54-41FD-86B3-C09E90BDB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9053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C0CA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812" name="bootstrap-bottom-14x14-r1-c8">
            <a:extLst xmlns:a="http://schemas.openxmlformats.org/drawingml/2006/main">
              <a:ext uri="{FF2B5EF4-FFF2-40B4-BE49-F238E27FC236}">
                <a16:creationId xmlns:a16="http://schemas.microsoft.com/office/drawing/2014/main" id="{8FE76CA5-DC3E-48AF-A25D-515E3ADD7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9053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B9B5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813" name="bootstrap-bottom-14x14-r1-c9">
            <a:extLst xmlns:a="http://schemas.openxmlformats.org/drawingml/2006/main">
              <a:ext uri="{FF2B5EF4-FFF2-40B4-BE49-F238E27FC236}">
                <a16:creationId xmlns:a16="http://schemas.microsoft.com/office/drawing/2014/main" id="{666A5585-0A7F-4C96-912B-937A161A0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053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0A1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814" name="bootstrap-bottom-14x14-r1-c10">
            <a:extLst xmlns:a="http://schemas.openxmlformats.org/drawingml/2006/main">
              <a:ext uri="{FF2B5EF4-FFF2-40B4-BE49-F238E27FC236}">
                <a16:creationId xmlns:a16="http://schemas.microsoft.com/office/drawing/2014/main" id="{7F549EF5-4E75-4EDF-8BD9-BFAC6218A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9053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9F8D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815" name="bootstrap-bottom-14x14-r1-c11">
            <a:extLst xmlns:a="http://schemas.openxmlformats.org/drawingml/2006/main">
              <a:ext uri="{FF2B5EF4-FFF2-40B4-BE49-F238E27FC236}">
                <a16:creationId xmlns:a16="http://schemas.microsoft.com/office/drawing/2014/main" id="{9E21A29E-6DF9-4610-B686-779729FE6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053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8D7A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816" name="bootstrap-bottom-14x14-r1-c12">
            <a:extLst xmlns:a="http://schemas.openxmlformats.org/drawingml/2006/main">
              <a:ext uri="{FF2B5EF4-FFF2-40B4-BE49-F238E27FC236}">
                <a16:creationId xmlns:a16="http://schemas.microsoft.com/office/drawing/2014/main" id="{DA76764C-9A83-44BA-9DB1-E5AA012C6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9053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7C69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817" name="bootstrap-bottom-14x14-r1-c13">
            <a:extLst xmlns:a="http://schemas.openxmlformats.org/drawingml/2006/main">
              <a:ext uri="{FF2B5EF4-FFF2-40B4-BE49-F238E27FC236}">
                <a16:creationId xmlns:a16="http://schemas.microsoft.com/office/drawing/2014/main" id="{54860BB1-8754-4B6B-B66A-DE2BB634E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9053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6B5B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818" name="bootstrap-bottom-14x14-r1-c14">
            <a:extLst xmlns:a="http://schemas.openxmlformats.org/drawingml/2006/main">
              <a:ext uri="{FF2B5EF4-FFF2-40B4-BE49-F238E27FC236}">
                <a16:creationId xmlns:a16="http://schemas.microsoft.com/office/drawing/2014/main" id="{6A5A0F5C-32C5-45AE-942A-3BA2E099C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9053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A4D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819" name="bootstrap-bottom-14x14-r2-c1">
            <a:extLst xmlns:a="http://schemas.openxmlformats.org/drawingml/2006/main">
              <a:ext uri="{FF2B5EF4-FFF2-40B4-BE49-F238E27FC236}">
                <a16:creationId xmlns:a16="http://schemas.microsoft.com/office/drawing/2014/main" id="{5FFF66A2-3A3F-4BBD-B02D-FA4D6D71E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9815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9E3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820" name="bootstrap-bottom-14x14-r2-c2">
            <a:extLst xmlns:a="http://schemas.openxmlformats.org/drawingml/2006/main">
              <a:ext uri="{FF2B5EF4-FFF2-40B4-BE49-F238E27FC236}">
                <a16:creationId xmlns:a16="http://schemas.microsoft.com/office/drawing/2014/main" id="{AC20925D-80B4-487D-99DA-2A1FB7E7F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9815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CDD5D9"/>
            </a:solidFill>
            <a:prstDash val="solid"/>
          </a:ln>
        </p:spPr>
      </p:sp>
      <p:sp>
        <p:nvSpPr>
          <p:cNvPr id="821" name="bootstrap-bottom-14x14-r2-c3">
            <a:extLst xmlns:a="http://schemas.openxmlformats.org/drawingml/2006/main">
              <a:ext uri="{FF2B5EF4-FFF2-40B4-BE49-F238E27FC236}">
                <a16:creationId xmlns:a16="http://schemas.microsoft.com/office/drawing/2014/main" id="{C774C033-94E6-4D77-8AD3-A646C9908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9815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8D5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822" name="bootstrap-bottom-14x14-r2-c4">
            <a:extLst xmlns:a="http://schemas.openxmlformats.org/drawingml/2006/main">
              <a:ext uri="{FF2B5EF4-FFF2-40B4-BE49-F238E27FC236}">
                <a16:creationId xmlns:a16="http://schemas.microsoft.com/office/drawing/2014/main" id="{92494511-F6AE-4AE6-8D80-E2E7DF520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9815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C1D1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823" name="bootstrap-bottom-14x14-r2-c5">
            <a:extLst xmlns:a="http://schemas.openxmlformats.org/drawingml/2006/main">
              <a:ext uri="{FF2B5EF4-FFF2-40B4-BE49-F238E27FC236}">
                <a16:creationId xmlns:a16="http://schemas.microsoft.com/office/drawing/2014/main" id="{C8FDEF88-345A-4A37-A150-C8F252B74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9815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BCCE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824" name="bootstrap-bottom-14x14-r2-c6">
            <a:extLst xmlns:a="http://schemas.openxmlformats.org/drawingml/2006/main">
              <a:ext uri="{FF2B5EF4-FFF2-40B4-BE49-F238E27FC236}">
                <a16:creationId xmlns:a16="http://schemas.microsoft.com/office/drawing/2014/main" id="{21009854-51FE-433F-9E38-59AF4E83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9815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B7CC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825" name="bootstrap-bottom-14x14-r2-c7">
            <a:extLst xmlns:a="http://schemas.openxmlformats.org/drawingml/2006/main">
              <a:ext uri="{FF2B5EF4-FFF2-40B4-BE49-F238E27FC236}">
                <a16:creationId xmlns:a16="http://schemas.microsoft.com/office/drawing/2014/main" id="{EFBE8F8E-EFFB-4B6F-86B4-8B764C20C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9815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B0BA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826" name="bootstrap-bottom-14x14-r2-c8">
            <a:extLst xmlns:a="http://schemas.openxmlformats.org/drawingml/2006/main">
              <a:ext uri="{FF2B5EF4-FFF2-40B4-BE49-F238E27FC236}">
                <a16:creationId xmlns:a16="http://schemas.microsoft.com/office/drawing/2014/main" id="{C467ED05-F359-4AA6-9D6F-65AE2F34B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9815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8A3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827" name="bootstrap-bottom-14x14-r2-c9">
            <a:extLst xmlns:a="http://schemas.openxmlformats.org/drawingml/2006/main">
              <a:ext uri="{FF2B5EF4-FFF2-40B4-BE49-F238E27FC236}">
                <a16:creationId xmlns:a16="http://schemas.microsoft.com/office/drawing/2014/main" id="{832CC705-91E3-40C6-8AD1-5A0DA5E54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815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9F8E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828" name="bootstrap-bottom-14x14-r2-c10">
            <a:extLst xmlns:a="http://schemas.openxmlformats.org/drawingml/2006/main">
              <a:ext uri="{FF2B5EF4-FFF2-40B4-BE49-F238E27FC236}">
                <a16:creationId xmlns:a16="http://schemas.microsoft.com/office/drawing/2014/main" id="{15FDB6F9-1D6D-499D-A133-6C17B6848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9815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8D7C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829" name="bootstrap-bottom-14x14-r2-c11">
            <a:extLst xmlns:a="http://schemas.openxmlformats.org/drawingml/2006/main">
              <a:ext uri="{FF2B5EF4-FFF2-40B4-BE49-F238E27FC236}">
                <a16:creationId xmlns:a16="http://schemas.microsoft.com/office/drawing/2014/main" id="{6C20EAD0-CDA0-4FAF-AA7B-15A8D4B16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815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C6B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830" name="bootstrap-bottom-14x14-r2-c12">
            <a:extLst xmlns:a="http://schemas.openxmlformats.org/drawingml/2006/main">
              <a:ext uri="{FF2B5EF4-FFF2-40B4-BE49-F238E27FC236}">
                <a16:creationId xmlns:a16="http://schemas.microsoft.com/office/drawing/2014/main" id="{0074CF08-B9AF-40D2-98A7-BB2D0C5DB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9815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7362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831" name="bootstrap-bottom-14x14-r2-c13">
            <a:extLst xmlns:a="http://schemas.openxmlformats.org/drawingml/2006/main">
              <a:ext uri="{FF2B5EF4-FFF2-40B4-BE49-F238E27FC236}">
                <a16:creationId xmlns:a16="http://schemas.microsoft.com/office/drawing/2014/main" id="{616F4DF9-C050-4D21-86DA-7FB8E8CA1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9815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6F5F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832" name="bootstrap-bottom-14x14-r2-c14">
            <a:extLst xmlns:a="http://schemas.openxmlformats.org/drawingml/2006/main">
              <a:ext uri="{FF2B5EF4-FFF2-40B4-BE49-F238E27FC236}">
                <a16:creationId xmlns:a16="http://schemas.microsoft.com/office/drawing/2014/main" id="{0D9BA7F7-9FDE-4357-BD67-BB50C5E78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9815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6B5B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833" name="bootstrap-bottom-14x14-r3-c1">
            <a:extLst xmlns:a="http://schemas.openxmlformats.org/drawingml/2006/main">
              <a:ext uri="{FF2B5EF4-FFF2-40B4-BE49-F238E27FC236}">
                <a16:creationId xmlns:a16="http://schemas.microsoft.com/office/drawing/2014/main" id="{467F463A-E142-4654-AE63-D72040C3C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577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B4C6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834" name="bootstrap-bottom-14x14-r3-c2">
            <a:extLst xmlns:a="http://schemas.openxmlformats.org/drawingml/2006/main">
              <a:ext uri="{FF2B5EF4-FFF2-40B4-BE49-F238E27FC236}">
                <a16:creationId xmlns:a16="http://schemas.microsoft.com/office/drawing/2014/main" id="{54658559-D0FA-480D-9EC3-7484665BC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0577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8D5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835" name="bootstrap-bottom-14x14-r3-c3">
            <a:extLst xmlns:a="http://schemas.openxmlformats.org/drawingml/2006/main">
              <a:ext uri="{FF2B5EF4-FFF2-40B4-BE49-F238E27FC236}">
                <a16:creationId xmlns:a16="http://schemas.microsoft.com/office/drawing/2014/main" id="{D03E7828-9DDC-4FD8-93AE-3897EA39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0577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CDD5D9"/>
            </a:solidFill>
            <a:prstDash val="solid"/>
          </a:ln>
        </p:spPr>
      </p:sp>
      <p:sp>
        <p:nvSpPr>
          <p:cNvPr id="836" name="bootstrap-bottom-14x14-r3-c4">
            <a:extLst xmlns:a="http://schemas.openxmlformats.org/drawingml/2006/main">
              <a:ext uri="{FF2B5EF4-FFF2-40B4-BE49-F238E27FC236}">
                <a16:creationId xmlns:a16="http://schemas.microsoft.com/office/drawing/2014/main" id="{12FB8118-CBFB-46C1-9E67-0F21B11B3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577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DEE6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837" name="bootstrap-bottom-14x14-r3-c5">
            <a:extLst xmlns:a="http://schemas.openxmlformats.org/drawingml/2006/main">
              <a:ext uri="{FF2B5EF4-FFF2-40B4-BE49-F238E27FC236}">
                <a16:creationId xmlns:a16="http://schemas.microsoft.com/office/drawing/2014/main" id="{1968E875-D716-4877-97E2-C155F98AD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0577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C5D4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838" name="bootstrap-bottom-14x14-r3-c6">
            <a:extLst xmlns:a="http://schemas.openxmlformats.org/drawingml/2006/main">
              <a:ext uri="{FF2B5EF4-FFF2-40B4-BE49-F238E27FC236}">
                <a16:creationId xmlns:a16="http://schemas.microsoft.com/office/drawing/2014/main" id="{5F93F551-1CBE-4522-AAAB-D005D3EE8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0577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ABC1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839" name="bootstrap-bottom-14x14-r3-c7">
            <a:extLst xmlns:a="http://schemas.openxmlformats.org/drawingml/2006/main">
              <a:ext uri="{FF2B5EF4-FFF2-40B4-BE49-F238E27FC236}">
                <a16:creationId xmlns:a16="http://schemas.microsoft.com/office/drawing/2014/main" id="{A1C6DC07-B38E-4F5A-B8EC-E7574829F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0577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A0AA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840" name="bootstrap-bottom-14x14-r3-c8">
            <a:extLst xmlns:a="http://schemas.openxmlformats.org/drawingml/2006/main">
              <a:ext uri="{FF2B5EF4-FFF2-40B4-BE49-F238E27FC236}">
                <a16:creationId xmlns:a16="http://schemas.microsoft.com/office/drawing/2014/main" id="{1CB8D4CA-EDD4-4DD7-BA7C-B4A8B26EF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0577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9791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841" name="bootstrap-bottom-14x14-r3-c9">
            <a:extLst xmlns:a="http://schemas.openxmlformats.org/drawingml/2006/main">
              <a:ext uri="{FF2B5EF4-FFF2-40B4-BE49-F238E27FC236}">
                <a16:creationId xmlns:a16="http://schemas.microsoft.com/office/drawing/2014/main" id="{5AFF4B91-0F6B-4045-8569-A156E3DF2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0577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D7B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842" name="bootstrap-bottom-14x14-r3-c10">
            <a:extLst xmlns:a="http://schemas.openxmlformats.org/drawingml/2006/main">
              <a:ext uri="{FF2B5EF4-FFF2-40B4-BE49-F238E27FC236}">
                <a16:creationId xmlns:a16="http://schemas.microsoft.com/office/drawing/2014/main" id="{23E1F89A-3347-46FE-A097-CD72609C3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577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7C6B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843" name="bootstrap-bottom-14x14-r3-c11">
            <a:extLst xmlns:a="http://schemas.openxmlformats.org/drawingml/2006/main">
              <a:ext uri="{FF2B5EF4-FFF2-40B4-BE49-F238E27FC236}">
                <a16:creationId xmlns:a16="http://schemas.microsoft.com/office/drawing/2014/main" id="{616D9A2D-130F-40AF-AFE3-93A4C3045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577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6B5C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844" name="bootstrap-bottom-14x14-r3-c12">
            <a:extLst xmlns:a="http://schemas.openxmlformats.org/drawingml/2006/main">
              <a:ext uri="{FF2B5EF4-FFF2-40B4-BE49-F238E27FC236}">
                <a16:creationId xmlns:a16="http://schemas.microsoft.com/office/drawing/2014/main" id="{14080573-4EAB-40AF-8181-A0F1070B9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0577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A5A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845" name="bootstrap-bottom-14x14-r3-c13">
            <a:extLst xmlns:a="http://schemas.openxmlformats.org/drawingml/2006/main">
              <a:ext uri="{FF2B5EF4-FFF2-40B4-BE49-F238E27FC236}">
                <a16:creationId xmlns:a16="http://schemas.microsoft.com/office/drawing/2014/main" id="{BD39763A-FA29-4754-945A-954720602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0577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7362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846" name="bootstrap-bottom-14x14-r3-c14">
            <a:extLst xmlns:a="http://schemas.openxmlformats.org/drawingml/2006/main">
              <a:ext uri="{FF2B5EF4-FFF2-40B4-BE49-F238E27FC236}">
                <a16:creationId xmlns:a16="http://schemas.microsoft.com/office/drawing/2014/main" id="{566C6B9F-37C2-454F-9362-AE2595774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0577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7C69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847" name="bootstrap-bottom-14x14-r4-c1">
            <a:extLst xmlns:a="http://schemas.openxmlformats.org/drawingml/2006/main">
              <a:ext uri="{FF2B5EF4-FFF2-40B4-BE49-F238E27FC236}">
                <a16:creationId xmlns:a16="http://schemas.microsoft.com/office/drawing/2014/main" id="{254F4F45-71FD-4D48-8679-F608A0A3D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1339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A3BB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848" name="bootstrap-bottom-14x14-r4-c2">
            <a:extLst xmlns:a="http://schemas.openxmlformats.org/drawingml/2006/main">
              <a:ext uri="{FF2B5EF4-FFF2-40B4-BE49-F238E27FC236}">
                <a16:creationId xmlns:a16="http://schemas.microsoft.com/office/drawing/2014/main" id="{040A8750-4E08-4CE1-8C89-EC1104858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1339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C1D1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849" name="bootstrap-bottom-14x14-r4-c3">
            <a:extLst xmlns:a="http://schemas.openxmlformats.org/drawingml/2006/main">
              <a:ext uri="{FF2B5EF4-FFF2-40B4-BE49-F238E27FC236}">
                <a16:creationId xmlns:a16="http://schemas.microsoft.com/office/drawing/2014/main" id="{6D87D605-971D-4890-A8A4-A9D055623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1339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DEE6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850" name="bootstrap-bottom-14x14-r4-c4">
            <a:extLst xmlns:a="http://schemas.openxmlformats.org/drawingml/2006/main">
              <a:ext uri="{FF2B5EF4-FFF2-40B4-BE49-F238E27FC236}">
                <a16:creationId xmlns:a16="http://schemas.microsoft.com/office/drawing/2014/main" id="{FC0F3508-6D11-49B5-849B-928A560E3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1339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CDD5D9"/>
            </a:solidFill>
            <a:prstDash val="solid"/>
          </a:ln>
        </p:spPr>
      </p:sp>
      <p:sp>
        <p:nvSpPr>
          <p:cNvPr id="851" name="bootstrap-bottom-14x14-r4-c5">
            <a:extLst xmlns:a="http://schemas.openxmlformats.org/drawingml/2006/main">
              <a:ext uri="{FF2B5EF4-FFF2-40B4-BE49-F238E27FC236}">
                <a16:creationId xmlns:a16="http://schemas.microsoft.com/office/drawing/2014/main" id="{CE031BA5-9CA4-4E97-AB29-BD4B1C8B8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1339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CBD8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852" name="bootstrap-bottom-14x14-r4-c6">
            <a:extLst xmlns:a="http://schemas.openxmlformats.org/drawingml/2006/main">
              <a:ext uri="{FF2B5EF4-FFF2-40B4-BE49-F238E27FC236}">
                <a16:creationId xmlns:a16="http://schemas.microsoft.com/office/drawing/2014/main" id="{963ADB2E-F256-4A26-9A54-70E61AF4D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1339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B1C4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853" name="bootstrap-bottom-14x14-r4-c7">
            <a:extLst xmlns:a="http://schemas.openxmlformats.org/drawingml/2006/main">
              <a:ext uri="{FF2B5EF4-FFF2-40B4-BE49-F238E27FC236}">
                <a16:creationId xmlns:a16="http://schemas.microsoft.com/office/drawing/2014/main" id="{C28ECC1E-AA57-4FF8-921E-494EB7F94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1339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9EA7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854" name="bootstrap-bottom-14x14-r4-c8">
            <a:extLst xmlns:a="http://schemas.openxmlformats.org/drawingml/2006/main">
              <a:ext uri="{FF2B5EF4-FFF2-40B4-BE49-F238E27FC236}">
                <a16:creationId xmlns:a16="http://schemas.microsoft.com/office/drawing/2014/main" id="{03DF52ED-EACA-4CF3-AA6C-52857B3CD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1339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8D86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855" name="bootstrap-bottom-14x14-r4-c9">
            <a:extLst xmlns:a="http://schemas.openxmlformats.org/drawingml/2006/main">
              <a:ext uri="{FF2B5EF4-FFF2-40B4-BE49-F238E27FC236}">
                <a16:creationId xmlns:a16="http://schemas.microsoft.com/office/drawing/2014/main" id="{24DA0A45-DAD5-4AFE-A9D5-69839E744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1339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7D6A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856" name="bootstrap-bottom-14x14-r4-c10">
            <a:extLst xmlns:a="http://schemas.openxmlformats.org/drawingml/2006/main">
              <a:ext uri="{FF2B5EF4-FFF2-40B4-BE49-F238E27FC236}">
                <a16:creationId xmlns:a16="http://schemas.microsoft.com/office/drawing/2014/main" id="{D9F06E0C-6563-4783-9B0A-31C366D50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1339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7160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857" name="bootstrap-bottom-14x14-r4-c11">
            <a:extLst xmlns:a="http://schemas.openxmlformats.org/drawingml/2006/main">
              <a:ext uri="{FF2B5EF4-FFF2-40B4-BE49-F238E27FC236}">
                <a16:creationId xmlns:a16="http://schemas.microsoft.com/office/drawing/2014/main" id="{E9B81C01-4298-4C48-B5AE-4CA8C2B33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1339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6557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858" name="bootstrap-bottom-14x14-r4-c12">
            <a:extLst xmlns:a="http://schemas.openxmlformats.org/drawingml/2006/main">
              <a:ext uri="{FF2B5EF4-FFF2-40B4-BE49-F238E27FC236}">
                <a16:creationId xmlns:a16="http://schemas.microsoft.com/office/drawing/2014/main" id="{CE6D3C13-ED55-459F-9C3A-C913321C1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1339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6B5C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859" name="bootstrap-bottom-14x14-r4-c13">
            <a:extLst xmlns:a="http://schemas.openxmlformats.org/drawingml/2006/main">
              <a:ext uri="{FF2B5EF4-FFF2-40B4-BE49-F238E27FC236}">
                <a16:creationId xmlns:a16="http://schemas.microsoft.com/office/drawing/2014/main" id="{DCEAD0B2-A130-4F4D-8CA4-7FECB7AD0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1339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C6B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860" name="bootstrap-bottom-14x14-r4-c14">
            <a:extLst xmlns:a="http://schemas.openxmlformats.org/drawingml/2006/main">
              <a:ext uri="{FF2B5EF4-FFF2-40B4-BE49-F238E27FC236}">
                <a16:creationId xmlns:a16="http://schemas.microsoft.com/office/drawing/2014/main" id="{E821DDFE-D6EA-4723-99FA-171F6E7EF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1339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8D7A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861" name="bootstrap-bottom-14x14-r5-c1">
            <a:extLst xmlns:a="http://schemas.openxmlformats.org/drawingml/2006/main">
              <a:ext uri="{FF2B5EF4-FFF2-40B4-BE49-F238E27FC236}">
                <a16:creationId xmlns:a16="http://schemas.microsoft.com/office/drawing/2014/main" id="{00FDBCD2-8942-4DBB-A6C0-658CAF7F9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2101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B3C9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862" name="bootstrap-bottom-14x14-r5-c2">
            <a:extLst xmlns:a="http://schemas.openxmlformats.org/drawingml/2006/main">
              <a:ext uri="{FF2B5EF4-FFF2-40B4-BE49-F238E27FC236}">
                <a16:creationId xmlns:a16="http://schemas.microsoft.com/office/drawing/2014/main" id="{D3A8D02E-A35E-41D0-89C5-B2EC09AC6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2101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BCCE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863" name="bootstrap-bottom-14x14-r5-c3">
            <a:extLst xmlns:a="http://schemas.openxmlformats.org/drawingml/2006/main">
              <a:ext uri="{FF2B5EF4-FFF2-40B4-BE49-F238E27FC236}">
                <a16:creationId xmlns:a16="http://schemas.microsoft.com/office/drawing/2014/main" id="{46C05831-B5B9-4A67-A71A-833FCFE7D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2101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C5D4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864" name="bootstrap-bottom-14x14-r5-c4">
            <a:extLst xmlns:a="http://schemas.openxmlformats.org/drawingml/2006/main">
              <a:ext uri="{FF2B5EF4-FFF2-40B4-BE49-F238E27FC236}">
                <a16:creationId xmlns:a16="http://schemas.microsoft.com/office/drawing/2014/main" id="{B383E504-5C4C-48F4-9B88-98BA0AB45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2101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CBD8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865" name="bootstrap-bottom-14x14-r5-c5">
            <a:extLst xmlns:a="http://schemas.openxmlformats.org/drawingml/2006/main">
              <a:ext uri="{FF2B5EF4-FFF2-40B4-BE49-F238E27FC236}">
                <a16:creationId xmlns:a16="http://schemas.microsoft.com/office/drawing/2014/main" id="{96CB5182-BAE4-42AF-AD3A-9C928D72C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2101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CDD5D9"/>
            </a:solidFill>
            <a:prstDash val="solid"/>
          </a:ln>
        </p:spPr>
      </p:sp>
      <p:sp>
        <p:nvSpPr>
          <p:cNvPr id="866" name="bootstrap-bottom-14x14-r5-c6">
            <a:extLst xmlns:a="http://schemas.openxmlformats.org/drawingml/2006/main">
              <a:ext uri="{FF2B5EF4-FFF2-40B4-BE49-F238E27FC236}">
                <a16:creationId xmlns:a16="http://schemas.microsoft.com/office/drawing/2014/main" id="{E47B76E2-2D24-4DF7-99A7-E8F065CD8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101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D1DC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867" name="bootstrap-bottom-14x14-r5-c7">
            <a:extLst xmlns:a="http://schemas.openxmlformats.org/drawingml/2006/main">
              <a:ext uri="{FF2B5EF4-FFF2-40B4-BE49-F238E27FC236}">
                <a16:creationId xmlns:a16="http://schemas.microsoft.com/office/drawing/2014/main" id="{C42C873F-5E63-421E-8B8E-0837F0A36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2101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3B6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868" name="bootstrap-bottom-14x14-r5-c8">
            <a:extLst xmlns:a="http://schemas.openxmlformats.org/drawingml/2006/main">
              <a:ext uri="{FF2B5EF4-FFF2-40B4-BE49-F238E27FC236}">
                <a16:creationId xmlns:a16="http://schemas.microsoft.com/office/drawing/2014/main" id="{3A67EEEB-9CD6-43A6-A8E1-3B857E84C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2101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8D85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869" name="bootstrap-bottom-14x14-r5-c9">
            <a:extLst xmlns:a="http://schemas.openxmlformats.org/drawingml/2006/main">
              <a:ext uri="{FF2B5EF4-FFF2-40B4-BE49-F238E27FC236}">
                <a16:creationId xmlns:a16="http://schemas.microsoft.com/office/drawing/2014/main" id="{1E7143F8-724E-4410-9D4B-67EC557A2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2101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6F5E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870" name="bootstrap-bottom-14x14-r5-c10">
            <a:extLst xmlns:a="http://schemas.openxmlformats.org/drawingml/2006/main">
              <a:ext uri="{FF2B5EF4-FFF2-40B4-BE49-F238E27FC236}">
                <a16:creationId xmlns:a16="http://schemas.microsoft.com/office/drawing/2014/main" id="{614323F7-C5CD-4D5D-9960-AB3561DA7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2101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705F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871" name="bootstrap-bottom-14x14-r5-c11">
            <a:extLst xmlns:a="http://schemas.openxmlformats.org/drawingml/2006/main">
              <a:ext uri="{FF2B5EF4-FFF2-40B4-BE49-F238E27FC236}">
                <a16:creationId xmlns:a16="http://schemas.microsoft.com/office/drawing/2014/main" id="{8CA9CE40-3EA0-4697-A3BC-81F361BED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2101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7160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872" name="bootstrap-bottom-14x14-r5-c12">
            <a:extLst xmlns:a="http://schemas.openxmlformats.org/drawingml/2006/main">
              <a:ext uri="{FF2B5EF4-FFF2-40B4-BE49-F238E27FC236}">
                <a16:creationId xmlns:a16="http://schemas.microsoft.com/office/drawing/2014/main" id="{103BBAF8-C65F-451A-9925-00E5945F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2101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7C6B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873" name="bootstrap-bottom-14x14-r5-c13">
            <a:extLst xmlns:a="http://schemas.openxmlformats.org/drawingml/2006/main">
              <a:ext uri="{FF2B5EF4-FFF2-40B4-BE49-F238E27FC236}">
                <a16:creationId xmlns:a16="http://schemas.microsoft.com/office/drawing/2014/main" id="{9085D8DF-7FF4-46A2-A298-3211A5FC7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2101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8D7C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874" name="bootstrap-bottom-14x14-r5-c14">
            <a:extLst xmlns:a="http://schemas.openxmlformats.org/drawingml/2006/main">
              <a:ext uri="{FF2B5EF4-FFF2-40B4-BE49-F238E27FC236}">
                <a16:creationId xmlns:a16="http://schemas.microsoft.com/office/drawing/2014/main" id="{AD40C2A5-CC37-47CF-B04F-275CC8EFF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2101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9F8D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875" name="bootstrap-bottom-14x14-r6-c1">
            <a:extLst xmlns:a="http://schemas.openxmlformats.org/drawingml/2006/main">
              <a:ext uri="{FF2B5EF4-FFF2-40B4-BE49-F238E27FC236}">
                <a16:creationId xmlns:a16="http://schemas.microsoft.com/office/drawing/2014/main" id="{7BB78141-4E1A-4D6B-BDFF-F8AF27867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2863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C2D7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876" name="bootstrap-bottom-14x14-r6-c2">
            <a:extLst xmlns:a="http://schemas.openxmlformats.org/drawingml/2006/main">
              <a:ext uri="{FF2B5EF4-FFF2-40B4-BE49-F238E27FC236}">
                <a16:creationId xmlns:a16="http://schemas.microsoft.com/office/drawing/2014/main" id="{B1F7455E-F36C-4872-9A92-CAC8093F9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2863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B7CC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877" name="bootstrap-bottom-14x14-r6-c3">
            <a:extLst xmlns:a="http://schemas.openxmlformats.org/drawingml/2006/main">
              <a:ext uri="{FF2B5EF4-FFF2-40B4-BE49-F238E27FC236}">
                <a16:creationId xmlns:a16="http://schemas.microsoft.com/office/drawing/2014/main" id="{85A3F15E-293B-44CC-B1E2-C8548A3DF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2863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ABC1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878" name="bootstrap-bottom-14x14-r6-c4">
            <a:extLst xmlns:a="http://schemas.openxmlformats.org/drawingml/2006/main">
              <a:ext uri="{FF2B5EF4-FFF2-40B4-BE49-F238E27FC236}">
                <a16:creationId xmlns:a16="http://schemas.microsoft.com/office/drawing/2014/main" id="{E73DEDD4-7787-40F0-BB8B-4463063C6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2863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B1C4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879" name="bootstrap-bottom-14x14-r6-c5">
            <a:extLst xmlns:a="http://schemas.openxmlformats.org/drawingml/2006/main">
              <a:ext uri="{FF2B5EF4-FFF2-40B4-BE49-F238E27FC236}">
                <a16:creationId xmlns:a16="http://schemas.microsoft.com/office/drawing/2014/main" id="{BDE9CC69-1026-4077-AB4F-0A05C87C2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2863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D1DC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880" name="bootstrap-bottom-14x14-r6-c6">
            <a:extLst xmlns:a="http://schemas.openxmlformats.org/drawingml/2006/main">
              <a:ext uri="{FF2B5EF4-FFF2-40B4-BE49-F238E27FC236}">
                <a16:creationId xmlns:a16="http://schemas.microsoft.com/office/drawing/2014/main" id="{033781EC-8E8D-48FD-B664-91E31EA3D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863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CDD5D9"/>
            </a:solidFill>
            <a:prstDash val="solid"/>
          </a:ln>
        </p:spPr>
      </p:sp>
      <p:sp>
        <p:nvSpPr>
          <p:cNvPr id="881" name="bootstrap-bottom-14x14-r6-c7">
            <a:extLst xmlns:a="http://schemas.openxmlformats.org/drawingml/2006/main">
              <a:ext uri="{FF2B5EF4-FFF2-40B4-BE49-F238E27FC236}">
                <a16:creationId xmlns:a16="http://schemas.microsoft.com/office/drawing/2014/main" id="{C7F818DB-DD85-474A-95F4-21A98FBE8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2863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C8C5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882" name="bootstrap-bottom-14x14-r6-c8">
            <a:extLst xmlns:a="http://schemas.openxmlformats.org/drawingml/2006/main">
              <a:ext uri="{FF2B5EF4-FFF2-40B4-BE49-F238E27FC236}">
                <a16:creationId xmlns:a16="http://schemas.microsoft.com/office/drawing/2014/main" id="{50090E2F-C666-4869-8492-662F09625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2863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8D84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883" name="bootstrap-bottom-14x14-r6-c9">
            <a:extLst xmlns:a="http://schemas.openxmlformats.org/drawingml/2006/main">
              <a:ext uri="{FF2B5EF4-FFF2-40B4-BE49-F238E27FC236}">
                <a16:creationId xmlns:a16="http://schemas.microsoft.com/office/drawing/2014/main" id="{0D05D880-8968-4C89-85AC-C8F5F5C4F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2863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6052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884" name="bootstrap-bottom-14x14-r6-c10">
            <a:extLst xmlns:a="http://schemas.openxmlformats.org/drawingml/2006/main">
              <a:ext uri="{FF2B5EF4-FFF2-40B4-BE49-F238E27FC236}">
                <a16:creationId xmlns:a16="http://schemas.microsoft.com/office/drawing/2014/main" id="{9890D3FE-9647-420E-8FC4-725DE8BF3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2863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6F5E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885" name="bootstrap-bottom-14x14-r6-c11">
            <a:extLst xmlns:a="http://schemas.openxmlformats.org/drawingml/2006/main">
              <a:ext uri="{FF2B5EF4-FFF2-40B4-BE49-F238E27FC236}">
                <a16:creationId xmlns:a16="http://schemas.microsoft.com/office/drawing/2014/main" id="{9A3E1C50-93BF-492B-9D2D-7638AAEBD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2863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7D6A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886" name="bootstrap-bottom-14x14-r6-c12">
            <a:extLst xmlns:a="http://schemas.openxmlformats.org/drawingml/2006/main">
              <a:ext uri="{FF2B5EF4-FFF2-40B4-BE49-F238E27FC236}">
                <a16:creationId xmlns:a16="http://schemas.microsoft.com/office/drawing/2014/main" id="{3F483E3C-281D-4083-B264-C61561711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2863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D7B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887" name="bootstrap-bottom-14x14-r6-c13">
            <a:extLst xmlns:a="http://schemas.openxmlformats.org/drawingml/2006/main">
              <a:ext uri="{FF2B5EF4-FFF2-40B4-BE49-F238E27FC236}">
                <a16:creationId xmlns:a16="http://schemas.microsoft.com/office/drawing/2014/main" id="{D7CA83F1-2105-446E-BAFD-B90757667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2863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9F8E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888" name="bootstrap-bottom-14x14-r6-c14">
            <a:extLst xmlns:a="http://schemas.openxmlformats.org/drawingml/2006/main">
              <a:ext uri="{FF2B5EF4-FFF2-40B4-BE49-F238E27FC236}">
                <a16:creationId xmlns:a16="http://schemas.microsoft.com/office/drawing/2014/main" id="{DE19C7CC-BC5E-4AAF-B95A-552155EC3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2863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0A1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889" name="bootstrap-bottom-14x14-r7-c1">
            <a:extLst xmlns:a="http://schemas.openxmlformats.org/drawingml/2006/main">
              <a:ext uri="{FF2B5EF4-FFF2-40B4-BE49-F238E27FC236}">
                <a16:creationId xmlns:a16="http://schemas.microsoft.com/office/drawing/2014/main" id="{74119088-DB6B-4D86-A49F-343711C9E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3625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C0CA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890" name="bootstrap-bottom-14x14-r7-c2">
            <a:extLst xmlns:a="http://schemas.openxmlformats.org/drawingml/2006/main">
              <a:ext uri="{FF2B5EF4-FFF2-40B4-BE49-F238E27FC236}">
                <a16:creationId xmlns:a16="http://schemas.microsoft.com/office/drawing/2014/main" id="{44A939CF-3CFE-46E9-A508-297C50B2D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3625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B0BA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891" name="bootstrap-bottom-14x14-r7-c3">
            <a:extLst xmlns:a="http://schemas.openxmlformats.org/drawingml/2006/main">
              <a:ext uri="{FF2B5EF4-FFF2-40B4-BE49-F238E27FC236}">
                <a16:creationId xmlns:a16="http://schemas.microsoft.com/office/drawing/2014/main" id="{60CC514F-C5CB-4EDA-A776-BF0787EF6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3625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A0AA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892" name="bootstrap-bottom-14x14-r7-c4">
            <a:extLst xmlns:a="http://schemas.openxmlformats.org/drawingml/2006/main">
              <a:ext uri="{FF2B5EF4-FFF2-40B4-BE49-F238E27FC236}">
                <a16:creationId xmlns:a16="http://schemas.microsoft.com/office/drawing/2014/main" id="{38D1D6A3-88EB-4E26-BFCE-B65265E31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3625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9EA7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893" name="bootstrap-bottom-14x14-r7-c5">
            <a:extLst xmlns:a="http://schemas.openxmlformats.org/drawingml/2006/main">
              <a:ext uri="{FF2B5EF4-FFF2-40B4-BE49-F238E27FC236}">
                <a16:creationId xmlns:a16="http://schemas.microsoft.com/office/drawing/2014/main" id="{B4C3DCD8-843D-443D-8DB4-7CB61767F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3625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3B6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894" name="bootstrap-bottom-14x14-r7-c6">
            <a:extLst xmlns:a="http://schemas.openxmlformats.org/drawingml/2006/main">
              <a:ext uri="{FF2B5EF4-FFF2-40B4-BE49-F238E27FC236}">
                <a16:creationId xmlns:a16="http://schemas.microsoft.com/office/drawing/2014/main" id="{A6403897-63EC-4CA6-BAF1-49B42DB8D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3625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C8C5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895" name="bootstrap-bottom-14x14-r7-c7">
            <a:extLst xmlns:a="http://schemas.openxmlformats.org/drawingml/2006/main">
              <a:ext uri="{FF2B5EF4-FFF2-40B4-BE49-F238E27FC236}">
                <a16:creationId xmlns:a16="http://schemas.microsoft.com/office/drawing/2014/main" id="{8FA609A9-B0C2-4FE5-872D-650549EB1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3625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CDD5D9"/>
            </a:solidFill>
            <a:prstDash val="solid"/>
          </a:ln>
        </p:spPr>
      </p:sp>
      <p:sp>
        <p:nvSpPr>
          <p:cNvPr id="896" name="bootstrap-bottom-14x14-r7-c8">
            <a:extLst xmlns:a="http://schemas.openxmlformats.org/drawingml/2006/main">
              <a:ext uri="{FF2B5EF4-FFF2-40B4-BE49-F238E27FC236}">
                <a16:creationId xmlns:a16="http://schemas.microsoft.com/office/drawing/2014/main" id="{2C189DAB-D9F0-49BD-A90E-989FE5777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3625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099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897" name="bootstrap-bottom-14x14-r7-c9">
            <a:extLst xmlns:a="http://schemas.openxmlformats.org/drawingml/2006/main">
              <a:ext uri="{FF2B5EF4-FFF2-40B4-BE49-F238E27FC236}">
                <a16:creationId xmlns:a16="http://schemas.microsoft.com/office/drawing/2014/main" id="{BBFB3CD0-2109-4D1F-A8ED-63041E598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3625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8D84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898" name="bootstrap-bottom-14x14-r7-c10">
            <a:extLst xmlns:a="http://schemas.openxmlformats.org/drawingml/2006/main">
              <a:ext uri="{FF2B5EF4-FFF2-40B4-BE49-F238E27FC236}">
                <a16:creationId xmlns:a16="http://schemas.microsoft.com/office/drawing/2014/main" id="{2570402C-688D-48AB-BE21-F39B5D86F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3625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8D85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899" name="bootstrap-bottom-14x14-r7-c11">
            <a:extLst xmlns:a="http://schemas.openxmlformats.org/drawingml/2006/main">
              <a:ext uri="{FF2B5EF4-FFF2-40B4-BE49-F238E27FC236}">
                <a16:creationId xmlns:a16="http://schemas.microsoft.com/office/drawing/2014/main" id="{D9F952D5-7F55-4413-8813-77A88419A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3625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8D86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900" name="bootstrap-bottom-14x14-r7-c12">
            <a:extLst xmlns:a="http://schemas.openxmlformats.org/drawingml/2006/main">
              <a:ext uri="{FF2B5EF4-FFF2-40B4-BE49-F238E27FC236}">
                <a16:creationId xmlns:a16="http://schemas.microsoft.com/office/drawing/2014/main" id="{73687B5F-0796-4048-890B-97042276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3625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9791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901" name="bootstrap-bottom-14x14-r7-c13">
            <a:extLst xmlns:a="http://schemas.openxmlformats.org/drawingml/2006/main">
              <a:ext uri="{FF2B5EF4-FFF2-40B4-BE49-F238E27FC236}">
                <a16:creationId xmlns:a16="http://schemas.microsoft.com/office/drawing/2014/main" id="{CF20EC8B-1AD2-4FA5-9460-FBEFEFAF2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3625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8A3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902" name="bootstrap-bottom-14x14-r7-c14">
            <a:extLst xmlns:a="http://schemas.openxmlformats.org/drawingml/2006/main">
              <a:ext uri="{FF2B5EF4-FFF2-40B4-BE49-F238E27FC236}">
                <a16:creationId xmlns:a16="http://schemas.microsoft.com/office/drawing/2014/main" id="{0AA7ECDA-0196-452B-B626-50859C522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3625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B9B5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903" name="bootstrap-bottom-14x14-r8-c1">
            <a:extLst xmlns:a="http://schemas.openxmlformats.org/drawingml/2006/main">
              <a:ext uri="{FF2B5EF4-FFF2-40B4-BE49-F238E27FC236}">
                <a16:creationId xmlns:a16="http://schemas.microsoft.com/office/drawing/2014/main" id="{F977C6F9-415E-40CD-BD40-CD3F436BB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4387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B9B5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904" name="bootstrap-bottom-14x14-r8-c2">
            <a:extLst xmlns:a="http://schemas.openxmlformats.org/drawingml/2006/main">
              <a:ext uri="{FF2B5EF4-FFF2-40B4-BE49-F238E27FC236}">
                <a16:creationId xmlns:a16="http://schemas.microsoft.com/office/drawing/2014/main" id="{9466919C-838E-4D93-BE96-C792BE620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4387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8A3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905" name="bootstrap-bottom-14x14-r8-c3">
            <a:extLst xmlns:a="http://schemas.openxmlformats.org/drawingml/2006/main">
              <a:ext uri="{FF2B5EF4-FFF2-40B4-BE49-F238E27FC236}">
                <a16:creationId xmlns:a16="http://schemas.microsoft.com/office/drawing/2014/main" id="{726606C5-6870-4D2A-BC8D-2DB5B6370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4387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9791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906" name="bootstrap-bottom-14x14-r8-c4">
            <a:extLst xmlns:a="http://schemas.openxmlformats.org/drawingml/2006/main">
              <a:ext uri="{FF2B5EF4-FFF2-40B4-BE49-F238E27FC236}">
                <a16:creationId xmlns:a16="http://schemas.microsoft.com/office/drawing/2014/main" id="{53DFC4CA-93EB-4FB7-8B57-57D1F7223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4387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8D86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907" name="bootstrap-bottom-14x14-r8-c5">
            <a:extLst xmlns:a="http://schemas.openxmlformats.org/drawingml/2006/main">
              <a:ext uri="{FF2B5EF4-FFF2-40B4-BE49-F238E27FC236}">
                <a16:creationId xmlns:a16="http://schemas.microsoft.com/office/drawing/2014/main" id="{D1C7A438-0794-43EA-BA76-8E0EF71D8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4387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8D85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908" name="bootstrap-bottom-14x14-r8-c6">
            <a:extLst xmlns:a="http://schemas.openxmlformats.org/drawingml/2006/main">
              <a:ext uri="{FF2B5EF4-FFF2-40B4-BE49-F238E27FC236}">
                <a16:creationId xmlns:a16="http://schemas.microsoft.com/office/drawing/2014/main" id="{651CC6FE-57A1-4099-8C0C-304A5CFE9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4387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8D84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909" name="bootstrap-bottom-14x14-r8-c7">
            <a:extLst xmlns:a="http://schemas.openxmlformats.org/drawingml/2006/main">
              <a:ext uri="{FF2B5EF4-FFF2-40B4-BE49-F238E27FC236}">
                <a16:creationId xmlns:a16="http://schemas.microsoft.com/office/drawing/2014/main" id="{6A539431-40C0-4689-A5D0-2D691FE3D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4387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099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910" name="bootstrap-bottom-14x14-r8-c8">
            <a:extLst xmlns:a="http://schemas.openxmlformats.org/drawingml/2006/main">
              <a:ext uri="{FF2B5EF4-FFF2-40B4-BE49-F238E27FC236}">
                <a16:creationId xmlns:a16="http://schemas.microsoft.com/office/drawing/2014/main" id="{3FC8C055-4E63-4B47-B273-64EEC643A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4387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CDD5D9"/>
            </a:solidFill>
            <a:prstDash val="solid"/>
          </a:ln>
        </p:spPr>
      </p:sp>
      <p:sp>
        <p:nvSpPr>
          <p:cNvPr id="911" name="bootstrap-bottom-14x14-r8-c9">
            <a:extLst xmlns:a="http://schemas.openxmlformats.org/drawingml/2006/main">
              <a:ext uri="{FF2B5EF4-FFF2-40B4-BE49-F238E27FC236}">
                <a16:creationId xmlns:a16="http://schemas.microsoft.com/office/drawing/2014/main" id="{A848B860-9229-4518-897A-5145564F4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4387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C8C5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912" name="bootstrap-bottom-14x14-r8-c10">
            <a:extLst xmlns:a="http://schemas.openxmlformats.org/drawingml/2006/main">
              <a:ext uri="{FF2B5EF4-FFF2-40B4-BE49-F238E27FC236}">
                <a16:creationId xmlns:a16="http://schemas.microsoft.com/office/drawing/2014/main" id="{3300610D-7C12-4943-8E1A-F079A1AC3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387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3B6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913" name="bootstrap-bottom-14x14-r8-c11">
            <a:extLst xmlns:a="http://schemas.openxmlformats.org/drawingml/2006/main">
              <a:ext uri="{FF2B5EF4-FFF2-40B4-BE49-F238E27FC236}">
                <a16:creationId xmlns:a16="http://schemas.microsoft.com/office/drawing/2014/main" id="{9C6547D3-D8D3-4433-92F9-724FA44EC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4387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9EA7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914" name="bootstrap-bottom-14x14-r8-c12">
            <a:extLst xmlns:a="http://schemas.openxmlformats.org/drawingml/2006/main">
              <a:ext uri="{FF2B5EF4-FFF2-40B4-BE49-F238E27FC236}">
                <a16:creationId xmlns:a16="http://schemas.microsoft.com/office/drawing/2014/main" id="{BD6FEBDB-74D5-4393-8089-A0ED50CF2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4387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A0AA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915" name="bootstrap-bottom-14x14-r8-c13">
            <a:extLst xmlns:a="http://schemas.openxmlformats.org/drawingml/2006/main">
              <a:ext uri="{FF2B5EF4-FFF2-40B4-BE49-F238E27FC236}">
                <a16:creationId xmlns:a16="http://schemas.microsoft.com/office/drawing/2014/main" id="{0F2E4EE7-FB10-4F9C-8EC1-325435264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4387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B0BA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916" name="bootstrap-bottom-14x14-r8-c14">
            <a:extLst xmlns:a="http://schemas.openxmlformats.org/drawingml/2006/main">
              <a:ext uri="{FF2B5EF4-FFF2-40B4-BE49-F238E27FC236}">
                <a16:creationId xmlns:a16="http://schemas.microsoft.com/office/drawing/2014/main" id="{DA1E05CC-98BC-476B-81CF-AE1D5B191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4387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C0CA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917" name="bootstrap-bottom-14x14-r9-c1">
            <a:extLst xmlns:a="http://schemas.openxmlformats.org/drawingml/2006/main">
              <a:ext uri="{FF2B5EF4-FFF2-40B4-BE49-F238E27FC236}">
                <a16:creationId xmlns:a16="http://schemas.microsoft.com/office/drawing/2014/main" id="{A9C1E4D5-2375-450D-8FA6-D27641794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5149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0A1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918" name="bootstrap-bottom-14x14-r9-c2">
            <a:extLst xmlns:a="http://schemas.openxmlformats.org/drawingml/2006/main">
              <a:ext uri="{FF2B5EF4-FFF2-40B4-BE49-F238E27FC236}">
                <a16:creationId xmlns:a16="http://schemas.microsoft.com/office/drawing/2014/main" id="{8D66490A-6A42-4A85-9811-6B32D8A54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5149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9F8E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919" name="bootstrap-bottom-14x14-r9-c3">
            <a:extLst xmlns:a="http://schemas.openxmlformats.org/drawingml/2006/main">
              <a:ext uri="{FF2B5EF4-FFF2-40B4-BE49-F238E27FC236}">
                <a16:creationId xmlns:a16="http://schemas.microsoft.com/office/drawing/2014/main" id="{F8CD70B4-0A2F-4CD8-B8AB-B6FCDD417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5149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D7B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920" name="bootstrap-bottom-14x14-r9-c4">
            <a:extLst xmlns:a="http://schemas.openxmlformats.org/drawingml/2006/main">
              <a:ext uri="{FF2B5EF4-FFF2-40B4-BE49-F238E27FC236}">
                <a16:creationId xmlns:a16="http://schemas.microsoft.com/office/drawing/2014/main" id="{250790CB-B330-4DA6-A227-4BEB9BA6B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5149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7D6A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921" name="bootstrap-bottom-14x14-r9-c5">
            <a:extLst xmlns:a="http://schemas.openxmlformats.org/drawingml/2006/main">
              <a:ext uri="{FF2B5EF4-FFF2-40B4-BE49-F238E27FC236}">
                <a16:creationId xmlns:a16="http://schemas.microsoft.com/office/drawing/2014/main" id="{89A41A50-69E2-4F83-9310-A5A4ADE5E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5149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6F5E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922" name="bootstrap-bottom-14x14-r9-c6">
            <a:extLst xmlns:a="http://schemas.openxmlformats.org/drawingml/2006/main">
              <a:ext uri="{FF2B5EF4-FFF2-40B4-BE49-F238E27FC236}">
                <a16:creationId xmlns:a16="http://schemas.microsoft.com/office/drawing/2014/main" id="{9B7892BB-EFA2-4BDE-845A-27F5DA127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5149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6052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923" name="bootstrap-bottom-14x14-r9-c7">
            <a:extLst xmlns:a="http://schemas.openxmlformats.org/drawingml/2006/main">
              <a:ext uri="{FF2B5EF4-FFF2-40B4-BE49-F238E27FC236}">
                <a16:creationId xmlns:a16="http://schemas.microsoft.com/office/drawing/2014/main" id="{3B4B028E-58F4-4DFF-AD5D-B11B583CA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5149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8D84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924" name="bootstrap-bottom-14x14-r9-c8">
            <a:extLst xmlns:a="http://schemas.openxmlformats.org/drawingml/2006/main">
              <a:ext uri="{FF2B5EF4-FFF2-40B4-BE49-F238E27FC236}">
                <a16:creationId xmlns:a16="http://schemas.microsoft.com/office/drawing/2014/main" id="{F5A5DD13-3895-4B94-80AA-0FEC0CB9A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5149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C8C5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925" name="bootstrap-bottom-14x14-r9-c9">
            <a:extLst xmlns:a="http://schemas.openxmlformats.org/drawingml/2006/main">
              <a:ext uri="{FF2B5EF4-FFF2-40B4-BE49-F238E27FC236}">
                <a16:creationId xmlns:a16="http://schemas.microsoft.com/office/drawing/2014/main" id="{9076B897-D1F2-4853-9815-C74EA3FCB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5149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CDD5D9"/>
            </a:solidFill>
            <a:prstDash val="solid"/>
          </a:ln>
        </p:spPr>
      </p:sp>
      <p:sp>
        <p:nvSpPr>
          <p:cNvPr id="926" name="bootstrap-bottom-14x14-r9-c10">
            <a:extLst xmlns:a="http://schemas.openxmlformats.org/drawingml/2006/main">
              <a:ext uri="{FF2B5EF4-FFF2-40B4-BE49-F238E27FC236}">
                <a16:creationId xmlns:a16="http://schemas.microsoft.com/office/drawing/2014/main" id="{7832681F-83B2-4179-B2A3-C89C3E082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5149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D1DC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927" name="bootstrap-bottom-14x14-r9-c11">
            <a:extLst xmlns:a="http://schemas.openxmlformats.org/drawingml/2006/main">
              <a:ext uri="{FF2B5EF4-FFF2-40B4-BE49-F238E27FC236}">
                <a16:creationId xmlns:a16="http://schemas.microsoft.com/office/drawing/2014/main" id="{23E6947E-BF37-4229-96E3-FD5D2C35D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5149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B1C4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928" name="bootstrap-bottom-14x14-r9-c12">
            <a:extLst xmlns:a="http://schemas.openxmlformats.org/drawingml/2006/main">
              <a:ext uri="{FF2B5EF4-FFF2-40B4-BE49-F238E27FC236}">
                <a16:creationId xmlns:a16="http://schemas.microsoft.com/office/drawing/2014/main" id="{DAC259C3-F48E-4479-AC26-45FCF5A7A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5149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ABC1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929" name="bootstrap-bottom-14x14-r9-c13">
            <a:extLst xmlns:a="http://schemas.openxmlformats.org/drawingml/2006/main">
              <a:ext uri="{FF2B5EF4-FFF2-40B4-BE49-F238E27FC236}">
                <a16:creationId xmlns:a16="http://schemas.microsoft.com/office/drawing/2014/main" id="{628EA683-CC2D-499B-B40D-BDB01DA06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5149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B7CC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930" name="bootstrap-bottom-14x14-r9-c14">
            <a:extLst xmlns:a="http://schemas.openxmlformats.org/drawingml/2006/main">
              <a:ext uri="{FF2B5EF4-FFF2-40B4-BE49-F238E27FC236}">
                <a16:creationId xmlns:a16="http://schemas.microsoft.com/office/drawing/2014/main" id="{B7C6A54E-AC04-4831-91FE-7C2298500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5149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C2D7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931" name="bootstrap-bottom-14x14-r10-c1">
            <a:extLst xmlns:a="http://schemas.openxmlformats.org/drawingml/2006/main">
              <a:ext uri="{FF2B5EF4-FFF2-40B4-BE49-F238E27FC236}">
                <a16:creationId xmlns:a16="http://schemas.microsoft.com/office/drawing/2014/main" id="{8522B080-FAA8-404B-8B83-278A0348C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5911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9F8D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932" name="bootstrap-bottom-14x14-r10-c2">
            <a:extLst xmlns:a="http://schemas.openxmlformats.org/drawingml/2006/main">
              <a:ext uri="{FF2B5EF4-FFF2-40B4-BE49-F238E27FC236}">
                <a16:creationId xmlns:a16="http://schemas.microsoft.com/office/drawing/2014/main" id="{913E14BB-7FDF-45DB-A959-B3634E8E9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5911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8D7C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933" name="bootstrap-bottom-14x14-r10-c3">
            <a:extLst xmlns:a="http://schemas.openxmlformats.org/drawingml/2006/main">
              <a:ext uri="{FF2B5EF4-FFF2-40B4-BE49-F238E27FC236}">
                <a16:creationId xmlns:a16="http://schemas.microsoft.com/office/drawing/2014/main" id="{6E3F181B-F45F-4D42-95E9-AAEFEBCE8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5911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7C6B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934" name="bootstrap-bottom-14x14-r10-c4">
            <a:extLst xmlns:a="http://schemas.openxmlformats.org/drawingml/2006/main">
              <a:ext uri="{FF2B5EF4-FFF2-40B4-BE49-F238E27FC236}">
                <a16:creationId xmlns:a16="http://schemas.microsoft.com/office/drawing/2014/main" id="{48767DD7-9A69-4674-91B2-F8F7CDC13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5911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7160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935" name="bootstrap-bottom-14x14-r10-c5">
            <a:extLst xmlns:a="http://schemas.openxmlformats.org/drawingml/2006/main">
              <a:ext uri="{FF2B5EF4-FFF2-40B4-BE49-F238E27FC236}">
                <a16:creationId xmlns:a16="http://schemas.microsoft.com/office/drawing/2014/main" id="{7D5DE446-44F5-4A3E-895B-E86F8C71A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5911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705F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936" name="bootstrap-bottom-14x14-r10-c6">
            <a:extLst xmlns:a="http://schemas.openxmlformats.org/drawingml/2006/main">
              <a:ext uri="{FF2B5EF4-FFF2-40B4-BE49-F238E27FC236}">
                <a16:creationId xmlns:a16="http://schemas.microsoft.com/office/drawing/2014/main" id="{B7313ABB-3621-4072-9192-C4329557A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5911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6F5E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937" name="bootstrap-bottom-14x14-r10-c7">
            <a:extLst xmlns:a="http://schemas.openxmlformats.org/drawingml/2006/main">
              <a:ext uri="{FF2B5EF4-FFF2-40B4-BE49-F238E27FC236}">
                <a16:creationId xmlns:a16="http://schemas.microsoft.com/office/drawing/2014/main" id="{3473B81D-E791-4D6F-BD58-04AF02D67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5911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8D85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938" name="bootstrap-bottom-14x14-r10-c8">
            <a:extLst xmlns:a="http://schemas.openxmlformats.org/drawingml/2006/main">
              <a:ext uri="{FF2B5EF4-FFF2-40B4-BE49-F238E27FC236}">
                <a16:creationId xmlns:a16="http://schemas.microsoft.com/office/drawing/2014/main" id="{91C0BAA3-4CF2-4156-BBA8-08FCE2A98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5911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3B6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939" name="bootstrap-bottom-14x14-r10-c9">
            <a:extLst xmlns:a="http://schemas.openxmlformats.org/drawingml/2006/main">
              <a:ext uri="{FF2B5EF4-FFF2-40B4-BE49-F238E27FC236}">
                <a16:creationId xmlns:a16="http://schemas.microsoft.com/office/drawing/2014/main" id="{ED2B6BBE-F2C4-487E-9E42-9AFA58B89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5911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D1DC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940" name="bootstrap-bottom-14x14-r10-c10">
            <a:extLst xmlns:a="http://schemas.openxmlformats.org/drawingml/2006/main">
              <a:ext uri="{FF2B5EF4-FFF2-40B4-BE49-F238E27FC236}">
                <a16:creationId xmlns:a16="http://schemas.microsoft.com/office/drawing/2014/main" id="{7AB75F54-E8B4-41C4-964F-701DFDD0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5911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CDD5D9"/>
            </a:solidFill>
            <a:prstDash val="solid"/>
          </a:ln>
        </p:spPr>
      </p:sp>
      <p:sp>
        <p:nvSpPr>
          <p:cNvPr id="941" name="bootstrap-bottom-14x14-r10-c11">
            <a:extLst xmlns:a="http://schemas.openxmlformats.org/drawingml/2006/main">
              <a:ext uri="{FF2B5EF4-FFF2-40B4-BE49-F238E27FC236}">
                <a16:creationId xmlns:a16="http://schemas.microsoft.com/office/drawing/2014/main" id="{422B6A7C-D56F-4285-A5C9-29620C627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5911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CBD8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942" name="bootstrap-bottom-14x14-r10-c12">
            <a:extLst xmlns:a="http://schemas.openxmlformats.org/drawingml/2006/main">
              <a:ext uri="{FF2B5EF4-FFF2-40B4-BE49-F238E27FC236}">
                <a16:creationId xmlns:a16="http://schemas.microsoft.com/office/drawing/2014/main" id="{187D56C3-7527-493F-9749-B577FAC9D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5911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C5D4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943" name="bootstrap-bottom-14x14-r10-c13">
            <a:extLst xmlns:a="http://schemas.openxmlformats.org/drawingml/2006/main">
              <a:ext uri="{FF2B5EF4-FFF2-40B4-BE49-F238E27FC236}">
                <a16:creationId xmlns:a16="http://schemas.microsoft.com/office/drawing/2014/main" id="{DE28B2AA-3AC3-4203-9133-1EA0551F9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5911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BCCE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944" name="bootstrap-bottom-14x14-r10-c14">
            <a:extLst xmlns:a="http://schemas.openxmlformats.org/drawingml/2006/main">
              <a:ext uri="{FF2B5EF4-FFF2-40B4-BE49-F238E27FC236}">
                <a16:creationId xmlns:a16="http://schemas.microsoft.com/office/drawing/2014/main" id="{4F0313CD-7020-4403-9569-7251184D6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5911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B3C9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945" name="bootstrap-bottom-14x14-r11-c1">
            <a:extLst xmlns:a="http://schemas.openxmlformats.org/drawingml/2006/main">
              <a:ext uri="{FF2B5EF4-FFF2-40B4-BE49-F238E27FC236}">
                <a16:creationId xmlns:a16="http://schemas.microsoft.com/office/drawing/2014/main" id="{9D67A9EE-943E-4846-A6E6-0C96A8955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6673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8D7A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946" name="bootstrap-bottom-14x14-r11-c2">
            <a:extLst xmlns:a="http://schemas.openxmlformats.org/drawingml/2006/main">
              <a:ext uri="{FF2B5EF4-FFF2-40B4-BE49-F238E27FC236}">
                <a16:creationId xmlns:a16="http://schemas.microsoft.com/office/drawing/2014/main" id="{3DB627D3-DD91-4EAF-A180-B1A2AC616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6673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C6B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947" name="bootstrap-bottom-14x14-r11-c3">
            <a:extLst xmlns:a="http://schemas.openxmlformats.org/drawingml/2006/main">
              <a:ext uri="{FF2B5EF4-FFF2-40B4-BE49-F238E27FC236}">
                <a16:creationId xmlns:a16="http://schemas.microsoft.com/office/drawing/2014/main" id="{13A08D5E-A035-4068-B26C-C772B46FC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6673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6B5C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948" name="bootstrap-bottom-14x14-r11-c4">
            <a:extLst xmlns:a="http://schemas.openxmlformats.org/drawingml/2006/main">
              <a:ext uri="{FF2B5EF4-FFF2-40B4-BE49-F238E27FC236}">
                <a16:creationId xmlns:a16="http://schemas.microsoft.com/office/drawing/2014/main" id="{BF6DE0F0-8324-4E0B-96EA-F072BE056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6673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6557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949" name="bootstrap-bottom-14x14-r11-c5">
            <a:extLst xmlns:a="http://schemas.openxmlformats.org/drawingml/2006/main">
              <a:ext uri="{FF2B5EF4-FFF2-40B4-BE49-F238E27FC236}">
                <a16:creationId xmlns:a16="http://schemas.microsoft.com/office/drawing/2014/main" id="{A6F69D1C-790D-4ADB-A928-64AA7E02B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6673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7160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950" name="bootstrap-bottom-14x14-r11-c6">
            <a:extLst xmlns:a="http://schemas.openxmlformats.org/drawingml/2006/main">
              <a:ext uri="{FF2B5EF4-FFF2-40B4-BE49-F238E27FC236}">
                <a16:creationId xmlns:a16="http://schemas.microsoft.com/office/drawing/2014/main" id="{511A41A5-2FE7-4B56-967C-DAE118282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6673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7D6A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951" name="bootstrap-bottom-14x14-r11-c7">
            <a:extLst xmlns:a="http://schemas.openxmlformats.org/drawingml/2006/main">
              <a:ext uri="{FF2B5EF4-FFF2-40B4-BE49-F238E27FC236}">
                <a16:creationId xmlns:a16="http://schemas.microsoft.com/office/drawing/2014/main" id="{378116EB-7E55-4962-BAAC-E23854AE9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6673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8D86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952" name="bootstrap-bottom-14x14-r11-c8">
            <a:extLst xmlns:a="http://schemas.openxmlformats.org/drawingml/2006/main">
              <a:ext uri="{FF2B5EF4-FFF2-40B4-BE49-F238E27FC236}">
                <a16:creationId xmlns:a16="http://schemas.microsoft.com/office/drawing/2014/main" id="{EE0F7B9A-8E9A-40B3-B3F2-7029959C9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6673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9EA7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953" name="bootstrap-bottom-14x14-r11-c9">
            <a:extLst xmlns:a="http://schemas.openxmlformats.org/drawingml/2006/main">
              <a:ext uri="{FF2B5EF4-FFF2-40B4-BE49-F238E27FC236}">
                <a16:creationId xmlns:a16="http://schemas.microsoft.com/office/drawing/2014/main" id="{5A4D7968-237B-4217-B90D-2555E5D3E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6673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B1C4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954" name="bootstrap-bottom-14x14-r11-c10">
            <a:extLst xmlns:a="http://schemas.openxmlformats.org/drawingml/2006/main">
              <a:ext uri="{FF2B5EF4-FFF2-40B4-BE49-F238E27FC236}">
                <a16:creationId xmlns:a16="http://schemas.microsoft.com/office/drawing/2014/main" id="{BBF631A1-D8D4-48D1-9B14-9E2392A88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6673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CBD8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955" name="bootstrap-bottom-14x14-r11-c11">
            <a:extLst xmlns:a="http://schemas.openxmlformats.org/drawingml/2006/main">
              <a:ext uri="{FF2B5EF4-FFF2-40B4-BE49-F238E27FC236}">
                <a16:creationId xmlns:a16="http://schemas.microsoft.com/office/drawing/2014/main" id="{EB211543-D329-40A0-8FD6-0234CB6E6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6673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CDD5D9"/>
            </a:solidFill>
            <a:prstDash val="solid"/>
          </a:ln>
        </p:spPr>
      </p:sp>
      <p:sp>
        <p:nvSpPr>
          <p:cNvPr id="956" name="bootstrap-bottom-14x14-r11-c12">
            <a:extLst xmlns:a="http://schemas.openxmlformats.org/drawingml/2006/main">
              <a:ext uri="{FF2B5EF4-FFF2-40B4-BE49-F238E27FC236}">
                <a16:creationId xmlns:a16="http://schemas.microsoft.com/office/drawing/2014/main" id="{FE4BD6A7-3EDC-4363-A3DF-B3AC1D427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6673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DEE6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957" name="bootstrap-bottom-14x14-r11-c13">
            <a:extLst xmlns:a="http://schemas.openxmlformats.org/drawingml/2006/main">
              <a:ext uri="{FF2B5EF4-FFF2-40B4-BE49-F238E27FC236}">
                <a16:creationId xmlns:a16="http://schemas.microsoft.com/office/drawing/2014/main" id="{A46FDBD1-3B4A-4EBE-864E-3BA626F60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6673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C1D1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958" name="bootstrap-bottom-14x14-r11-c14">
            <a:extLst xmlns:a="http://schemas.openxmlformats.org/drawingml/2006/main">
              <a:ext uri="{FF2B5EF4-FFF2-40B4-BE49-F238E27FC236}">
                <a16:creationId xmlns:a16="http://schemas.microsoft.com/office/drawing/2014/main" id="{24B46564-1D25-4317-A876-CC5AF1623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6673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A3BB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959" name="bootstrap-bottom-14x14-r12-c1">
            <a:extLst xmlns:a="http://schemas.openxmlformats.org/drawingml/2006/main">
              <a:ext uri="{FF2B5EF4-FFF2-40B4-BE49-F238E27FC236}">
                <a16:creationId xmlns:a16="http://schemas.microsoft.com/office/drawing/2014/main" id="{2699E384-CF6C-4867-A254-552C1E33F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7435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7C69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960" name="bootstrap-bottom-14x14-r12-c2">
            <a:extLst xmlns:a="http://schemas.openxmlformats.org/drawingml/2006/main">
              <a:ext uri="{FF2B5EF4-FFF2-40B4-BE49-F238E27FC236}">
                <a16:creationId xmlns:a16="http://schemas.microsoft.com/office/drawing/2014/main" id="{144E89B0-A609-403C-9712-B6CDE3460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7435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7362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961" name="bootstrap-bottom-14x14-r12-c3">
            <a:extLst xmlns:a="http://schemas.openxmlformats.org/drawingml/2006/main">
              <a:ext uri="{FF2B5EF4-FFF2-40B4-BE49-F238E27FC236}">
                <a16:creationId xmlns:a16="http://schemas.microsoft.com/office/drawing/2014/main" id="{1B03AE6F-19FB-4B22-A2C6-940908721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7435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A5A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962" name="bootstrap-bottom-14x14-r12-c4">
            <a:extLst xmlns:a="http://schemas.openxmlformats.org/drawingml/2006/main">
              <a:ext uri="{FF2B5EF4-FFF2-40B4-BE49-F238E27FC236}">
                <a16:creationId xmlns:a16="http://schemas.microsoft.com/office/drawing/2014/main" id="{6A9DB819-67EE-4CED-953C-A3CC6888D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7435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6B5C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963" name="bootstrap-bottom-14x14-r12-c5">
            <a:extLst xmlns:a="http://schemas.openxmlformats.org/drawingml/2006/main">
              <a:ext uri="{FF2B5EF4-FFF2-40B4-BE49-F238E27FC236}">
                <a16:creationId xmlns:a16="http://schemas.microsoft.com/office/drawing/2014/main" id="{E6B571A3-36BA-48F8-8EDC-7DFC1D6BA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7435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7C6B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964" name="bootstrap-bottom-14x14-r12-c6">
            <a:extLst xmlns:a="http://schemas.openxmlformats.org/drawingml/2006/main">
              <a:ext uri="{FF2B5EF4-FFF2-40B4-BE49-F238E27FC236}">
                <a16:creationId xmlns:a16="http://schemas.microsoft.com/office/drawing/2014/main" id="{973F5842-0A14-465A-95B7-F9404660B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7435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D7B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965" name="bootstrap-bottom-14x14-r12-c7">
            <a:extLst xmlns:a="http://schemas.openxmlformats.org/drawingml/2006/main">
              <a:ext uri="{FF2B5EF4-FFF2-40B4-BE49-F238E27FC236}">
                <a16:creationId xmlns:a16="http://schemas.microsoft.com/office/drawing/2014/main" id="{B5AE369D-9CB2-450F-8F85-500F5401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7435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9791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966" name="bootstrap-bottom-14x14-r12-c8">
            <a:extLst xmlns:a="http://schemas.openxmlformats.org/drawingml/2006/main">
              <a:ext uri="{FF2B5EF4-FFF2-40B4-BE49-F238E27FC236}">
                <a16:creationId xmlns:a16="http://schemas.microsoft.com/office/drawing/2014/main" id="{6889ABB4-E954-4CCC-83E0-9B4EFBA40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7435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A0AA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967" name="bootstrap-bottom-14x14-r12-c9">
            <a:extLst xmlns:a="http://schemas.openxmlformats.org/drawingml/2006/main">
              <a:ext uri="{FF2B5EF4-FFF2-40B4-BE49-F238E27FC236}">
                <a16:creationId xmlns:a16="http://schemas.microsoft.com/office/drawing/2014/main" id="{C31F9DCA-4F95-4C4F-9E99-F09AAACB7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7435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ABC1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968" name="bootstrap-bottom-14x14-r12-c10">
            <a:extLst xmlns:a="http://schemas.openxmlformats.org/drawingml/2006/main">
              <a:ext uri="{FF2B5EF4-FFF2-40B4-BE49-F238E27FC236}">
                <a16:creationId xmlns:a16="http://schemas.microsoft.com/office/drawing/2014/main" id="{39861B12-529D-46FB-A63B-F4BAD7644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7435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C5D4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969" name="bootstrap-bottom-14x14-r12-c11">
            <a:extLst xmlns:a="http://schemas.openxmlformats.org/drawingml/2006/main">
              <a:ext uri="{FF2B5EF4-FFF2-40B4-BE49-F238E27FC236}">
                <a16:creationId xmlns:a16="http://schemas.microsoft.com/office/drawing/2014/main" id="{CFE7AB8E-AD10-4A31-87A9-3381ED7B1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7435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DEE6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970" name="bootstrap-bottom-14x14-r12-c12">
            <a:extLst xmlns:a="http://schemas.openxmlformats.org/drawingml/2006/main">
              <a:ext uri="{FF2B5EF4-FFF2-40B4-BE49-F238E27FC236}">
                <a16:creationId xmlns:a16="http://schemas.microsoft.com/office/drawing/2014/main" id="{5936508F-B6EF-4515-B3B5-954EC9E85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7435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CDD5D9"/>
            </a:solidFill>
            <a:prstDash val="solid"/>
          </a:ln>
        </p:spPr>
      </p:sp>
      <p:sp>
        <p:nvSpPr>
          <p:cNvPr id="971" name="bootstrap-bottom-14x14-r12-c13">
            <a:extLst xmlns:a="http://schemas.openxmlformats.org/drawingml/2006/main">
              <a:ext uri="{FF2B5EF4-FFF2-40B4-BE49-F238E27FC236}">
                <a16:creationId xmlns:a16="http://schemas.microsoft.com/office/drawing/2014/main" id="{13FF8343-C279-45C2-BAB0-0A813A275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7435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8D5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972" name="bootstrap-bottom-14x14-r12-c14">
            <a:extLst xmlns:a="http://schemas.openxmlformats.org/drawingml/2006/main">
              <a:ext uri="{FF2B5EF4-FFF2-40B4-BE49-F238E27FC236}">
                <a16:creationId xmlns:a16="http://schemas.microsoft.com/office/drawing/2014/main" id="{81EF03F1-9957-4781-A805-6DFCD219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7435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B4C6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973" name="bootstrap-bottom-14x14-r13-c1">
            <a:extLst xmlns:a="http://schemas.openxmlformats.org/drawingml/2006/main">
              <a:ext uri="{FF2B5EF4-FFF2-40B4-BE49-F238E27FC236}">
                <a16:creationId xmlns:a16="http://schemas.microsoft.com/office/drawing/2014/main" id="{48BE7A7E-DE60-48DB-956B-9F5B28A01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8197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6B5B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974" name="bootstrap-bottom-14x14-r13-c2">
            <a:extLst xmlns:a="http://schemas.openxmlformats.org/drawingml/2006/main">
              <a:ext uri="{FF2B5EF4-FFF2-40B4-BE49-F238E27FC236}">
                <a16:creationId xmlns:a16="http://schemas.microsoft.com/office/drawing/2014/main" id="{ECD15CF0-1A91-4952-9FD4-7EDD7F1A2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8197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6F5F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975" name="bootstrap-bottom-14x14-r13-c3">
            <a:extLst xmlns:a="http://schemas.openxmlformats.org/drawingml/2006/main">
              <a:ext uri="{FF2B5EF4-FFF2-40B4-BE49-F238E27FC236}">
                <a16:creationId xmlns:a16="http://schemas.microsoft.com/office/drawing/2014/main" id="{4E6E7A9A-130A-4235-AA0B-DAEAEB6AD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8197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7362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976" name="bootstrap-bottom-14x14-r13-c4">
            <a:extLst xmlns:a="http://schemas.openxmlformats.org/drawingml/2006/main">
              <a:ext uri="{FF2B5EF4-FFF2-40B4-BE49-F238E27FC236}">
                <a16:creationId xmlns:a16="http://schemas.microsoft.com/office/drawing/2014/main" id="{1CB03491-309F-4CC9-90F8-1FEEC4895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8197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C6B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977" name="bootstrap-bottom-14x14-r13-c5">
            <a:extLst xmlns:a="http://schemas.openxmlformats.org/drawingml/2006/main">
              <a:ext uri="{FF2B5EF4-FFF2-40B4-BE49-F238E27FC236}">
                <a16:creationId xmlns:a16="http://schemas.microsoft.com/office/drawing/2014/main" id="{3239A30B-C2E8-4316-9724-F2CA02B42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8197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8D7C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978" name="bootstrap-bottom-14x14-r13-c6">
            <a:extLst xmlns:a="http://schemas.openxmlformats.org/drawingml/2006/main">
              <a:ext uri="{FF2B5EF4-FFF2-40B4-BE49-F238E27FC236}">
                <a16:creationId xmlns:a16="http://schemas.microsoft.com/office/drawing/2014/main" id="{BCB4F384-E67E-407C-BF6B-2D8CC0C5C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8197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9F8E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979" name="bootstrap-bottom-14x14-r13-c7">
            <a:extLst xmlns:a="http://schemas.openxmlformats.org/drawingml/2006/main">
              <a:ext uri="{FF2B5EF4-FFF2-40B4-BE49-F238E27FC236}">
                <a16:creationId xmlns:a16="http://schemas.microsoft.com/office/drawing/2014/main" id="{EB0E8BC7-1AAE-461C-91FA-DE2B290D0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8197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8A3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980" name="bootstrap-bottom-14x14-r13-c8">
            <a:extLst xmlns:a="http://schemas.openxmlformats.org/drawingml/2006/main">
              <a:ext uri="{FF2B5EF4-FFF2-40B4-BE49-F238E27FC236}">
                <a16:creationId xmlns:a16="http://schemas.microsoft.com/office/drawing/2014/main" id="{B5E5BAB9-82F5-4FFA-986E-274FE2E62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8197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B0BA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981" name="bootstrap-bottom-14x14-r13-c9">
            <a:extLst xmlns:a="http://schemas.openxmlformats.org/drawingml/2006/main">
              <a:ext uri="{FF2B5EF4-FFF2-40B4-BE49-F238E27FC236}">
                <a16:creationId xmlns:a16="http://schemas.microsoft.com/office/drawing/2014/main" id="{5900042E-2F8D-4919-89FE-A9FBAF0C1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8197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B7CC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982" name="bootstrap-bottom-14x14-r13-c10">
            <a:extLst xmlns:a="http://schemas.openxmlformats.org/drawingml/2006/main">
              <a:ext uri="{FF2B5EF4-FFF2-40B4-BE49-F238E27FC236}">
                <a16:creationId xmlns:a16="http://schemas.microsoft.com/office/drawing/2014/main" id="{CEB124F0-2A21-4949-A353-C7DE2981C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8197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BCCE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983" name="bootstrap-bottom-14x14-r13-c11">
            <a:extLst xmlns:a="http://schemas.openxmlformats.org/drawingml/2006/main">
              <a:ext uri="{FF2B5EF4-FFF2-40B4-BE49-F238E27FC236}">
                <a16:creationId xmlns:a16="http://schemas.microsoft.com/office/drawing/2014/main" id="{113CCAF8-EE83-4B00-9C03-5DFBF3A0D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8197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C1D1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984" name="bootstrap-bottom-14x14-r13-c12">
            <a:extLst xmlns:a="http://schemas.openxmlformats.org/drawingml/2006/main">
              <a:ext uri="{FF2B5EF4-FFF2-40B4-BE49-F238E27FC236}">
                <a16:creationId xmlns:a16="http://schemas.microsoft.com/office/drawing/2014/main" id="{638CCC5C-D052-4548-A791-96B1DCB85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8197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8D5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985" name="bootstrap-bottom-14x14-r13-c13">
            <a:extLst xmlns:a="http://schemas.openxmlformats.org/drawingml/2006/main">
              <a:ext uri="{FF2B5EF4-FFF2-40B4-BE49-F238E27FC236}">
                <a16:creationId xmlns:a16="http://schemas.microsoft.com/office/drawing/2014/main" id="{C5756B83-1088-475D-A5EB-2EE9D40BE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8197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CDD5D9"/>
            </a:solidFill>
            <a:prstDash val="solid"/>
          </a:ln>
        </p:spPr>
      </p:sp>
      <p:sp>
        <p:nvSpPr>
          <p:cNvPr id="986" name="bootstrap-bottom-14x14-r13-c14">
            <a:extLst xmlns:a="http://schemas.openxmlformats.org/drawingml/2006/main">
              <a:ext uri="{FF2B5EF4-FFF2-40B4-BE49-F238E27FC236}">
                <a16:creationId xmlns:a16="http://schemas.microsoft.com/office/drawing/2014/main" id="{D5D5A3DC-CC14-4640-9B1F-F00EF5530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8197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9E3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987" name="bootstrap-bottom-14x14-r14-c1">
            <a:extLst xmlns:a="http://schemas.openxmlformats.org/drawingml/2006/main">
              <a:ext uri="{FF2B5EF4-FFF2-40B4-BE49-F238E27FC236}">
                <a16:creationId xmlns:a16="http://schemas.microsoft.com/office/drawing/2014/main" id="{80F56FEC-88BB-4DC1-9C8F-EE1CE3221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8959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A4D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988" name="bootstrap-bottom-14x14-r14-c2">
            <a:extLst xmlns:a="http://schemas.openxmlformats.org/drawingml/2006/main">
              <a:ext uri="{FF2B5EF4-FFF2-40B4-BE49-F238E27FC236}">
                <a16:creationId xmlns:a16="http://schemas.microsoft.com/office/drawing/2014/main" id="{5B7302D6-07B6-44C2-ABA6-25A447B82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8959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6B5B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989" name="bootstrap-bottom-14x14-r14-c3">
            <a:extLst xmlns:a="http://schemas.openxmlformats.org/drawingml/2006/main">
              <a:ext uri="{FF2B5EF4-FFF2-40B4-BE49-F238E27FC236}">
                <a16:creationId xmlns:a16="http://schemas.microsoft.com/office/drawing/2014/main" id="{A70D7053-7242-4A87-A274-47AED0727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8959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7C69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990" name="bootstrap-bottom-14x14-r14-c4">
            <a:extLst xmlns:a="http://schemas.openxmlformats.org/drawingml/2006/main">
              <a:ext uri="{FF2B5EF4-FFF2-40B4-BE49-F238E27FC236}">
                <a16:creationId xmlns:a16="http://schemas.microsoft.com/office/drawing/2014/main" id="{72583D96-E8D0-4729-A599-DE2E7AAD3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8959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8D7A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991" name="bootstrap-bottom-14x14-r14-c5">
            <a:extLst xmlns:a="http://schemas.openxmlformats.org/drawingml/2006/main">
              <a:ext uri="{FF2B5EF4-FFF2-40B4-BE49-F238E27FC236}">
                <a16:creationId xmlns:a16="http://schemas.microsoft.com/office/drawing/2014/main" id="{E18A1147-B7C6-4EB0-B074-A9DBC169B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8959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9F8D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992" name="bootstrap-bottom-14x14-r14-c6">
            <a:extLst xmlns:a="http://schemas.openxmlformats.org/drawingml/2006/main">
              <a:ext uri="{FF2B5EF4-FFF2-40B4-BE49-F238E27FC236}">
                <a16:creationId xmlns:a16="http://schemas.microsoft.com/office/drawing/2014/main" id="{3F651E5E-33E4-44B5-B994-10294A2EB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8959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0A1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993" name="bootstrap-bottom-14x14-r14-c7">
            <a:extLst xmlns:a="http://schemas.openxmlformats.org/drawingml/2006/main">
              <a:ext uri="{FF2B5EF4-FFF2-40B4-BE49-F238E27FC236}">
                <a16:creationId xmlns:a16="http://schemas.microsoft.com/office/drawing/2014/main" id="{8B954E0C-D745-454D-B942-3B6F52DDC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8959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B9B5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994" name="bootstrap-bottom-14x14-r14-c8">
            <a:extLst xmlns:a="http://schemas.openxmlformats.org/drawingml/2006/main">
              <a:ext uri="{FF2B5EF4-FFF2-40B4-BE49-F238E27FC236}">
                <a16:creationId xmlns:a16="http://schemas.microsoft.com/office/drawing/2014/main" id="{C813DFE7-D045-4D1D-BAEC-4DB5D5FD6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8959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C0CA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995" name="bootstrap-bottom-14x14-r14-c9">
            <a:extLst xmlns:a="http://schemas.openxmlformats.org/drawingml/2006/main">
              <a:ext uri="{FF2B5EF4-FFF2-40B4-BE49-F238E27FC236}">
                <a16:creationId xmlns:a16="http://schemas.microsoft.com/office/drawing/2014/main" id="{D494DCAF-11CD-47DE-B60B-5CFFF4D47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8959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C2D7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996" name="bootstrap-bottom-14x14-r14-c10">
            <a:extLst xmlns:a="http://schemas.openxmlformats.org/drawingml/2006/main">
              <a:ext uri="{FF2B5EF4-FFF2-40B4-BE49-F238E27FC236}">
                <a16:creationId xmlns:a16="http://schemas.microsoft.com/office/drawing/2014/main" id="{61CF0FB0-F228-445E-9685-5B59FFA0C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8959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B3C9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997" name="bootstrap-bottom-14x14-r14-c11">
            <a:extLst xmlns:a="http://schemas.openxmlformats.org/drawingml/2006/main">
              <a:ext uri="{FF2B5EF4-FFF2-40B4-BE49-F238E27FC236}">
                <a16:creationId xmlns:a16="http://schemas.microsoft.com/office/drawing/2014/main" id="{2F9D2F61-85AF-4C50-9C89-F5489276B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8959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A3BB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998" name="bootstrap-bottom-14x14-r14-c12">
            <a:extLst xmlns:a="http://schemas.openxmlformats.org/drawingml/2006/main">
              <a:ext uri="{FF2B5EF4-FFF2-40B4-BE49-F238E27FC236}">
                <a16:creationId xmlns:a16="http://schemas.microsoft.com/office/drawing/2014/main" id="{518863CA-1CFB-4BEA-A3A2-44794E7D4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8959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B4C6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999" name="bootstrap-bottom-14x14-r14-c13">
            <a:extLst xmlns:a="http://schemas.openxmlformats.org/drawingml/2006/main">
              <a:ext uri="{FF2B5EF4-FFF2-40B4-BE49-F238E27FC236}">
                <a16:creationId xmlns:a16="http://schemas.microsoft.com/office/drawing/2014/main" id="{CFCC2213-E50D-431D-9AD8-A25D69A34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8959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9E3"/>
          </a:solidFill>
          <a:ln xmlns:a="http://schemas.openxmlformats.org/drawingml/2006/main" w="1143">
            <a:solidFill>
              <a:srgbClr val="FFFFFF"/>
            </a:solidFill>
            <a:prstDash val="solid"/>
          </a:ln>
        </p:spPr>
      </p:sp>
      <p:sp>
        <p:nvSpPr>
          <p:cNvPr id="1000" name="bootstrap-bottom-14x14-r14-c14">
            <a:extLst xmlns:a="http://schemas.openxmlformats.org/drawingml/2006/main">
              <a:ext uri="{FF2B5EF4-FFF2-40B4-BE49-F238E27FC236}">
                <a16:creationId xmlns:a16="http://schemas.microsoft.com/office/drawing/2014/main" id="{23655A95-449E-4374-B60D-2BC13B41D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895975"/>
            <a:ext cx="76962" cy="76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CDD5D9"/>
            </a:solidFill>
            <a:prstDash val="solid"/>
          </a:ln>
        </p:spPr>
      </p:sp>
      <p:sp>
        <p:nvSpPr>
          <p:cNvPr id="1001" name="ellipsis-1">
            <a:extLst xmlns:a="http://schemas.openxmlformats.org/drawingml/2006/main">
              <a:ext uri="{FF2B5EF4-FFF2-40B4-BE49-F238E27FC236}">
                <a16:creationId xmlns:a16="http://schemas.microsoft.com/office/drawing/2014/main" id="{0F0A9179-B4E3-4E1F-BB2F-C52634766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495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2" name="ellipsis-2">
            <a:extLst xmlns:a="http://schemas.openxmlformats.org/drawingml/2006/main">
              <a:ext uri="{FF2B5EF4-FFF2-40B4-BE49-F238E27FC236}">
                <a16:creationId xmlns:a16="http://schemas.microsoft.com/office/drawing/2014/main" id="{175B0ABD-EE8F-4F1A-B414-303BEE596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648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3" name="ellipsis-3">
            <a:extLst xmlns:a="http://schemas.openxmlformats.org/drawingml/2006/main">
              <a:ext uri="{FF2B5EF4-FFF2-40B4-BE49-F238E27FC236}">
                <a16:creationId xmlns:a16="http://schemas.microsoft.com/office/drawing/2014/main" id="{382D8F9A-9E33-479C-B0AC-23BF2D384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800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126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174340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2026-08-18T12:42:06.3570000Z</dcterms:created>
  <dcterms:modified xsi:type="dcterms:W3CDTF">2026-08-18T12:42:06.3570000Z</dcterms:modified>
</coreProperties>
</file>