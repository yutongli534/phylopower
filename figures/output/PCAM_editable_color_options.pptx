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10f585ef64baa" /><Relationship Type="http://schemas.openxmlformats.org/officeDocument/2006/relationships/extended-properties" Target="/docProps/app.xml" Id="R28f59d986e7345bd" /><Relationship Type="http://schemas.openxmlformats.org/officeDocument/2006/relationships/officeDocument" Target="/ppt/presentation.xml" Id="R06e20f807e39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ff52146b84ee7"/>
  </p:sldMasterIdLst>
  <p:notesMasterIdLst>
    <p:notesMasterId xmlns:r="http://schemas.openxmlformats.org/officeDocument/2006/relationships" r:id="R4a963f71b9f541a8"/>
  </p:notesMasterIdLst>
  <p:sldIdLst>
    <p:sldId xmlns:r="http://schemas.openxmlformats.org/officeDocument/2006/relationships" id="256" r:id="R7c957f3d17f048ed"/>
    <p:sldId xmlns:r="http://schemas.openxmlformats.org/officeDocument/2006/relationships" id="257" r:id="R7d98d6426278407a"/>
    <p:sldId xmlns:r="http://schemas.openxmlformats.org/officeDocument/2006/relationships" id="258" r:id="Re69c12cf973b44a4"/>
    <p:sldId xmlns:r="http://schemas.openxmlformats.org/officeDocument/2006/relationships" id="259" r:id="Re553b291eaab488a"/>
    <p:sldId xmlns:r="http://schemas.openxmlformats.org/officeDocument/2006/relationships" id="260" r:id="Re239adfe73604d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0822cb1c4f4930" /><Relationship Type="http://schemas.openxmlformats.org/officeDocument/2006/relationships/slideMaster" Target="/ppt/slideMasters/slideMaster1.xml" Id="R964ff52146b84ee7" /><Relationship Type="http://schemas.openxmlformats.org/officeDocument/2006/relationships/notesMaster" Target="/ppt/notesMasters/notesMaster1.xml" Id="R4a963f71b9f541a8" /><Relationship Type="http://schemas.openxmlformats.org/officeDocument/2006/relationships/presProps" Target="/ppt/presProps.xml" Id="R748c4b97367949da" /><Relationship Type="http://schemas.openxmlformats.org/officeDocument/2006/relationships/tableStyles" Target="/ppt/tableStyles.xml" Id="Rc475f1f6e96342a8" /><Relationship Type="http://schemas.openxmlformats.org/officeDocument/2006/relationships/slide" Target="/ppt/slides/slide1.xml" Id="R7c957f3d17f048ed" /><Relationship Type="http://schemas.openxmlformats.org/officeDocument/2006/relationships/slide" Target="/ppt/slides/slide2.xml" Id="R7d98d6426278407a" /><Relationship Type="http://schemas.openxmlformats.org/officeDocument/2006/relationships/slide" Target="/ppt/slides/slide3.xml" Id="Re69c12cf973b44a4" /><Relationship Type="http://schemas.openxmlformats.org/officeDocument/2006/relationships/slide" Target="/ppt/slides/slide4.xml" Id="Re553b291eaab488a" /><Relationship Type="http://schemas.openxmlformats.org/officeDocument/2006/relationships/slide" Target="/ppt/slides/slide5.xml" Id="Re239adfe73604d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354cd14db74d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9ec0f270a04e24" /><Relationship Type="http://schemas.openxmlformats.org/officeDocument/2006/relationships/notesMaster" Target="/ppt/notesMasters/notesMaster1.xml" Id="Rd0a6db98a15b4c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a0e5fa7dd489a" /><Relationship Type="http://schemas.openxmlformats.org/officeDocument/2006/relationships/notesMaster" Target="/ppt/notesMasters/notesMaster1.xml" Id="R4eb4562f7d65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17f34137954c27" /><Relationship Type="http://schemas.openxmlformats.org/officeDocument/2006/relationships/notesMaster" Target="/ppt/notesMasters/notesMaster1.xml" Id="Ra06c16f54c134f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8c2fe1127b46fa" /><Relationship Type="http://schemas.openxmlformats.org/officeDocument/2006/relationships/notesMaster" Target="/ppt/notesMasters/notesMaster1.xml" Id="R82ed0d8dd9044b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c07c41b4544ed7" /><Relationship Type="http://schemas.openxmlformats.org/officeDocument/2006/relationships/notesMaster" Target="/ppt/notesMasters/notesMaster1.xml" Id="R6bee8208abf8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codex-clipboard-27787804-124a-4d08-8c8b-98fd202c07d8.png</a:t>
            </a:r>
          </a:p>
          <a:p xmlns:a="http://schemas.openxmlformats.org/drawingml/2006/main">
            <a:r>
              <a:t>- Recreated as native PowerPoint shapes. Every matrix cell, stacked segment, marker, branch, label, and arrow is independently editable.</a:t>
            </a:r>
          </a:p>
          <a:p xmlns:a="http://schemas.openxmlformats.org/drawingml/2006/main">
            <a:r>
              <a:t>- Palette: OPTION A · MUTED BOTANICAL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codex-clipboard-27787804-124a-4d08-8c8b-98fd202c07d8.png</a:t>
            </a:r>
          </a:p>
          <a:p xmlns:a="http://schemas.openxmlformats.org/drawingml/2006/main">
            <a:r>
              <a:t>- Recreated as native PowerPoint shapes. Every matrix cell, stacked segment, marker, branch, label, and arrow is independently editable.</a:t>
            </a:r>
          </a:p>
          <a:p xmlns:a="http://schemas.openxmlformats.org/drawingml/2006/main">
            <a:r>
              <a:t>- Palette: OPTION B · COOL SCIENTIFIC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codex-clipboard-27787804-124a-4d08-8c8b-98fd202c07d8.png</a:t>
            </a:r>
          </a:p>
          <a:p xmlns:a="http://schemas.openxmlformats.org/drawingml/2006/main">
            <a:r>
              <a:t>- Recreated as native PowerPoint shapes. Every matrix cell, stacked segment, marker, branch, label, and arrow is independently editable.</a:t>
            </a:r>
          </a:p>
          <a:p xmlns:a="http://schemas.openxmlformats.org/drawingml/2006/main">
            <a:r>
              <a:t>- Palette: OPTION C · COLOR-BLIND SAFE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codex-clipboard-27787804-124a-4d08-8c8b-98fd202c07d8.png</a:t>
            </a:r>
          </a:p>
          <a:p xmlns:a="http://schemas.openxmlformats.org/drawingml/2006/main">
            <a:r>
              <a:t>- Recreated as native PowerPoint shapes. Every matrix cell, stacked segment, marker, branch, label, and arrow is independently editable.</a:t>
            </a:r>
          </a:p>
          <a:p xmlns:a="http://schemas.openxmlformats.org/drawingml/2006/main">
            <a:r>
              <a:t>- Palette: OPTION D · DUSTY PASTELS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codex-clipboard-27787804-124a-4d08-8c8b-98fd202c07d8.png</a:t>
            </a:r>
          </a:p>
          <a:p xmlns:a="http://schemas.openxmlformats.org/drawingml/2006/main">
            <a:r>
              <a:t>- Recreated as native PowerPoint shapes. Every matrix cell, stacked segment, marker, branch, label, and arrow is independently editable.</a:t>
            </a:r>
          </a:p>
          <a:p xmlns:a="http://schemas.openxmlformats.org/drawingml/2006/main">
            <a:r>
              <a:t>- Palette: OPTION E · NEUTRAL + ACCENT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2b686ce1742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3318973843498e" /><Relationship Type="http://schemas.openxmlformats.org/officeDocument/2006/relationships/slideLayout" Target="/ppt/slideLayouts/slideLayout1.xml" Id="R88d41e78c88c44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d41e78c88c44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856102868448f" /><Relationship Type="http://schemas.openxmlformats.org/officeDocument/2006/relationships/notesSlide" Target="/ppt/notesSlides/notesSlide1.xml" Id="R7721a3b52d9641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e87c02c0b4b38" /><Relationship Type="http://schemas.openxmlformats.org/officeDocument/2006/relationships/notesSlide" Target="/ppt/notesSlides/notesSlide2.xml" Id="R4732377f06e44d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b355aec5d4d52" /><Relationship Type="http://schemas.openxmlformats.org/officeDocument/2006/relationships/notesSlide" Target="/ppt/notesSlides/notesSlide3.xml" Id="R53abc55f22934b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9d6fe1d10460e" /><Relationship Type="http://schemas.openxmlformats.org/officeDocument/2006/relationships/notesSlide" Target="/ppt/notesSlides/notesSlide4.xml" Id="R899c7447c93c4b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25a0ee907400e" /><Relationship Type="http://schemas.openxmlformats.org/officeDocument/2006/relationships/notesSlide" Target="/ppt/notesSlides/notesSlide5.xml" Id="Ra2a1b36216574f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option-1-panel">
            <a:extLst xmlns:a="http://schemas.openxmlformats.org/drawingml/2006/main">
              <a:ext uri="{FF2B5EF4-FFF2-40B4-BE49-F238E27FC236}">
                <a16:creationId xmlns:a16="http://schemas.microsoft.com/office/drawing/2014/main" id="{28ACBA73-65A6-4ED9-B3EA-E53FA30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76300"/>
            <a:ext cx="11334750" cy="54483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ED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ption-1-root-left">
            <a:extLst xmlns:a="http://schemas.openxmlformats.org/drawingml/2006/main">
              <a:ext uri="{FF2B5EF4-FFF2-40B4-BE49-F238E27FC236}">
                <a16:creationId xmlns:a16="http://schemas.microsoft.com/office/drawing/2014/main" id="{568D986E-26E3-4939-93E6-AB6F4143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3" name="option-1-root-vertical">
            <a:extLst xmlns:a="http://schemas.openxmlformats.org/drawingml/2006/main">
              <a:ext uri="{FF2B5EF4-FFF2-40B4-BE49-F238E27FC236}">
                <a16:creationId xmlns:a16="http://schemas.microsoft.com/office/drawing/2014/main" id="{A27865F7-1E6D-471B-B5A4-C3BED70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4" name="option-1-top-clade-link">
            <a:extLst xmlns:a="http://schemas.openxmlformats.org/drawingml/2006/main">
              <a:ext uri="{FF2B5EF4-FFF2-40B4-BE49-F238E27FC236}">
                <a16:creationId xmlns:a16="http://schemas.microsoft.com/office/drawing/2014/main" id="{0A3725D8-0CFD-45BA-A9AD-92733D56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5" name="option-1-bottom-clade-link">
            <a:extLst xmlns:a="http://schemas.openxmlformats.org/drawingml/2006/main">
              <a:ext uri="{FF2B5EF4-FFF2-40B4-BE49-F238E27FC236}">
                <a16:creationId xmlns:a16="http://schemas.microsoft.com/office/drawing/2014/main" id="{8D6B93E1-4391-454F-AD64-BCDF0FBD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6" name="option-1-top-clade-vertical">
            <a:extLst xmlns:a="http://schemas.openxmlformats.org/drawingml/2006/main">
              <a:ext uri="{FF2B5EF4-FFF2-40B4-BE49-F238E27FC236}">
                <a16:creationId xmlns:a16="http://schemas.microsoft.com/office/drawing/2014/main" id="{F748D48E-F927-48F5-8731-035CD8DC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9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7" name="option-1-top-subclade-link">
            <a:extLst xmlns:a="http://schemas.openxmlformats.org/drawingml/2006/main">
              <a:ext uri="{FF2B5EF4-FFF2-40B4-BE49-F238E27FC236}">
                <a16:creationId xmlns:a16="http://schemas.microsoft.com/office/drawing/2014/main" id="{81CD3687-D879-44C3-B71B-793A6FE6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09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8" name="option-1-top-subclade-vertical">
            <a:extLst xmlns:a="http://schemas.openxmlformats.org/drawingml/2006/main">
              <a:ext uri="{FF2B5EF4-FFF2-40B4-BE49-F238E27FC236}">
                <a16:creationId xmlns:a16="http://schemas.microsoft.com/office/drawing/2014/main" id="{5202541E-ADD1-4C01-8137-D7F87C39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9" name="option-1-top-leaf-1">
            <a:extLst xmlns:a="http://schemas.openxmlformats.org/drawingml/2006/main">
              <a:ext uri="{FF2B5EF4-FFF2-40B4-BE49-F238E27FC236}">
                <a16:creationId xmlns:a16="http://schemas.microsoft.com/office/drawing/2014/main" id="{A62EF038-9649-4AEA-9440-DA4806B1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0" name="option-1-top-leaf-2">
            <a:extLst xmlns:a="http://schemas.openxmlformats.org/drawingml/2006/main">
              <a:ext uri="{FF2B5EF4-FFF2-40B4-BE49-F238E27FC236}">
                <a16:creationId xmlns:a16="http://schemas.microsoft.com/office/drawing/2014/main" id="{0EA467FA-C3BC-465A-B6FA-75A6E19F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09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1" name="option-1-top-leaf-3">
            <a:extLst xmlns:a="http://schemas.openxmlformats.org/drawingml/2006/main">
              <a:ext uri="{FF2B5EF4-FFF2-40B4-BE49-F238E27FC236}">
                <a16:creationId xmlns:a16="http://schemas.microsoft.com/office/drawing/2014/main" id="{B3B82788-1FED-45C6-A2C2-322C70D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2" name="option-1-bottom-clade-vertical">
            <a:extLst xmlns:a="http://schemas.openxmlformats.org/drawingml/2006/main">
              <a:ext uri="{FF2B5EF4-FFF2-40B4-BE49-F238E27FC236}">
                <a16:creationId xmlns:a16="http://schemas.microsoft.com/office/drawing/2014/main" id="{85509B38-B230-4208-9BE0-0DC8A3F0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14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3" name="option-1-bottom-subclade-link">
            <a:extLst xmlns:a="http://schemas.openxmlformats.org/drawingml/2006/main">
              <a:ext uri="{FF2B5EF4-FFF2-40B4-BE49-F238E27FC236}">
                <a16:creationId xmlns:a16="http://schemas.microsoft.com/office/drawing/2014/main" id="{03926046-6A28-486A-B408-A2B839D5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4" name="option-1-bottom-subclade-vertical">
            <a:extLst xmlns:a="http://schemas.openxmlformats.org/drawingml/2006/main">
              <a:ext uri="{FF2B5EF4-FFF2-40B4-BE49-F238E27FC236}">
                <a16:creationId xmlns:a16="http://schemas.microsoft.com/office/drawing/2014/main" id="{1F3993CE-D2BC-47EF-8C06-307B9BBC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5" name="option-1-bottom-leaf-1">
            <a:extLst xmlns:a="http://schemas.openxmlformats.org/drawingml/2006/main">
              <a:ext uri="{FF2B5EF4-FFF2-40B4-BE49-F238E27FC236}">
                <a16:creationId xmlns:a16="http://schemas.microsoft.com/office/drawing/2014/main" id="{14FE9A08-4B24-4D32-8355-E2313A82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6" name="option-1-bottom-leaf-2">
            <a:extLst xmlns:a="http://schemas.openxmlformats.org/drawingml/2006/main">
              <a:ext uri="{FF2B5EF4-FFF2-40B4-BE49-F238E27FC236}">
                <a16:creationId xmlns:a16="http://schemas.microsoft.com/office/drawing/2014/main" id="{649FE68F-D6A6-4DC5-8DFC-ECBF1D7B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14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7" name="option-1-bottom-leaf-3">
            <a:extLst xmlns:a="http://schemas.openxmlformats.org/drawingml/2006/main">
              <a:ext uri="{FF2B5EF4-FFF2-40B4-BE49-F238E27FC236}">
                <a16:creationId xmlns:a16="http://schemas.microsoft.com/office/drawing/2014/main" id="{4FA2F144-C7BA-47C4-86C5-40E187E4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383D"/>
            </a:solidFill>
            <a:prstDash val="solid"/>
          </a:ln>
        </p:spPr>
      </p:sp>
      <p:sp>
        <p:nvSpPr>
          <p:cNvPr id="18" name="option-1-label">
            <a:extLst xmlns:a="http://schemas.openxmlformats.org/drawingml/2006/main">
              <a:ext uri="{FF2B5EF4-FFF2-40B4-BE49-F238E27FC236}">
                <a16:creationId xmlns:a16="http://schemas.microsoft.com/office/drawing/2014/main" id="{3B52E1E4-28FF-4942-A178-7E8A5C31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83D"/>
                </a:solidFill>
              </a:defRPr>
            </a:pPr>
            <a:r>
              <a:rPr sz="1650" b="1">
                <a:solidFill>
                  <a:srgbClr val="25383D"/>
                </a:solidFill>
              </a:rPr>
              <a:t>OPTION A · MUTED BOTANICAL</a:t>
            </a:r>
          </a:p>
        </p:txBody>
      </p:sp>
      <p:sp>
        <p:nvSpPr>
          <p:cNvPr id="19" name="option-1-matrix-title">
            <a:extLst xmlns:a="http://schemas.openxmlformats.org/drawingml/2006/main">
              <a:ext uri="{FF2B5EF4-FFF2-40B4-BE49-F238E27FC236}">
                <a16:creationId xmlns:a16="http://schemas.microsoft.com/office/drawing/2014/main" id="{D14ED322-FFFA-479C-9DA9-0835B31D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81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5383D"/>
                </a:solidFill>
              </a:defRPr>
            </a:pPr>
            <a:r>
              <a:rPr sz="2625" b="1">
                <a:solidFill>
                  <a:srgbClr val="25383D"/>
                </a:solidFill>
              </a:rPr>
              <a:t>Taxon × Sample</a:t>
            </a:r>
          </a:p>
        </p:txBody>
      </p:sp>
      <p:sp>
        <p:nvSpPr>
          <p:cNvPr id="20" name="option-1-pcam-title">
            <a:extLst xmlns:a="http://schemas.openxmlformats.org/drawingml/2006/main">
              <a:ext uri="{FF2B5EF4-FFF2-40B4-BE49-F238E27FC236}">
                <a16:creationId xmlns:a16="http://schemas.microsoft.com/office/drawing/2014/main" id="{B474FF3E-F6CA-43D4-8F09-5A51167C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62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5383D"/>
                </a:solidFill>
              </a:defRPr>
            </a:pPr>
            <a:r>
              <a:rPr sz="3150" b="0">
                <a:solidFill>
                  <a:srgbClr val="25383D"/>
                </a:solidFill>
              </a:rPr>
              <a:t>PCAM</a:t>
            </a:r>
          </a:p>
        </p:txBody>
      </p:sp>
      <p:sp>
        <p:nvSpPr>
          <p:cNvPr id="21" name="option-1-matrix-r1-c1">
            <a:extLst xmlns:a="http://schemas.openxmlformats.org/drawingml/2006/main">
              <a:ext uri="{FF2B5EF4-FFF2-40B4-BE49-F238E27FC236}">
                <a16:creationId xmlns:a16="http://schemas.microsoft.com/office/drawing/2014/main" id="{8BDA9C92-E6F1-4296-A1AA-5DCB5F1D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6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2" name="option-1-matrix-r1-c2">
            <a:extLst xmlns:a="http://schemas.openxmlformats.org/drawingml/2006/main">
              <a:ext uri="{FF2B5EF4-FFF2-40B4-BE49-F238E27FC236}">
                <a16:creationId xmlns:a16="http://schemas.microsoft.com/office/drawing/2014/main" id="{E89D4C89-E786-42A8-B66B-7ED7D222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FC4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3" name="option-1-matrix-r1-c3">
            <a:extLst xmlns:a="http://schemas.openxmlformats.org/drawingml/2006/main">
              <a:ext uri="{FF2B5EF4-FFF2-40B4-BE49-F238E27FC236}">
                <a16:creationId xmlns:a16="http://schemas.microsoft.com/office/drawing/2014/main" id="{48C912E1-57C6-459B-8FAB-C56BA667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1A0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4" name="option-1-matrix-r1-c4">
            <a:extLst xmlns:a="http://schemas.openxmlformats.org/drawingml/2006/main">
              <a:ext uri="{FF2B5EF4-FFF2-40B4-BE49-F238E27FC236}">
                <a16:creationId xmlns:a16="http://schemas.microsoft.com/office/drawing/2014/main" id="{0616EC92-C7D0-4D97-A119-9A6B7CFA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67E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5" name="option-1-matrix-r2-c1">
            <a:extLst xmlns:a="http://schemas.openxmlformats.org/drawingml/2006/main">
              <a:ext uri="{FF2B5EF4-FFF2-40B4-BE49-F238E27FC236}">
                <a16:creationId xmlns:a16="http://schemas.microsoft.com/office/drawing/2014/main" id="{07809B99-A46D-44B5-97EA-C7E4BABD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0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6" name="option-1-matrix-r2-c2">
            <a:extLst xmlns:a="http://schemas.openxmlformats.org/drawingml/2006/main">
              <a:ext uri="{FF2B5EF4-FFF2-40B4-BE49-F238E27FC236}">
                <a16:creationId xmlns:a16="http://schemas.microsoft.com/office/drawing/2014/main" id="{4E559DCC-F06A-4229-AD8D-0FE9C22F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6DC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7" name="option-1-matrix-r2-c3">
            <a:extLst xmlns:a="http://schemas.openxmlformats.org/drawingml/2006/main">
              <a:ext uri="{FF2B5EF4-FFF2-40B4-BE49-F238E27FC236}">
                <a16:creationId xmlns:a16="http://schemas.microsoft.com/office/drawing/2014/main" id="{F3458AB8-1107-4697-964B-CDA4EFB1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3C6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8" name="option-1-matrix-r2-c4">
            <a:extLst xmlns:a="http://schemas.openxmlformats.org/drawingml/2006/main">
              <a:ext uri="{FF2B5EF4-FFF2-40B4-BE49-F238E27FC236}">
                <a16:creationId xmlns:a16="http://schemas.microsoft.com/office/drawing/2014/main" id="{0F4E8DAD-C679-4C82-807C-64628281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2B2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29" name="option-1-matrix-r3-c1">
            <a:extLst xmlns:a="http://schemas.openxmlformats.org/drawingml/2006/main">
              <a:ext uri="{FF2B5EF4-FFF2-40B4-BE49-F238E27FC236}">
                <a16:creationId xmlns:a16="http://schemas.microsoft.com/office/drawing/2014/main" id="{8F3FDF1C-FE3B-4399-B66C-51E5A04D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EB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0" name="option-1-matrix-r3-c2">
            <a:extLst xmlns:a="http://schemas.openxmlformats.org/drawingml/2006/main">
              <a:ext uri="{FF2B5EF4-FFF2-40B4-BE49-F238E27FC236}">
                <a16:creationId xmlns:a16="http://schemas.microsoft.com/office/drawing/2014/main" id="{794A2BD2-04D3-46C2-85AC-B2F2818A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1D1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1" name="option-1-matrix-r3-c3">
            <a:extLst xmlns:a="http://schemas.openxmlformats.org/drawingml/2006/main">
              <a:ext uri="{FF2B5EF4-FFF2-40B4-BE49-F238E27FC236}">
                <a16:creationId xmlns:a16="http://schemas.microsoft.com/office/drawing/2014/main" id="{5A0F9998-036A-48BA-BEA9-0F044E35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BB4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2" name="option-1-matrix-r3-c4">
            <a:extLst xmlns:a="http://schemas.openxmlformats.org/drawingml/2006/main">
              <a:ext uri="{FF2B5EF4-FFF2-40B4-BE49-F238E27FC236}">
                <a16:creationId xmlns:a16="http://schemas.microsoft.com/office/drawing/2014/main" id="{93765816-3EE2-4372-AC5C-8EEFE996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89A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3" name="option-1-matrix-r4-c1">
            <a:extLst xmlns:a="http://schemas.openxmlformats.org/drawingml/2006/main">
              <a:ext uri="{FF2B5EF4-FFF2-40B4-BE49-F238E27FC236}">
                <a16:creationId xmlns:a16="http://schemas.microsoft.com/office/drawing/2014/main" id="{DE0C818F-6FB4-40E7-A842-15F620E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E1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4" name="option-1-matrix-r4-c2">
            <a:extLst xmlns:a="http://schemas.openxmlformats.org/drawingml/2006/main">
              <a:ext uri="{FF2B5EF4-FFF2-40B4-BE49-F238E27FC236}">
                <a16:creationId xmlns:a16="http://schemas.microsoft.com/office/drawing/2014/main" id="{8A9067F5-538F-4F93-8975-A28AC87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BBB9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5" name="option-1-matrix-r4-c3">
            <a:extLst xmlns:a="http://schemas.openxmlformats.org/drawingml/2006/main">
              <a:ext uri="{FF2B5EF4-FFF2-40B4-BE49-F238E27FC236}">
                <a16:creationId xmlns:a16="http://schemas.microsoft.com/office/drawing/2014/main" id="{7888063E-4EBA-43DD-9816-4D784C01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908D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6" name="option-1-matrix-r4-c4">
            <a:extLst xmlns:a="http://schemas.openxmlformats.org/drawingml/2006/main">
              <a:ext uri="{FF2B5EF4-FFF2-40B4-BE49-F238E27FC236}">
                <a16:creationId xmlns:a16="http://schemas.microsoft.com/office/drawing/2014/main" id="{5A230F23-5D8C-4DAA-AA9B-8E733993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6965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7" name="option-1-matrix-r5-c1">
            <a:extLst xmlns:a="http://schemas.openxmlformats.org/drawingml/2006/main">
              <a:ext uri="{FF2B5EF4-FFF2-40B4-BE49-F238E27FC236}">
                <a16:creationId xmlns:a16="http://schemas.microsoft.com/office/drawing/2014/main" id="{8AB1D345-CD1C-4F2B-A00A-FAD99222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DE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8" name="option-1-matrix-r5-c2">
            <a:extLst xmlns:a="http://schemas.openxmlformats.org/drawingml/2006/main">
              <a:ext uri="{FF2B5EF4-FFF2-40B4-BE49-F238E27FC236}">
                <a16:creationId xmlns:a16="http://schemas.microsoft.com/office/drawing/2014/main" id="{1AB7B004-2EA7-4548-8D7C-DC90C529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8B2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39" name="option-1-matrix-r5-c3">
            <a:extLst xmlns:a="http://schemas.openxmlformats.org/drawingml/2006/main">
              <a:ext uri="{FF2B5EF4-FFF2-40B4-BE49-F238E27FC236}">
                <a16:creationId xmlns:a16="http://schemas.microsoft.com/office/drawing/2014/main" id="{BB513866-4493-409A-A8F3-C10013E1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683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40" name="option-1-matrix-r5-c4">
            <a:extLst xmlns:a="http://schemas.openxmlformats.org/drawingml/2006/main">
              <a:ext uri="{FF2B5EF4-FFF2-40B4-BE49-F238E27FC236}">
                <a16:creationId xmlns:a16="http://schemas.microsoft.com/office/drawing/2014/main" id="{EC373B4C-A352-440A-868B-BA1193D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657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41" name="option-1-matrix-r6-c1">
            <a:extLst xmlns:a="http://schemas.openxmlformats.org/drawingml/2006/main">
              <a:ext uri="{FF2B5EF4-FFF2-40B4-BE49-F238E27FC236}">
                <a16:creationId xmlns:a16="http://schemas.microsoft.com/office/drawing/2014/main" id="{6FDBAE6D-E377-4C28-98B4-8C4132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DF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42" name="option-1-matrix-r6-c2">
            <a:extLst xmlns:a="http://schemas.openxmlformats.org/drawingml/2006/main">
              <a:ext uri="{FF2B5EF4-FFF2-40B4-BE49-F238E27FC236}">
                <a16:creationId xmlns:a16="http://schemas.microsoft.com/office/drawing/2014/main" id="{AD23F55E-01D3-46D0-B21A-69FDB774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AB5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43" name="option-1-matrix-r6-c3">
            <a:extLst xmlns:a="http://schemas.openxmlformats.org/drawingml/2006/main">
              <a:ext uri="{FF2B5EF4-FFF2-40B4-BE49-F238E27FC236}">
                <a16:creationId xmlns:a16="http://schemas.microsoft.com/office/drawing/2014/main" id="{83F1EA88-B212-4293-9C3D-6351EE2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287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44" name="option-1-matrix-r6-c4">
            <a:extLst xmlns:a="http://schemas.openxmlformats.org/drawingml/2006/main">
              <a:ext uri="{FF2B5EF4-FFF2-40B4-BE49-F238E27FC236}">
                <a16:creationId xmlns:a16="http://schemas.microsoft.com/office/drawing/2014/main" id="{683B3C9C-C548-40A7-844A-5BECF900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AD5D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45" name="option-1-taxon-marker-1">
            <a:extLst xmlns:a="http://schemas.openxmlformats.org/drawingml/2006/main">
              <a:ext uri="{FF2B5EF4-FFF2-40B4-BE49-F238E27FC236}">
                <a16:creationId xmlns:a16="http://schemas.microsoft.com/office/drawing/2014/main" id="{65D9D027-CF3F-45EB-8370-548EAC3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9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AD9A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6" name="option-1-taxon-marker-2">
            <a:extLst xmlns:a="http://schemas.openxmlformats.org/drawingml/2006/main">
              <a:ext uri="{FF2B5EF4-FFF2-40B4-BE49-F238E27FC236}">
                <a16:creationId xmlns:a16="http://schemas.microsoft.com/office/drawing/2014/main" id="{0B9201ED-DA61-4DF3-9A32-7BD39A9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95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DC3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7" name="option-1-taxon-marker-3">
            <a:extLst xmlns:a="http://schemas.openxmlformats.org/drawingml/2006/main">
              <a:ext uri="{FF2B5EF4-FFF2-40B4-BE49-F238E27FC236}">
                <a16:creationId xmlns:a16="http://schemas.microsoft.com/office/drawing/2014/main" id="{DD7CD78D-9402-4A57-8EB0-43E5FB06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95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95B0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8" name="option-1-taxon-marker-4">
            <a:extLst xmlns:a="http://schemas.openxmlformats.org/drawingml/2006/main">
              <a:ext uri="{FF2B5EF4-FFF2-40B4-BE49-F238E27FC236}">
                <a16:creationId xmlns:a16="http://schemas.microsoft.com/office/drawing/2014/main" id="{59CCF3EA-CAC1-42D3-8A10-45ADD6BC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00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8A87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9" name="option-1-taxon-marker-5">
            <a:extLst xmlns:a="http://schemas.openxmlformats.org/drawingml/2006/main">
              <a:ext uri="{FF2B5EF4-FFF2-40B4-BE49-F238E27FC236}">
                <a16:creationId xmlns:a16="http://schemas.microsoft.com/office/drawing/2014/main" id="{69E88807-4F21-46FC-918D-0C02B49A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00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17B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0" name="option-1-taxon-marker-6">
            <a:extLst xmlns:a="http://schemas.openxmlformats.org/drawingml/2006/main">
              <a:ext uri="{FF2B5EF4-FFF2-40B4-BE49-F238E27FC236}">
                <a16:creationId xmlns:a16="http://schemas.microsoft.com/office/drawing/2014/main" id="{DBEF1764-D203-48FC-88E8-F50546D1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00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BF80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1" name="option-1-internal-node-1">
            <a:extLst xmlns:a="http://schemas.openxmlformats.org/drawingml/2006/main">
              <a:ext uri="{FF2B5EF4-FFF2-40B4-BE49-F238E27FC236}">
                <a16:creationId xmlns:a16="http://schemas.microsoft.com/office/drawing/2014/main" id="{58D6B014-E246-4E58-B514-A73B20E0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ption-1-internal-node-2">
            <a:extLst xmlns:a="http://schemas.openxmlformats.org/drawingml/2006/main">
              <a:ext uri="{FF2B5EF4-FFF2-40B4-BE49-F238E27FC236}">
                <a16:creationId xmlns:a16="http://schemas.microsoft.com/office/drawing/2014/main" id="{FF6D63F8-10F0-4877-8DE3-E2C787D7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ption-1-internal-node-3">
            <a:extLst xmlns:a="http://schemas.openxmlformats.org/drawingml/2006/main">
              <a:ext uri="{FF2B5EF4-FFF2-40B4-BE49-F238E27FC236}">
                <a16:creationId xmlns:a16="http://schemas.microsoft.com/office/drawing/2014/main" id="{16885DB7-895C-4FD7-9F13-88EA62F0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ption-1-internal-node-4">
            <a:extLst xmlns:a="http://schemas.openxmlformats.org/drawingml/2006/main">
              <a:ext uri="{FF2B5EF4-FFF2-40B4-BE49-F238E27FC236}">
                <a16:creationId xmlns:a16="http://schemas.microsoft.com/office/drawing/2014/main" id="{ECC5BF1A-00AB-4248-88FD-EF7E2E36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9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ption-1-internal-node-5">
            <a:extLst xmlns:a="http://schemas.openxmlformats.org/drawingml/2006/main">
              <a:ext uri="{FF2B5EF4-FFF2-40B4-BE49-F238E27FC236}">
                <a16:creationId xmlns:a16="http://schemas.microsoft.com/office/drawing/2014/main" id="{111C1012-74A3-455E-977A-42055DB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ption-1-transformation-arrow">
            <a:extLst xmlns:a="http://schemas.openxmlformats.org/drawingml/2006/main">
              <a:ext uri="{FF2B5EF4-FFF2-40B4-BE49-F238E27FC236}">
                <a16:creationId xmlns:a16="http://schemas.microsoft.com/office/drawing/2014/main" id="{865852F5-5A51-474E-8233-297BE0EF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066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ption-1-stack-label-1">
            <a:extLst xmlns:a="http://schemas.openxmlformats.org/drawingml/2006/main">
              <a:ext uri="{FF2B5EF4-FFF2-40B4-BE49-F238E27FC236}">
                <a16:creationId xmlns:a16="http://schemas.microsoft.com/office/drawing/2014/main" id="{3B2B0836-0704-4898-89A5-FE8B5E0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83D"/>
                </a:solidFill>
              </a:defRPr>
            </a:pPr>
            <a:r>
              <a:rPr sz="1725" b="1">
                <a:solidFill>
                  <a:srgbClr val="25383D"/>
                </a:solidFill>
              </a:rPr>
              <a:t>s2+s3</a:t>
            </a:r>
          </a:p>
        </p:txBody>
      </p:sp>
      <p:sp>
        <p:nvSpPr>
          <p:cNvPr id="58" name="option-1-stack-1-segment-1">
            <a:extLst xmlns:a="http://schemas.openxmlformats.org/drawingml/2006/main">
              <a:ext uri="{FF2B5EF4-FFF2-40B4-BE49-F238E27FC236}">
                <a16:creationId xmlns:a16="http://schemas.microsoft.com/office/drawing/2014/main" id="{420497EE-811A-4C5B-8E3A-828CFE74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1A0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59" name="option-1-stack-1-segment-2">
            <a:extLst xmlns:a="http://schemas.openxmlformats.org/drawingml/2006/main">
              <a:ext uri="{FF2B5EF4-FFF2-40B4-BE49-F238E27FC236}">
                <a16:creationId xmlns:a16="http://schemas.microsoft.com/office/drawing/2014/main" id="{1020B6E7-528A-4FAE-A4B6-413CA22A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3C6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0" name="option-1-stack-1-segment-3">
            <a:extLst xmlns:a="http://schemas.openxmlformats.org/drawingml/2006/main">
              <a:ext uri="{FF2B5EF4-FFF2-40B4-BE49-F238E27FC236}">
                <a16:creationId xmlns:a16="http://schemas.microsoft.com/office/drawing/2014/main" id="{94B0E1CF-E8DA-4D90-A249-99ABD4A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BB4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1" name="option-1-stack-1-segment-4">
            <a:extLst xmlns:a="http://schemas.openxmlformats.org/drawingml/2006/main">
              <a:ext uri="{FF2B5EF4-FFF2-40B4-BE49-F238E27FC236}">
                <a16:creationId xmlns:a16="http://schemas.microsoft.com/office/drawing/2014/main" id="{FD80AE86-BFD0-493D-92B9-399FA77F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908D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2" name="option-1-stack-1-segment-5">
            <a:extLst xmlns:a="http://schemas.openxmlformats.org/drawingml/2006/main">
              <a:ext uri="{FF2B5EF4-FFF2-40B4-BE49-F238E27FC236}">
                <a16:creationId xmlns:a16="http://schemas.microsoft.com/office/drawing/2014/main" id="{E5C22A29-9B8D-40BE-B47E-B1405F4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683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3" name="option-1-stack-1-segment-6">
            <a:extLst xmlns:a="http://schemas.openxmlformats.org/drawingml/2006/main">
              <a:ext uri="{FF2B5EF4-FFF2-40B4-BE49-F238E27FC236}">
                <a16:creationId xmlns:a16="http://schemas.microsoft.com/office/drawing/2014/main" id="{CA6C8591-8562-4D37-8DCF-9041D3DC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287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4" name="option-1-stack-label-2">
            <a:extLst xmlns:a="http://schemas.openxmlformats.org/drawingml/2006/main">
              <a:ext uri="{FF2B5EF4-FFF2-40B4-BE49-F238E27FC236}">
                <a16:creationId xmlns:a16="http://schemas.microsoft.com/office/drawing/2014/main" id="{197F3954-D6D6-4B32-83C9-AC07B30D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83D"/>
                </a:solidFill>
              </a:defRPr>
            </a:pPr>
            <a:r>
              <a:rPr sz="1725" b="1">
                <a:solidFill>
                  <a:srgbClr val="25383D"/>
                </a:solidFill>
              </a:rPr>
              <a:t>s1+s4</a:t>
            </a:r>
          </a:p>
        </p:txBody>
      </p:sp>
      <p:sp>
        <p:nvSpPr>
          <p:cNvPr id="65" name="option-1-stack-2-segment-1">
            <a:extLst xmlns:a="http://schemas.openxmlformats.org/drawingml/2006/main">
              <a:ext uri="{FF2B5EF4-FFF2-40B4-BE49-F238E27FC236}">
                <a16:creationId xmlns:a16="http://schemas.microsoft.com/office/drawing/2014/main" id="{B198C13E-16A0-4A75-A057-5E0A6E54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67E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6" name="option-1-stack-2-segment-2">
            <a:extLst xmlns:a="http://schemas.openxmlformats.org/drawingml/2006/main">
              <a:ext uri="{FF2B5EF4-FFF2-40B4-BE49-F238E27FC236}">
                <a16:creationId xmlns:a16="http://schemas.microsoft.com/office/drawing/2014/main" id="{51F99436-3C9A-4E0F-A7A8-D1A4271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2B2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7" name="option-1-stack-2-segment-3">
            <a:extLst xmlns:a="http://schemas.openxmlformats.org/drawingml/2006/main">
              <a:ext uri="{FF2B5EF4-FFF2-40B4-BE49-F238E27FC236}">
                <a16:creationId xmlns:a16="http://schemas.microsoft.com/office/drawing/2014/main" id="{019C6B07-5995-4A87-8FD3-A7418AA3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89A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8" name="option-1-stack-2-segment-4">
            <a:extLst xmlns:a="http://schemas.openxmlformats.org/drawingml/2006/main">
              <a:ext uri="{FF2B5EF4-FFF2-40B4-BE49-F238E27FC236}">
                <a16:creationId xmlns:a16="http://schemas.microsoft.com/office/drawing/2014/main" id="{499388F6-CE96-4253-A311-23CC3F31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E1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69" name="option-1-stack-2-segment-5">
            <a:extLst xmlns:a="http://schemas.openxmlformats.org/drawingml/2006/main">
              <a:ext uri="{FF2B5EF4-FFF2-40B4-BE49-F238E27FC236}">
                <a16:creationId xmlns:a16="http://schemas.microsoft.com/office/drawing/2014/main" id="{F38FAF0F-D1A3-4349-A15F-0B42EF30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DE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0" name="option-1-stack-2-segment-6">
            <a:extLst xmlns:a="http://schemas.openxmlformats.org/drawingml/2006/main">
              <a:ext uri="{FF2B5EF4-FFF2-40B4-BE49-F238E27FC236}">
                <a16:creationId xmlns:a16="http://schemas.microsoft.com/office/drawing/2014/main" id="{A82D7B0D-477D-4F01-B032-7DB66788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DF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1" name="option-1-stack-label-3">
            <a:extLst xmlns:a="http://schemas.openxmlformats.org/drawingml/2006/main">
              <a:ext uri="{FF2B5EF4-FFF2-40B4-BE49-F238E27FC236}">
                <a16:creationId xmlns:a16="http://schemas.microsoft.com/office/drawing/2014/main" id="{1E08419D-CEE1-4C0A-B02D-FD36ABC8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83D"/>
                </a:solidFill>
              </a:defRPr>
            </a:pPr>
            <a:r>
              <a:rPr sz="1725" b="1">
                <a:solidFill>
                  <a:srgbClr val="25383D"/>
                </a:solidFill>
              </a:rPr>
              <a:t>s1+s2</a:t>
            </a:r>
          </a:p>
        </p:txBody>
      </p:sp>
      <p:sp>
        <p:nvSpPr>
          <p:cNvPr id="72" name="option-1-stack-3-segment-1">
            <a:extLst xmlns:a="http://schemas.openxmlformats.org/drawingml/2006/main">
              <a:ext uri="{FF2B5EF4-FFF2-40B4-BE49-F238E27FC236}">
                <a16:creationId xmlns:a16="http://schemas.microsoft.com/office/drawing/2014/main" id="{98AFD587-E70D-47AB-80C2-65A77DC7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6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3" name="option-1-stack-3-segment-2">
            <a:extLst xmlns:a="http://schemas.openxmlformats.org/drawingml/2006/main">
              <a:ext uri="{FF2B5EF4-FFF2-40B4-BE49-F238E27FC236}">
                <a16:creationId xmlns:a16="http://schemas.microsoft.com/office/drawing/2014/main" id="{7DB07EC1-2DA7-4B46-86AA-8ACBB27B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0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4" name="option-1-stack-3-segment-3">
            <a:extLst xmlns:a="http://schemas.openxmlformats.org/drawingml/2006/main">
              <a:ext uri="{FF2B5EF4-FFF2-40B4-BE49-F238E27FC236}">
                <a16:creationId xmlns:a16="http://schemas.microsoft.com/office/drawing/2014/main" id="{C752C67D-D238-4253-A034-32118A8C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EB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5" name="option-1-stack-3-segment-4">
            <a:extLst xmlns:a="http://schemas.openxmlformats.org/drawingml/2006/main">
              <a:ext uri="{FF2B5EF4-FFF2-40B4-BE49-F238E27FC236}">
                <a16:creationId xmlns:a16="http://schemas.microsoft.com/office/drawing/2014/main" id="{D27F6E21-D3FF-4B41-8A79-D24429BC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908D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6" name="option-1-stack-3-segment-5">
            <a:extLst xmlns:a="http://schemas.openxmlformats.org/drawingml/2006/main">
              <a:ext uri="{FF2B5EF4-FFF2-40B4-BE49-F238E27FC236}">
                <a16:creationId xmlns:a16="http://schemas.microsoft.com/office/drawing/2014/main" id="{5563CD57-0188-4D6C-95A0-440F36B5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8B2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7" name="option-1-stack-3-segment-6">
            <a:extLst xmlns:a="http://schemas.openxmlformats.org/drawingml/2006/main">
              <a:ext uri="{FF2B5EF4-FFF2-40B4-BE49-F238E27FC236}">
                <a16:creationId xmlns:a16="http://schemas.microsoft.com/office/drawing/2014/main" id="{9478D96F-B788-4864-93BE-BA7330E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287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78" name="option-1-stack-label-4">
            <a:extLst xmlns:a="http://schemas.openxmlformats.org/drawingml/2006/main">
              <a:ext uri="{FF2B5EF4-FFF2-40B4-BE49-F238E27FC236}">
                <a16:creationId xmlns:a16="http://schemas.microsoft.com/office/drawing/2014/main" id="{6787F8E2-2F92-4EAB-B0FC-0FF4BDF5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83D"/>
                </a:solidFill>
              </a:defRPr>
            </a:pPr>
            <a:r>
              <a:rPr sz="1725" b="1">
                <a:solidFill>
                  <a:srgbClr val="25383D"/>
                </a:solidFill>
              </a:rPr>
              <a:t>s1+s4</a:t>
            </a:r>
          </a:p>
        </p:txBody>
      </p:sp>
      <p:sp>
        <p:nvSpPr>
          <p:cNvPr id="79" name="option-1-stack-4-segment-1">
            <a:extLst xmlns:a="http://schemas.openxmlformats.org/drawingml/2006/main">
              <a:ext uri="{FF2B5EF4-FFF2-40B4-BE49-F238E27FC236}">
                <a16:creationId xmlns:a16="http://schemas.microsoft.com/office/drawing/2014/main" id="{5D3A949F-7727-48B1-AD0A-B6CDC745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6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80" name="option-1-stack-4-segment-2">
            <a:extLst xmlns:a="http://schemas.openxmlformats.org/drawingml/2006/main">
              <a:ext uri="{FF2B5EF4-FFF2-40B4-BE49-F238E27FC236}">
                <a16:creationId xmlns:a16="http://schemas.microsoft.com/office/drawing/2014/main" id="{CEC6F69A-8F6B-4268-852B-5FF77888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0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81" name="option-1-stack-4-segment-3">
            <a:extLst xmlns:a="http://schemas.openxmlformats.org/drawingml/2006/main">
              <a:ext uri="{FF2B5EF4-FFF2-40B4-BE49-F238E27FC236}">
                <a16:creationId xmlns:a16="http://schemas.microsoft.com/office/drawing/2014/main" id="{A747F82E-2C4B-4F43-AA58-81D26686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EB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82" name="option-1-stack-4-segment-4">
            <a:extLst xmlns:a="http://schemas.openxmlformats.org/drawingml/2006/main">
              <a:ext uri="{FF2B5EF4-FFF2-40B4-BE49-F238E27FC236}">
                <a16:creationId xmlns:a16="http://schemas.microsoft.com/office/drawing/2014/main" id="{164F12E4-4195-4411-8519-4AB66596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6965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83" name="option-1-stack-4-segment-5">
            <a:extLst xmlns:a="http://schemas.openxmlformats.org/drawingml/2006/main">
              <a:ext uri="{FF2B5EF4-FFF2-40B4-BE49-F238E27FC236}">
                <a16:creationId xmlns:a16="http://schemas.microsoft.com/office/drawing/2014/main" id="{5964E315-9DDC-4E08-903E-89908722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657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84" name="option-1-stack-4-segment-6">
            <a:extLst xmlns:a="http://schemas.openxmlformats.org/drawingml/2006/main">
              <a:ext uri="{FF2B5EF4-FFF2-40B4-BE49-F238E27FC236}">
                <a16:creationId xmlns:a16="http://schemas.microsoft.com/office/drawing/2014/main" id="{88961BA2-05C2-4D37-A2E1-C2DB1760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AD5D"/>
          </a:solidFill>
          <a:ln xmlns:a="http://schemas.openxmlformats.org/drawingml/2006/main" w="19050">
            <a:solidFill>
              <a:srgbClr val="25383D"/>
            </a:solidFill>
            <a:prstDash val="solid"/>
          </a:ln>
        </p:spPr>
      </p:sp>
      <p:sp>
        <p:nvSpPr>
          <p:cNvPr id="85" name="option-1-ellipsis-1">
            <a:extLst xmlns:a="http://schemas.openxmlformats.org/drawingml/2006/main">
              <a:ext uri="{FF2B5EF4-FFF2-40B4-BE49-F238E27FC236}">
                <a16:creationId xmlns:a16="http://schemas.microsoft.com/office/drawing/2014/main" id="{6837B2D6-13AE-4071-8ECE-E152C544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option-1-ellipsis-2">
            <a:extLst xmlns:a="http://schemas.openxmlformats.org/drawingml/2006/main">
              <a:ext uri="{FF2B5EF4-FFF2-40B4-BE49-F238E27FC236}">
                <a16:creationId xmlns:a16="http://schemas.microsoft.com/office/drawing/2014/main" id="{C15D0671-9250-48E1-A5B1-5D626A7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option-1-ellipsis-3">
            <a:extLst xmlns:a="http://schemas.openxmlformats.org/drawingml/2006/main">
              <a:ext uri="{FF2B5EF4-FFF2-40B4-BE49-F238E27FC236}">
                <a16:creationId xmlns:a16="http://schemas.microsoft.com/office/drawing/2014/main" id="{6D77E981-2122-497B-8082-9E0A47B2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83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7020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option-2-panel">
            <a:extLst xmlns:a="http://schemas.openxmlformats.org/drawingml/2006/main">
              <a:ext uri="{FF2B5EF4-FFF2-40B4-BE49-F238E27FC236}">
                <a16:creationId xmlns:a16="http://schemas.microsoft.com/office/drawing/2014/main" id="{77E50122-59A6-4BC2-A600-E1FFC7A3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76300"/>
            <a:ext cx="11334750" cy="54483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ption-2-root-left">
            <a:extLst xmlns:a="http://schemas.openxmlformats.org/drawingml/2006/main">
              <a:ext uri="{FF2B5EF4-FFF2-40B4-BE49-F238E27FC236}">
                <a16:creationId xmlns:a16="http://schemas.microsoft.com/office/drawing/2014/main" id="{32CFBB0F-D0A9-41FE-BBE7-A2A80B4D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3" name="option-2-root-vertical">
            <a:extLst xmlns:a="http://schemas.openxmlformats.org/drawingml/2006/main">
              <a:ext uri="{FF2B5EF4-FFF2-40B4-BE49-F238E27FC236}">
                <a16:creationId xmlns:a16="http://schemas.microsoft.com/office/drawing/2014/main" id="{A53481B2-E5DA-45AC-B352-261C6E7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4" name="option-2-top-clade-link">
            <a:extLst xmlns:a="http://schemas.openxmlformats.org/drawingml/2006/main">
              <a:ext uri="{FF2B5EF4-FFF2-40B4-BE49-F238E27FC236}">
                <a16:creationId xmlns:a16="http://schemas.microsoft.com/office/drawing/2014/main" id="{C5E8E770-4A21-4CCF-913D-BDB470C4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5" name="option-2-bottom-clade-link">
            <a:extLst xmlns:a="http://schemas.openxmlformats.org/drawingml/2006/main">
              <a:ext uri="{FF2B5EF4-FFF2-40B4-BE49-F238E27FC236}">
                <a16:creationId xmlns:a16="http://schemas.microsoft.com/office/drawing/2014/main" id="{DE2ECA96-FD76-40A3-B1D0-7567E992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6" name="option-2-top-clade-vertical">
            <a:extLst xmlns:a="http://schemas.openxmlformats.org/drawingml/2006/main">
              <a:ext uri="{FF2B5EF4-FFF2-40B4-BE49-F238E27FC236}">
                <a16:creationId xmlns:a16="http://schemas.microsoft.com/office/drawing/2014/main" id="{A70C2A89-8378-41A4-A6AD-D3CD09C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9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7" name="option-2-top-subclade-link">
            <a:extLst xmlns:a="http://schemas.openxmlformats.org/drawingml/2006/main">
              <a:ext uri="{FF2B5EF4-FFF2-40B4-BE49-F238E27FC236}">
                <a16:creationId xmlns:a16="http://schemas.microsoft.com/office/drawing/2014/main" id="{E0DF11BC-1C51-4D95-A133-A163722C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09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8" name="option-2-top-subclade-vertical">
            <a:extLst xmlns:a="http://schemas.openxmlformats.org/drawingml/2006/main">
              <a:ext uri="{FF2B5EF4-FFF2-40B4-BE49-F238E27FC236}">
                <a16:creationId xmlns:a16="http://schemas.microsoft.com/office/drawing/2014/main" id="{AAAE27D8-A98E-4E61-9A1E-3A7A8241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9" name="option-2-top-leaf-1">
            <a:extLst xmlns:a="http://schemas.openxmlformats.org/drawingml/2006/main">
              <a:ext uri="{FF2B5EF4-FFF2-40B4-BE49-F238E27FC236}">
                <a16:creationId xmlns:a16="http://schemas.microsoft.com/office/drawing/2014/main" id="{30AB4952-0BCD-4EFB-9275-81AABA21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0" name="option-2-top-leaf-2">
            <a:extLst xmlns:a="http://schemas.openxmlformats.org/drawingml/2006/main">
              <a:ext uri="{FF2B5EF4-FFF2-40B4-BE49-F238E27FC236}">
                <a16:creationId xmlns:a16="http://schemas.microsoft.com/office/drawing/2014/main" id="{AD7C5AD7-E082-465B-9A21-110F5F5C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09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1" name="option-2-top-leaf-3">
            <a:extLst xmlns:a="http://schemas.openxmlformats.org/drawingml/2006/main">
              <a:ext uri="{FF2B5EF4-FFF2-40B4-BE49-F238E27FC236}">
                <a16:creationId xmlns:a16="http://schemas.microsoft.com/office/drawing/2014/main" id="{A420501B-7897-47C5-B28D-028C373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2" name="option-2-bottom-clade-vertical">
            <a:extLst xmlns:a="http://schemas.openxmlformats.org/drawingml/2006/main">
              <a:ext uri="{FF2B5EF4-FFF2-40B4-BE49-F238E27FC236}">
                <a16:creationId xmlns:a16="http://schemas.microsoft.com/office/drawing/2014/main" id="{3383A031-907C-4AF2-B185-BAE43940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14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3" name="option-2-bottom-subclade-link">
            <a:extLst xmlns:a="http://schemas.openxmlformats.org/drawingml/2006/main">
              <a:ext uri="{FF2B5EF4-FFF2-40B4-BE49-F238E27FC236}">
                <a16:creationId xmlns:a16="http://schemas.microsoft.com/office/drawing/2014/main" id="{B0AB4210-72EE-4219-AB44-B19B9A6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4" name="option-2-bottom-subclade-vertical">
            <a:extLst xmlns:a="http://schemas.openxmlformats.org/drawingml/2006/main">
              <a:ext uri="{FF2B5EF4-FFF2-40B4-BE49-F238E27FC236}">
                <a16:creationId xmlns:a16="http://schemas.microsoft.com/office/drawing/2014/main" id="{52B8AC21-2871-4DB2-AB47-C6F704CB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5" name="option-2-bottom-leaf-1">
            <a:extLst xmlns:a="http://schemas.openxmlformats.org/drawingml/2006/main">
              <a:ext uri="{FF2B5EF4-FFF2-40B4-BE49-F238E27FC236}">
                <a16:creationId xmlns:a16="http://schemas.microsoft.com/office/drawing/2014/main" id="{3478236A-8C16-4D16-86D2-182A592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6" name="option-2-bottom-leaf-2">
            <a:extLst xmlns:a="http://schemas.openxmlformats.org/drawingml/2006/main">
              <a:ext uri="{FF2B5EF4-FFF2-40B4-BE49-F238E27FC236}">
                <a16:creationId xmlns:a16="http://schemas.microsoft.com/office/drawing/2014/main" id="{6E708E7E-5D42-458A-BBAE-D03DE69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14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7" name="option-2-bottom-leaf-3">
            <a:extLst xmlns:a="http://schemas.openxmlformats.org/drawingml/2006/main">
              <a:ext uri="{FF2B5EF4-FFF2-40B4-BE49-F238E27FC236}">
                <a16:creationId xmlns:a16="http://schemas.microsoft.com/office/drawing/2014/main" id="{84D57FD0-9A44-4A5A-98C7-C97DA554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746"/>
            </a:solidFill>
            <a:prstDash val="solid"/>
          </a:ln>
        </p:spPr>
      </p:sp>
      <p:sp>
        <p:nvSpPr>
          <p:cNvPr id="18" name="option-2-label">
            <a:extLst xmlns:a="http://schemas.openxmlformats.org/drawingml/2006/main">
              <a:ext uri="{FF2B5EF4-FFF2-40B4-BE49-F238E27FC236}">
                <a16:creationId xmlns:a16="http://schemas.microsoft.com/office/drawing/2014/main" id="{6C69A05C-7BFE-40FB-AE44-ED75E8D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3746"/>
                </a:solidFill>
              </a:defRPr>
            </a:pPr>
            <a:r>
              <a:rPr sz="1650" b="1">
                <a:solidFill>
                  <a:srgbClr val="243746"/>
                </a:solidFill>
              </a:rPr>
              <a:t>OPTION B · COOL SCIENTIFIC</a:t>
            </a:r>
          </a:p>
        </p:txBody>
      </p:sp>
      <p:sp>
        <p:nvSpPr>
          <p:cNvPr id="19" name="option-2-matrix-title">
            <a:extLst xmlns:a="http://schemas.openxmlformats.org/drawingml/2006/main">
              <a:ext uri="{FF2B5EF4-FFF2-40B4-BE49-F238E27FC236}">
                <a16:creationId xmlns:a16="http://schemas.microsoft.com/office/drawing/2014/main" id="{FAF3799A-424D-4FFD-BAC8-AE080735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81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43746"/>
                </a:solidFill>
              </a:defRPr>
            </a:pPr>
            <a:r>
              <a:rPr sz="2625" b="1">
                <a:solidFill>
                  <a:srgbClr val="243746"/>
                </a:solidFill>
              </a:rPr>
              <a:t>Taxon × Sample</a:t>
            </a:r>
          </a:p>
        </p:txBody>
      </p:sp>
      <p:sp>
        <p:nvSpPr>
          <p:cNvPr id="20" name="option-2-pcam-title">
            <a:extLst xmlns:a="http://schemas.openxmlformats.org/drawingml/2006/main">
              <a:ext uri="{FF2B5EF4-FFF2-40B4-BE49-F238E27FC236}">
                <a16:creationId xmlns:a16="http://schemas.microsoft.com/office/drawing/2014/main" id="{B536D19F-4D46-44AF-AB86-A7CE9E46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62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43746"/>
                </a:solidFill>
              </a:defRPr>
            </a:pPr>
            <a:r>
              <a:rPr sz="3150" b="0">
                <a:solidFill>
                  <a:srgbClr val="243746"/>
                </a:solidFill>
              </a:rPr>
              <a:t>PCAM</a:t>
            </a:r>
          </a:p>
        </p:txBody>
      </p:sp>
      <p:sp>
        <p:nvSpPr>
          <p:cNvPr id="21" name="option-2-matrix-r1-c1">
            <a:extLst xmlns:a="http://schemas.openxmlformats.org/drawingml/2006/main">
              <a:ext uri="{FF2B5EF4-FFF2-40B4-BE49-F238E27FC236}">
                <a16:creationId xmlns:a16="http://schemas.microsoft.com/office/drawing/2014/main" id="{8663FDB7-6441-4A5C-BAA8-43A58E91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E7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2" name="option-2-matrix-r1-c2">
            <a:extLst xmlns:a="http://schemas.openxmlformats.org/drawingml/2006/main">
              <a:ext uri="{FF2B5EF4-FFF2-40B4-BE49-F238E27FC236}">
                <a16:creationId xmlns:a16="http://schemas.microsoft.com/office/drawing/2014/main" id="{CA16A55F-2324-4CC7-86E0-1AFE39CB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9C6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3" name="option-2-matrix-r1-c3">
            <a:extLst xmlns:a="http://schemas.openxmlformats.org/drawingml/2006/main">
              <a:ext uri="{FF2B5EF4-FFF2-40B4-BE49-F238E27FC236}">
                <a16:creationId xmlns:a16="http://schemas.microsoft.com/office/drawing/2014/main" id="{4E0E12B0-F705-4F25-BA7A-88B557DF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A3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4" name="option-2-matrix-r1-c4">
            <a:extLst xmlns:a="http://schemas.openxmlformats.org/drawingml/2006/main">
              <a:ext uri="{FF2B5EF4-FFF2-40B4-BE49-F238E27FC236}">
                <a16:creationId xmlns:a16="http://schemas.microsoft.com/office/drawing/2014/main" id="{84FFB8C6-3A80-4A41-86B2-01B83BF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983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5" name="option-2-matrix-r2-c1">
            <a:extLst xmlns:a="http://schemas.openxmlformats.org/drawingml/2006/main">
              <a:ext uri="{FF2B5EF4-FFF2-40B4-BE49-F238E27FC236}">
                <a16:creationId xmlns:a16="http://schemas.microsoft.com/office/drawing/2014/main" id="{2693BE59-8C11-4156-B745-44D62938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6" name="option-2-matrix-r2-c2">
            <a:extLst xmlns:a="http://schemas.openxmlformats.org/drawingml/2006/main">
              <a:ext uri="{FF2B5EF4-FFF2-40B4-BE49-F238E27FC236}">
                <a16:creationId xmlns:a16="http://schemas.microsoft.com/office/drawing/2014/main" id="{2D8D97C6-91C8-4205-A340-A50FFCF8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DD2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7" name="option-2-matrix-r2-c3">
            <a:extLst xmlns:a="http://schemas.openxmlformats.org/drawingml/2006/main">
              <a:ext uri="{FF2B5EF4-FFF2-40B4-BE49-F238E27FC236}">
                <a16:creationId xmlns:a16="http://schemas.microsoft.com/office/drawing/2014/main" id="{B4E805BA-63C5-41E7-A489-0093D8D3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DB6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8" name="option-2-matrix-r2-c4">
            <a:extLst xmlns:a="http://schemas.openxmlformats.org/drawingml/2006/main">
              <a:ext uri="{FF2B5EF4-FFF2-40B4-BE49-F238E27FC236}">
                <a16:creationId xmlns:a16="http://schemas.microsoft.com/office/drawing/2014/main" id="{3E5E72E9-6B15-4210-B6E6-919CAEDC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9D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29" name="option-2-matrix-r3-c1">
            <a:extLst xmlns:a="http://schemas.openxmlformats.org/drawingml/2006/main">
              <a:ext uri="{FF2B5EF4-FFF2-40B4-BE49-F238E27FC236}">
                <a16:creationId xmlns:a16="http://schemas.microsoft.com/office/drawing/2014/main" id="{D9E20593-5B39-47D4-9287-76325C55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F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0" name="option-2-matrix-r3-c2">
            <a:extLst xmlns:a="http://schemas.openxmlformats.org/drawingml/2006/main">
              <a:ext uri="{FF2B5EF4-FFF2-40B4-BE49-F238E27FC236}">
                <a16:creationId xmlns:a16="http://schemas.microsoft.com/office/drawing/2014/main" id="{C1572CEE-3227-47D2-8C78-D270B16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5DA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1" name="option-2-matrix-r3-c3">
            <a:extLst xmlns:a="http://schemas.openxmlformats.org/drawingml/2006/main">
              <a:ext uri="{FF2B5EF4-FFF2-40B4-BE49-F238E27FC236}">
                <a16:creationId xmlns:a16="http://schemas.microsoft.com/office/drawing/2014/main" id="{E41B0EBA-BB57-4513-B83E-50CD5F1F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2C2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2" name="option-2-matrix-r3-c4">
            <a:extLst xmlns:a="http://schemas.openxmlformats.org/drawingml/2006/main">
              <a:ext uri="{FF2B5EF4-FFF2-40B4-BE49-F238E27FC236}">
                <a16:creationId xmlns:a16="http://schemas.microsoft.com/office/drawing/2014/main" id="{96993A1E-778A-4171-BA9B-1A818326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1AD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3" name="option-2-matrix-r4-c1">
            <a:extLst xmlns:a="http://schemas.openxmlformats.org/drawingml/2006/main">
              <a:ext uri="{FF2B5EF4-FFF2-40B4-BE49-F238E27FC236}">
                <a16:creationId xmlns:a16="http://schemas.microsoft.com/office/drawing/2014/main" id="{E7143E34-5361-416E-8895-043B7C39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F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4" name="option-2-matrix-r4-c2">
            <a:extLst xmlns:a="http://schemas.openxmlformats.org/drawingml/2006/main">
              <a:ext uri="{FF2B5EF4-FFF2-40B4-BE49-F238E27FC236}">
                <a16:creationId xmlns:a16="http://schemas.microsoft.com/office/drawing/2014/main" id="{D5AACC85-8C21-4F95-BABB-DD9136A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6DA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5" name="option-2-matrix-r4-c3">
            <a:extLst xmlns:a="http://schemas.openxmlformats.org/drawingml/2006/main">
              <a:ext uri="{FF2B5EF4-FFF2-40B4-BE49-F238E27FC236}">
                <a16:creationId xmlns:a16="http://schemas.microsoft.com/office/drawing/2014/main" id="{50B6A164-5F73-4D5C-986C-18D9DD09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C4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6" name="option-2-matrix-r4-c4">
            <a:extLst xmlns:a="http://schemas.openxmlformats.org/drawingml/2006/main">
              <a:ext uri="{FF2B5EF4-FFF2-40B4-BE49-F238E27FC236}">
                <a16:creationId xmlns:a16="http://schemas.microsoft.com/office/drawing/2014/main" id="{E8B27A34-1AE3-42F3-AA86-5CC94E70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3AF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7" name="option-2-matrix-r5-c1">
            <a:extLst xmlns:a="http://schemas.openxmlformats.org/drawingml/2006/main">
              <a:ext uri="{FF2B5EF4-FFF2-40B4-BE49-F238E27FC236}">
                <a16:creationId xmlns:a16="http://schemas.microsoft.com/office/drawing/2014/main" id="{BC272EBF-2B10-4F3D-9DD2-C735D449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5EE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8" name="option-2-matrix-r5-c2">
            <a:extLst xmlns:a="http://schemas.openxmlformats.org/drawingml/2006/main">
              <a:ext uri="{FF2B5EF4-FFF2-40B4-BE49-F238E27FC236}">
                <a16:creationId xmlns:a16="http://schemas.microsoft.com/office/drawing/2014/main" id="{5ABB0C0F-5C21-43A0-A788-7178BC5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3D7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39" name="option-2-matrix-r5-c3">
            <a:extLst xmlns:a="http://schemas.openxmlformats.org/drawingml/2006/main">
              <a:ext uri="{FF2B5EF4-FFF2-40B4-BE49-F238E27FC236}">
                <a16:creationId xmlns:a16="http://schemas.microsoft.com/office/drawing/2014/main" id="{5CDD179C-9FAD-433C-BC51-206D415F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9DBE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40" name="option-2-matrix-r5-c4">
            <a:extLst xmlns:a="http://schemas.openxmlformats.org/drawingml/2006/main">
              <a:ext uri="{FF2B5EF4-FFF2-40B4-BE49-F238E27FC236}">
                <a16:creationId xmlns:a16="http://schemas.microsoft.com/office/drawing/2014/main" id="{E946D824-EA03-451D-9E9E-15791520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BA8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41" name="option-2-matrix-r6-c1">
            <a:extLst xmlns:a="http://schemas.openxmlformats.org/drawingml/2006/main">
              <a:ext uri="{FF2B5EF4-FFF2-40B4-BE49-F238E27FC236}">
                <a16:creationId xmlns:a16="http://schemas.microsoft.com/office/drawing/2014/main" id="{90423EF0-A849-4680-9989-A85C814A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EB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42" name="option-2-matrix-r6-c2">
            <a:extLst xmlns:a="http://schemas.openxmlformats.org/drawingml/2006/main">
              <a:ext uri="{FF2B5EF4-FFF2-40B4-BE49-F238E27FC236}">
                <a16:creationId xmlns:a16="http://schemas.microsoft.com/office/drawing/2014/main" id="{0B0FBDB7-F648-422D-B763-C4BA779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3D1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43" name="option-2-matrix-r6-c3">
            <a:extLst xmlns:a="http://schemas.openxmlformats.org/drawingml/2006/main">
              <a:ext uri="{FF2B5EF4-FFF2-40B4-BE49-F238E27FC236}">
                <a16:creationId xmlns:a16="http://schemas.microsoft.com/office/drawing/2014/main" id="{703F6D4D-0C6A-4F8B-9D9F-360264C2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DB4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44" name="option-2-matrix-r6-c4">
            <a:extLst xmlns:a="http://schemas.openxmlformats.org/drawingml/2006/main">
              <a:ext uri="{FF2B5EF4-FFF2-40B4-BE49-F238E27FC236}">
                <a16:creationId xmlns:a16="http://schemas.microsoft.com/office/drawing/2014/main" id="{30168C85-8B21-4DEA-9D2E-48DCD717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7B9A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45" name="option-2-taxon-marker-1">
            <a:extLst xmlns:a="http://schemas.openxmlformats.org/drawingml/2006/main">
              <a:ext uri="{FF2B5EF4-FFF2-40B4-BE49-F238E27FC236}">
                <a16:creationId xmlns:a16="http://schemas.microsoft.com/office/drawing/2014/main" id="{6301C889-40CE-4C9B-9CB3-A4B8EBBF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9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39E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6" name="option-2-taxon-marker-2">
            <a:extLst xmlns:a="http://schemas.openxmlformats.org/drawingml/2006/main">
              <a:ext uri="{FF2B5EF4-FFF2-40B4-BE49-F238E27FC236}">
                <a16:creationId xmlns:a16="http://schemas.microsoft.com/office/drawing/2014/main" id="{D4E3B336-A770-4D86-8E92-014555C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95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B2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7" name="option-2-taxon-marker-3">
            <a:extLst xmlns:a="http://schemas.openxmlformats.org/drawingml/2006/main">
              <a:ext uri="{FF2B5EF4-FFF2-40B4-BE49-F238E27FC236}">
                <a16:creationId xmlns:a16="http://schemas.microsoft.com/office/drawing/2014/main" id="{8F6E6A4F-2FA5-4004-BD97-203B8555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95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9CBF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8" name="option-2-taxon-marker-4">
            <a:extLst xmlns:a="http://schemas.openxmlformats.org/drawingml/2006/main">
              <a:ext uri="{FF2B5EF4-FFF2-40B4-BE49-F238E27FC236}">
                <a16:creationId xmlns:a16="http://schemas.microsoft.com/office/drawing/2014/main" id="{C7E0A641-E131-4C66-9E24-DBB420A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00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9EC0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9" name="option-2-taxon-marker-5">
            <a:extLst xmlns:a="http://schemas.openxmlformats.org/drawingml/2006/main">
              <a:ext uri="{FF2B5EF4-FFF2-40B4-BE49-F238E27FC236}">
                <a16:creationId xmlns:a16="http://schemas.microsoft.com/office/drawing/2014/main" id="{2B5F350B-A0D2-4B87-A3CB-82D76102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00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97BB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0" name="option-2-taxon-marker-6">
            <a:extLst xmlns:a="http://schemas.openxmlformats.org/drawingml/2006/main">
              <a:ext uri="{FF2B5EF4-FFF2-40B4-BE49-F238E27FC236}">
                <a16:creationId xmlns:a16="http://schemas.microsoft.com/office/drawing/2014/main" id="{91EF8769-11F7-4374-BB81-D00F65DE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00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97B0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1" name="option-2-internal-node-1">
            <a:extLst xmlns:a="http://schemas.openxmlformats.org/drawingml/2006/main">
              <a:ext uri="{FF2B5EF4-FFF2-40B4-BE49-F238E27FC236}">
                <a16:creationId xmlns:a16="http://schemas.microsoft.com/office/drawing/2014/main" id="{695E7BF2-142F-4C23-93AC-78763953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ption-2-internal-node-2">
            <a:extLst xmlns:a="http://schemas.openxmlformats.org/drawingml/2006/main">
              <a:ext uri="{FF2B5EF4-FFF2-40B4-BE49-F238E27FC236}">
                <a16:creationId xmlns:a16="http://schemas.microsoft.com/office/drawing/2014/main" id="{A9AB897B-D17D-4719-9B45-4BF9057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ption-2-internal-node-3">
            <a:extLst xmlns:a="http://schemas.openxmlformats.org/drawingml/2006/main">
              <a:ext uri="{FF2B5EF4-FFF2-40B4-BE49-F238E27FC236}">
                <a16:creationId xmlns:a16="http://schemas.microsoft.com/office/drawing/2014/main" id="{12F1669D-C7E1-4590-9226-9C19553B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ption-2-internal-node-4">
            <a:extLst xmlns:a="http://schemas.openxmlformats.org/drawingml/2006/main">
              <a:ext uri="{FF2B5EF4-FFF2-40B4-BE49-F238E27FC236}">
                <a16:creationId xmlns:a16="http://schemas.microsoft.com/office/drawing/2014/main" id="{CAE246D3-B17F-456A-8951-C0D8640C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9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ption-2-internal-node-5">
            <a:extLst xmlns:a="http://schemas.openxmlformats.org/drawingml/2006/main">
              <a:ext uri="{FF2B5EF4-FFF2-40B4-BE49-F238E27FC236}">
                <a16:creationId xmlns:a16="http://schemas.microsoft.com/office/drawing/2014/main" id="{E0778CC8-35C7-4E3C-8688-01DE52AB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8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ption-2-transformation-arrow">
            <a:extLst xmlns:a="http://schemas.openxmlformats.org/drawingml/2006/main">
              <a:ext uri="{FF2B5EF4-FFF2-40B4-BE49-F238E27FC236}">
                <a16:creationId xmlns:a16="http://schemas.microsoft.com/office/drawing/2014/main" id="{22A0F37C-8473-4DBF-9DCD-73ED682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066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ption-2-stack-label-1">
            <a:extLst xmlns:a="http://schemas.openxmlformats.org/drawingml/2006/main">
              <a:ext uri="{FF2B5EF4-FFF2-40B4-BE49-F238E27FC236}">
                <a16:creationId xmlns:a16="http://schemas.microsoft.com/office/drawing/2014/main" id="{B1869E7C-252C-4E09-A871-298A6DA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746"/>
                </a:solidFill>
              </a:defRPr>
            </a:pPr>
            <a:r>
              <a:rPr sz="1725" b="1">
                <a:solidFill>
                  <a:srgbClr val="243746"/>
                </a:solidFill>
              </a:rPr>
              <a:t>s2+s3</a:t>
            </a:r>
          </a:p>
        </p:txBody>
      </p:sp>
      <p:sp>
        <p:nvSpPr>
          <p:cNvPr id="58" name="option-2-stack-1-segment-1">
            <a:extLst xmlns:a="http://schemas.openxmlformats.org/drawingml/2006/main">
              <a:ext uri="{FF2B5EF4-FFF2-40B4-BE49-F238E27FC236}">
                <a16:creationId xmlns:a16="http://schemas.microsoft.com/office/drawing/2014/main" id="{D330BE0E-1E88-4A79-9017-EBB5DCA4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A3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59" name="option-2-stack-1-segment-2">
            <a:extLst xmlns:a="http://schemas.openxmlformats.org/drawingml/2006/main">
              <a:ext uri="{FF2B5EF4-FFF2-40B4-BE49-F238E27FC236}">
                <a16:creationId xmlns:a16="http://schemas.microsoft.com/office/drawing/2014/main" id="{7009E180-E005-49BE-A8F6-8801F6FA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DB6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0" name="option-2-stack-1-segment-3">
            <a:extLst xmlns:a="http://schemas.openxmlformats.org/drawingml/2006/main">
              <a:ext uri="{FF2B5EF4-FFF2-40B4-BE49-F238E27FC236}">
                <a16:creationId xmlns:a16="http://schemas.microsoft.com/office/drawing/2014/main" id="{09073C0B-935E-4EE1-B89C-0EC45BA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2C2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1" name="option-2-stack-1-segment-4">
            <a:extLst xmlns:a="http://schemas.openxmlformats.org/drawingml/2006/main">
              <a:ext uri="{FF2B5EF4-FFF2-40B4-BE49-F238E27FC236}">
                <a16:creationId xmlns:a16="http://schemas.microsoft.com/office/drawing/2014/main" id="{618C984B-E44F-4D56-85D5-639EF56C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C4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2" name="option-2-stack-1-segment-5">
            <a:extLst xmlns:a="http://schemas.openxmlformats.org/drawingml/2006/main">
              <a:ext uri="{FF2B5EF4-FFF2-40B4-BE49-F238E27FC236}">
                <a16:creationId xmlns:a16="http://schemas.microsoft.com/office/drawing/2014/main" id="{FBF841CB-0870-42FF-8C05-05748E56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9DBE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3" name="option-2-stack-1-segment-6">
            <a:extLst xmlns:a="http://schemas.openxmlformats.org/drawingml/2006/main">
              <a:ext uri="{FF2B5EF4-FFF2-40B4-BE49-F238E27FC236}">
                <a16:creationId xmlns:a16="http://schemas.microsoft.com/office/drawing/2014/main" id="{4E234034-FCFF-471E-9AAC-75D1BF0E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DB4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4" name="option-2-stack-label-2">
            <a:extLst xmlns:a="http://schemas.openxmlformats.org/drawingml/2006/main">
              <a:ext uri="{FF2B5EF4-FFF2-40B4-BE49-F238E27FC236}">
                <a16:creationId xmlns:a16="http://schemas.microsoft.com/office/drawing/2014/main" id="{71A81144-F29D-4027-A3B5-466549B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746"/>
                </a:solidFill>
              </a:defRPr>
            </a:pPr>
            <a:r>
              <a:rPr sz="1725" b="1">
                <a:solidFill>
                  <a:srgbClr val="243746"/>
                </a:solidFill>
              </a:rPr>
              <a:t>s1+s4</a:t>
            </a:r>
          </a:p>
        </p:txBody>
      </p:sp>
      <p:sp>
        <p:nvSpPr>
          <p:cNvPr id="65" name="option-2-stack-2-segment-1">
            <a:extLst xmlns:a="http://schemas.openxmlformats.org/drawingml/2006/main">
              <a:ext uri="{FF2B5EF4-FFF2-40B4-BE49-F238E27FC236}">
                <a16:creationId xmlns:a16="http://schemas.microsoft.com/office/drawing/2014/main" id="{3AF588A5-B156-48F0-A2DC-9F88365E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983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6" name="option-2-stack-2-segment-2">
            <a:extLst xmlns:a="http://schemas.openxmlformats.org/drawingml/2006/main">
              <a:ext uri="{FF2B5EF4-FFF2-40B4-BE49-F238E27FC236}">
                <a16:creationId xmlns:a16="http://schemas.microsoft.com/office/drawing/2014/main" id="{ED1C10D4-6BF5-483F-8665-E8C57F1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9D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7" name="option-2-stack-2-segment-3">
            <a:extLst xmlns:a="http://schemas.openxmlformats.org/drawingml/2006/main">
              <a:ext uri="{FF2B5EF4-FFF2-40B4-BE49-F238E27FC236}">
                <a16:creationId xmlns:a16="http://schemas.microsoft.com/office/drawing/2014/main" id="{D3D99A07-A609-4752-877D-574F7C19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1AD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8" name="option-2-stack-2-segment-4">
            <a:extLst xmlns:a="http://schemas.openxmlformats.org/drawingml/2006/main">
              <a:ext uri="{FF2B5EF4-FFF2-40B4-BE49-F238E27FC236}">
                <a16:creationId xmlns:a16="http://schemas.microsoft.com/office/drawing/2014/main" id="{97112386-7B78-48D6-85E9-1439C54D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F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69" name="option-2-stack-2-segment-5">
            <a:extLst xmlns:a="http://schemas.openxmlformats.org/drawingml/2006/main">
              <a:ext uri="{FF2B5EF4-FFF2-40B4-BE49-F238E27FC236}">
                <a16:creationId xmlns:a16="http://schemas.microsoft.com/office/drawing/2014/main" id="{2201E646-9DA0-4A32-A68A-E777E42F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5EE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0" name="option-2-stack-2-segment-6">
            <a:extLst xmlns:a="http://schemas.openxmlformats.org/drawingml/2006/main">
              <a:ext uri="{FF2B5EF4-FFF2-40B4-BE49-F238E27FC236}">
                <a16:creationId xmlns:a16="http://schemas.microsoft.com/office/drawing/2014/main" id="{8AF9A9E3-8EED-4026-BCAC-457A603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EB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1" name="option-2-stack-label-3">
            <a:extLst xmlns:a="http://schemas.openxmlformats.org/drawingml/2006/main">
              <a:ext uri="{FF2B5EF4-FFF2-40B4-BE49-F238E27FC236}">
                <a16:creationId xmlns:a16="http://schemas.microsoft.com/office/drawing/2014/main" id="{C229B7DA-57B0-4997-9A6B-318F0DD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746"/>
                </a:solidFill>
              </a:defRPr>
            </a:pPr>
            <a:r>
              <a:rPr sz="1725" b="1">
                <a:solidFill>
                  <a:srgbClr val="243746"/>
                </a:solidFill>
              </a:rPr>
              <a:t>s1+s2</a:t>
            </a:r>
          </a:p>
        </p:txBody>
      </p:sp>
      <p:sp>
        <p:nvSpPr>
          <p:cNvPr id="72" name="option-2-stack-3-segment-1">
            <a:extLst xmlns:a="http://schemas.openxmlformats.org/drawingml/2006/main">
              <a:ext uri="{FF2B5EF4-FFF2-40B4-BE49-F238E27FC236}">
                <a16:creationId xmlns:a16="http://schemas.microsoft.com/office/drawing/2014/main" id="{EC43BF4D-1763-4FCC-97BE-C563B2AC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E7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3" name="option-2-stack-3-segment-2">
            <a:extLst xmlns:a="http://schemas.openxmlformats.org/drawingml/2006/main">
              <a:ext uri="{FF2B5EF4-FFF2-40B4-BE49-F238E27FC236}">
                <a16:creationId xmlns:a16="http://schemas.microsoft.com/office/drawing/2014/main" id="{436618B4-A55D-41F6-BB66-5B4A77A8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4" name="option-2-stack-3-segment-3">
            <a:extLst xmlns:a="http://schemas.openxmlformats.org/drawingml/2006/main">
              <a:ext uri="{FF2B5EF4-FFF2-40B4-BE49-F238E27FC236}">
                <a16:creationId xmlns:a16="http://schemas.microsoft.com/office/drawing/2014/main" id="{7689F07B-3DAF-4BDD-AA95-BA185F79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F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5" name="option-2-stack-3-segment-4">
            <a:extLst xmlns:a="http://schemas.openxmlformats.org/drawingml/2006/main">
              <a:ext uri="{FF2B5EF4-FFF2-40B4-BE49-F238E27FC236}">
                <a16:creationId xmlns:a16="http://schemas.microsoft.com/office/drawing/2014/main" id="{A18C75AA-6968-4376-A738-44D507D5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C4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6" name="option-2-stack-3-segment-5">
            <a:extLst xmlns:a="http://schemas.openxmlformats.org/drawingml/2006/main">
              <a:ext uri="{FF2B5EF4-FFF2-40B4-BE49-F238E27FC236}">
                <a16:creationId xmlns:a16="http://schemas.microsoft.com/office/drawing/2014/main" id="{44FEA62A-E36A-4352-91D9-644944E7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3D7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7" name="option-2-stack-3-segment-6">
            <a:extLst xmlns:a="http://schemas.openxmlformats.org/drawingml/2006/main">
              <a:ext uri="{FF2B5EF4-FFF2-40B4-BE49-F238E27FC236}">
                <a16:creationId xmlns:a16="http://schemas.microsoft.com/office/drawing/2014/main" id="{43CD31A3-DB6F-4370-A826-4D9E4C1D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DB4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78" name="option-2-stack-label-4">
            <a:extLst xmlns:a="http://schemas.openxmlformats.org/drawingml/2006/main">
              <a:ext uri="{FF2B5EF4-FFF2-40B4-BE49-F238E27FC236}">
                <a16:creationId xmlns:a16="http://schemas.microsoft.com/office/drawing/2014/main" id="{6E300DF0-E4F4-4A4B-B454-550E794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746"/>
                </a:solidFill>
              </a:defRPr>
            </a:pPr>
            <a:r>
              <a:rPr sz="1725" b="1">
                <a:solidFill>
                  <a:srgbClr val="243746"/>
                </a:solidFill>
              </a:rPr>
              <a:t>s1+s4</a:t>
            </a:r>
          </a:p>
        </p:txBody>
      </p:sp>
      <p:sp>
        <p:nvSpPr>
          <p:cNvPr id="79" name="option-2-stack-4-segment-1">
            <a:extLst xmlns:a="http://schemas.openxmlformats.org/drawingml/2006/main">
              <a:ext uri="{FF2B5EF4-FFF2-40B4-BE49-F238E27FC236}">
                <a16:creationId xmlns:a16="http://schemas.microsoft.com/office/drawing/2014/main" id="{F38D94D9-624A-4384-B7B1-F4526E6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E7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80" name="option-2-stack-4-segment-2">
            <a:extLst xmlns:a="http://schemas.openxmlformats.org/drawingml/2006/main">
              <a:ext uri="{FF2B5EF4-FFF2-40B4-BE49-F238E27FC236}">
                <a16:creationId xmlns:a16="http://schemas.microsoft.com/office/drawing/2014/main" id="{10EC0384-537A-435D-92F7-F301D88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C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81" name="option-2-stack-4-segment-3">
            <a:extLst xmlns:a="http://schemas.openxmlformats.org/drawingml/2006/main">
              <a:ext uri="{FF2B5EF4-FFF2-40B4-BE49-F238E27FC236}">
                <a16:creationId xmlns:a16="http://schemas.microsoft.com/office/drawing/2014/main" id="{D5583801-A50B-4B14-95B6-560AC6A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F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82" name="option-2-stack-4-segment-4">
            <a:extLst xmlns:a="http://schemas.openxmlformats.org/drawingml/2006/main">
              <a:ext uri="{FF2B5EF4-FFF2-40B4-BE49-F238E27FC236}">
                <a16:creationId xmlns:a16="http://schemas.microsoft.com/office/drawing/2014/main" id="{BF63AE42-472E-4604-A6DB-F2B11228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3AF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83" name="option-2-stack-4-segment-5">
            <a:extLst xmlns:a="http://schemas.openxmlformats.org/drawingml/2006/main">
              <a:ext uri="{FF2B5EF4-FFF2-40B4-BE49-F238E27FC236}">
                <a16:creationId xmlns:a16="http://schemas.microsoft.com/office/drawing/2014/main" id="{E4226E1C-EC32-48E5-AF5C-F989374D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BA8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84" name="option-2-stack-4-segment-6">
            <a:extLst xmlns:a="http://schemas.openxmlformats.org/drawingml/2006/main">
              <a:ext uri="{FF2B5EF4-FFF2-40B4-BE49-F238E27FC236}">
                <a16:creationId xmlns:a16="http://schemas.microsoft.com/office/drawing/2014/main" id="{A7CB0045-5A4D-482C-B6B6-D283472C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7B9A"/>
          </a:solidFill>
          <a:ln xmlns:a="http://schemas.openxmlformats.org/drawingml/2006/main" w="19050">
            <a:solidFill>
              <a:srgbClr val="243746"/>
            </a:solidFill>
            <a:prstDash val="solid"/>
          </a:ln>
        </p:spPr>
      </p:sp>
      <p:sp>
        <p:nvSpPr>
          <p:cNvPr id="85" name="option-2-ellipsis-1">
            <a:extLst xmlns:a="http://schemas.openxmlformats.org/drawingml/2006/main">
              <a:ext uri="{FF2B5EF4-FFF2-40B4-BE49-F238E27FC236}">
                <a16:creationId xmlns:a16="http://schemas.microsoft.com/office/drawing/2014/main" id="{538C3EC4-CF82-438F-9B76-5AE16DA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option-2-ellipsis-2">
            <a:extLst xmlns:a="http://schemas.openxmlformats.org/drawingml/2006/main">
              <a:ext uri="{FF2B5EF4-FFF2-40B4-BE49-F238E27FC236}">
                <a16:creationId xmlns:a16="http://schemas.microsoft.com/office/drawing/2014/main" id="{5BB75B6D-E70D-4AAC-BDFB-2EB4CBC5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option-2-ellipsis-3">
            <a:extLst xmlns:a="http://schemas.openxmlformats.org/drawingml/2006/main">
              <a:ext uri="{FF2B5EF4-FFF2-40B4-BE49-F238E27FC236}">
                <a16:creationId xmlns:a16="http://schemas.microsoft.com/office/drawing/2014/main" id="{949F4DD9-20BE-405F-A6A2-2353090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6363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option-3-panel">
            <a:extLst xmlns:a="http://schemas.openxmlformats.org/drawingml/2006/main">
              <a:ext uri="{FF2B5EF4-FFF2-40B4-BE49-F238E27FC236}">
                <a16:creationId xmlns:a16="http://schemas.microsoft.com/office/drawing/2014/main" id="{674900C3-192A-486D-B060-CD1F472E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76300"/>
            <a:ext cx="11334750" cy="54483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ption-3-root-left">
            <a:extLst xmlns:a="http://schemas.openxmlformats.org/drawingml/2006/main">
              <a:ext uri="{FF2B5EF4-FFF2-40B4-BE49-F238E27FC236}">
                <a16:creationId xmlns:a16="http://schemas.microsoft.com/office/drawing/2014/main" id="{5F9C00E5-72E0-43E8-BC6E-A75D9051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3" name="option-3-root-vertical">
            <a:extLst xmlns:a="http://schemas.openxmlformats.org/drawingml/2006/main">
              <a:ext uri="{FF2B5EF4-FFF2-40B4-BE49-F238E27FC236}">
                <a16:creationId xmlns:a16="http://schemas.microsoft.com/office/drawing/2014/main" id="{2A31ABFD-0D86-4B1D-966D-7341088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4" name="option-3-top-clade-link">
            <a:extLst xmlns:a="http://schemas.openxmlformats.org/drawingml/2006/main">
              <a:ext uri="{FF2B5EF4-FFF2-40B4-BE49-F238E27FC236}">
                <a16:creationId xmlns:a16="http://schemas.microsoft.com/office/drawing/2014/main" id="{1A7C6DD3-F1DA-45F0-9506-3361627D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5" name="option-3-bottom-clade-link">
            <a:extLst xmlns:a="http://schemas.openxmlformats.org/drawingml/2006/main">
              <a:ext uri="{FF2B5EF4-FFF2-40B4-BE49-F238E27FC236}">
                <a16:creationId xmlns:a16="http://schemas.microsoft.com/office/drawing/2014/main" id="{87F833D1-3C0A-48B9-9E6A-B14EC881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6" name="option-3-top-clade-vertical">
            <a:extLst xmlns:a="http://schemas.openxmlformats.org/drawingml/2006/main">
              <a:ext uri="{FF2B5EF4-FFF2-40B4-BE49-F238E27FC236}">
                <a16:creationId xmlns:a16="http://schemas.microsoft.com/office/drawing/2014/main" id="{AC61E9C6-C58E-46BB-B3C6-3D93EA8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9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7" name="option-3-top-subclade-link">
            <a:extLst xmlns:a="http://schemas.openxmlformats.org/drawingml/2006/main">
              <a:ext uri="{FF2B5EF4-FFF2-40B4-BE49-F238E27FC236}">
                <a16:creationId xmlns:a16="http://schemas.microsoft.com/office/drawing/2014/main" id="{2942538B-A5DC-465F-9AF3-17E5AB2B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09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8" name="option-3-top-subclade-vertical">
            <a:extLst xmlns:a="http://schemas.openxmlformats.org/drawingml/2006/main">
              <a:ext uri="{FF2B5EF4-FFF2-40B4-BE49-F238E27FC236}">
                <a16:creationId xmlns:a16="http://schemas.microsoft.com/office/drawing/2014/main" id="{C59643F5-6772-4DC1-8959-1E07964A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9" name="option-3-top-leaf-1">
            <a:extLst xmlns:a="http://schemas.openxmlformats.org/drawingml/2006/main">
              <a:ext uri="{FF2B5EF4-FFF2-40B4-BE49-F238E27FC236}">
                <a16:creationId xmlns:a16="http://schemas.microsoft.com/office/drawing/2014/main" id="{8F060DA1-B465-48B9-B1A9-DF8BA1B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0" name="option-3-top-leaf-2">
            <a:extLst xmlns:a="http://schemas.openxmlformats.org/drawingml/2006/main">
              <a:ext uri="{FF2B5EF4-FFF2-40B4-BE49-F238E27FC236}">
                <a16:creationId xmlns:a16="http://schemas.microsoft.com/office/drawing/2014/main" id="{8CC293D9-92E2-4123-AA86-5984437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09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1" name="option-3-top-leaf-3">
            <a:extLst xmlns:a="http://schemas.openxmlformats.org/drawingml/2006/main">
              <a:ext uri="{FF2B5EF4-FFF2-40B4-BE49-F238E27FC236}">
                <a16:creationId xmlns:a16="http://schemas.microsoft.com/office/drawing/2014/main" id="{9835A818-F97B-455E-BE8D-60AE978E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2" name="option-3-bottom-clade-vertical">
            <a:extLst xmlns:a="http://schemas.openxmlformats.org/drawingml/2006/main">
              <a:ext uri="{FF2B5EF4-FFF2-40B4-BE49-F238E27FC236}">
                <a16:creationId xmlns:a16="http://schemas.microsoft.com/office/drawing/2014/main" id="{BC840D46-1BA0-448D-BDBF-A909293C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14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3" name="option-3-bottom-subclade-link">
            <a:extLst xmlns:a="http://schemas.openxmlformats.org/drawingml/2006/main">
              <a:ext uri="{FF2B5EF4-FFF2-40B4-BE49-F238E27FC236}">
                <a16:creationId xmlns:a16="http://schemas.microsoft.com/office/drawing/2014/main" id="{0A4F85D2-90E2-45D5-84A1-971E31E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4" name="option-3-bottom-subclade-vertical">
            <a:extLst xmlns:a="http://schemas.openxmlformats.org/drawingml/2006/main">
              <a:ext uri="{FF2B5EF4-FFF2-40B4-BE49-F238E27FC236}">
                <a16:creationId xmlns:a16="http://schemas.microsoft.com/office/drawing/2014/main" id="{20885031-B6BA-4851-8923-52EB9F19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5" name="option-3-bottom-leaf-1">
            <a:extLst xmlns:a="http://schemas.openxmlformats.org/drawingml/2006/main">
              <a:ext uri="{FF2B5EF4-FFF2-40B4-BE49-F238E27FC236}">
                <a16:creationId xmlns:a16="http://schemas.microsoft.com/office/drawing/2014/main" id="{3DA0DFA1-D93B-4C9E-A05A-D725526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6" name="option-3-bottom-leaf-2">
            <a:extLst xmlns:a="http://schemas.openxmlformats.org/drawingml/2006/main">
              <a:ext uri="{FF2B5EF4-FFF2-40B4-BE49-F238E27FC236}">
                <a16:creationId xmlns:a16="http://schemas.microsoft.com/office/drawing/2014/main" id="{60499A07-7243-4F30-A01C-90E765C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14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7" name="option-3-bottom-leaf-3">
            <a:extLst xmlns:a="http://schemas.openxmlformats.org/drawingml/2006/main">
              <a:ext uri="{FF2B5EF4-FFF2-40B4-BE49-F238E27FC236}">
                <a16:creationId xmlns:a16="http://schemas.microsoft.com/office/drawing/2014/main" id="{49FBDF16-034E-424E-89C4-A32030B8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3437"/>
            </a:solidFill>
            <a:prstDash val="solid"/>
          </a:ln>
        </p:spPr>
      </p:sp>
      <p:sp>
        <p:nvSpPr>
          <p:cNvPr id="18" name="option-3-label">
            <a:extLst xmlns:a="http://schemas.openxmlformats.org/drawingml/2006/main">
              <a:ext uri="{FF2B5EF4-FFF2-40B4-BE49-F238E27FC236}">
                <a16:creationId xmlns:a16="http://schemas.microsoft.com/office/drawing/2014/main" id="{1D33D7DD-C013-4AEF-9D9A-E11F6107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3437"/>
                </a:solidFill>
              </a:defRPr>
            </a:pPr>
            <a:r>
              <a:rPr sz="1650" b="1">
                <a:solidFill>
                  <a:srgbClr val="2B3437"/>
                </a:solidFill>
              </a:rPr>
              <a:t>OPTION C · COLOR-BLIND SAFE</a:t>
            </a:r>
          </a:p>
        </p:txBody>
      </p:sp>
      <p:sp>
        <p:nvSpPr>
          <p:cNvPr id="19" name="option-3-matrix-title">
            <a:extLst xmlns:a="http://schemas.openxmlformats.org/drawingml/2006/main">
              <a:ext uri="{FF2B5EF4-FFF2-40B4-BE49-F238E27FC236}">
                <a16:creationId xmlns:a16="http://schemas.microsoft.com/office/drawing/2014/main" id="{F0BD40A9-ECB3-448B-BF24-1789760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81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B3437"/>
                </a:solidFill>
              </a:defRPr>
            </a:pPr>
            <a:r>
              <a:rPr sz="2625" b="1">
                <a:solidFill>
                  <a:srgbClr val="2B3437"/>
                </a:solidFill>
              </a:rPr>
              <a:t>Taxon × Sample</a:t>
            </a:r>
          </a:p>
        </p:txBody>
      </p:sp>
      <p:sp>
        <p:nvSpPr>
          <p:cNvPr id="20" name="option-3-pcam-title">
            <a:extLst xmlns:a="http://schemas.openxmlformats.org/drawingml/2006/main">
              <a:ext uri="{FF2B5EF4-FFF2-40B4-BE49-F238E27FC236}">
                <a16:creationId xmlns:a16="http://schemas.microsoft.com/office/drawing/2014/main" id="{B5B1C95E-92C3-41B7-A95F-99574D2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62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B3437"/>
                </a:solidFill>
              </a:defRPr>
            </a:pPr>
            <a:r>
              <a:rPr sz="3150" b="0">
                <a:solidFill>
                  <a:srgbClr val="2B3437"/>
                </a:solidFill>
              </a:rPr>
              <a:t>PCAM</a:t>
            </a:r>
          </a:p>
        </p:txBody>
      </p:sp>
      <p:sp>
        <p:nvSpPr>
          <p:cNvPr id="21" name="option-3-matrix-r1-c1">
            <a:extLst xmlns:a="http://schemas.openxmlformats.org/drawingml/2006/main">
              <a:ext uri="{FF2B5EF4-FFF2-40B4-BE49-F238E27FC236}">
                <a16:creationId xmlns:a16="http://schemas.microsoft.com/office/drawing/2014/main" id="{7BAEB6C7-3540-4145-BCA3-E0DE0E18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EE6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2" name="option-3-matrix-r1-c2">
            <a:extLst xmlns:a="http://schemas.openxmlformats.org/drawingml/2006/main">
              <a:ext uri="{FF2B5EF4-FFF2-40B4-BE49-F238E27FC236}">
                <a16:creationId xmlns:a16="http://schemas.microsoft.com/office/drawing/2014/main" id="{92CC3DFA-77D4-4EF1-BC94-10CC20FE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6C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3" name="option-3-matrix-r1-c3">
            <a:extLst xmlns:a="http://schemas.openxmlformats.org/drawingml/2006/main">
              <a:ext uri="{FF2B5EF4-FFF2-40B4-BE49-F238E27FC236}">
                <a16:creationId xmlns:a16="http://schemas.microsoft.com/office/drawing/2014/main" id="{142CB84E-1503-44A7-A269-55CCDDB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DA0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4" name="option-3-matrix-r1-c4">
            <a:extLst xmlns:a="http://schemas.openxmlformats.org/drawingml/2006/main">
              <a:ext uri="{FF2B5EF4-FFF2-40B4-BE49-F238E27FC236}">
                <a16:creationId xmlns:a16="http://schemas.microsoft.com/office/drawing/2014/main" id="{268A832F-D7F2-4F75-A1C4-EC75C61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67E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5" name="option-3-matrix-r2-c1">
            <a:extLst xmlns:a="http://schemas.openxmlformats.org/drawingml/2006/main">
              <a:ext uri="{FF2B5EF4-FFF2-40B4-BE49-F238E27FC236}">
                <a16:creationId xmlns:a16="http://schemas.microsoft.com/office/drawing/2014/main" id="{6C25D71C-FF39-40A0-9D0C-C295DC39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F1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6" name="option-3-matrix-r2-c2">
            <a:extLst xmlns:a="http://schemas.openxmlformats.org/drawingml/2006/main">
              <a:ext uri="{FF2B5EF4-FFF2-40B4-BE49-F238E27FC236}">
                <a16:creationId xmlns:a16="http://schemas.microsoft.com/office/drawing/2014/main" id="{E4497990-0EFF-439D-8D35-4550201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4DF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7" name="option-3-matrix-r2-c3">
            <a:extLst xmlns:a="http://schemas.openxmlformats.org/drawingml/2006/main">
              <a:ext uri="{FF2B5EF4-FFF2-40B4-BE49-F238E27FC236}">
                <a16:creationId xmlns:a16="http://schemas.microsoft.com/office/drawing/2014/main" id="{A7C388EA-778A-4C66-A5D4-B68F4578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9FCB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8" name="option-3-matrix-r2-c4">
            <a:extLst xmlns:a="http://schemas.openxmlformats.org/drawingml/2006/main">
              <a:ext uri="{FF2B5EF4-FFF2-40B4-BE49-F238E27FC236}">
                <a16:creationId xmlns:a16="http://schemas.microsoft.com/office/drawing/2014/main" id="{7D6A6882-08AB-48E6-8720-6CCBB005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B8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29" name="option-3-matrix-r3-c1">
            <a:extLst xmlns:a="http://schemas.openxmlformats.org/drawingml/2006/main">
              <a:ext uri="{FF2B5EF4-FFF2-40B4-BE49-F238E27FC236}">
                <a16:creationId xmlns:a16="http://schemas.microsoft.com/office/drawing/2014/main" id="{EC6C2650-A464-4658-8CED-9139C81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FB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0" name="option-3-matrix-r3-c2">
            <a:extLst xmlns:a="http://schemas.openxmlformats.org/drawingml/2006/main">
              <a:ext uri="{FF2B5EF4-FFF2-40B4-BE49-F238E27FC236}">
                <a16:creationId xmlns:a16="http://schemas.microsoft.com/office/drawing/2014/main" id="{3071F08F-6904-48F5-93E0-3FC15A37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0F6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1" name="option-3-matrix-r3-c3">
            <a:extLst xmlns:a="http://schemas.openxmlformats.org/drawingml/2006/main">
              <a:ext uri="{FF2B5EF4-FFF2-40B4-BE49-F238E27FC236}">
                <a16:creationId xmlns:a16="http://schemas.microsoft.com/office/drawing/2014/main" id="{7254831C-FA40-4528-A46A-DCB5503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CF0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2" name="option-3-matrix-r3-c4">
            <a:extLst xmlns:a="http://schemas.openxmlformats.org/drawingml/2006/main">
              <a:ext uri="{FF2B5EF4-FFF2-40B4-BE49-F238E27FC236}">
                <a16:creationId xmlns:a16="http://schemas.microsoft.com/office/drawing/2014/main" id="{B5A65100-E633-4EB6-B4D9-042DB8C7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AEB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3" name="option-3-matrix-r4-c1">
            <a:extLst xmlns:a="http://schemas.openxmlformats.org/drawingml/2006/main">
              <a:ext uri="{FF2B5EF4-FFF2-40B4-BE49-F238E27FC236}">
                <a16:creationId xmlns:a16="http://schemas.microsoft.com/office/drawing/2014/main" id="{81D54D5C-E66F-406E-AB84-F3C0DCE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2D1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4" name="option-3-matrix-r4-c2">
            <a:extLst xmlns:a="http://schemas.openxmlformats.org/drawingml/2006/main">
              <a:ext uri="{FF2B5EF4-FFF2-40B4-BE49-F238E27FC236}">
                <a16:creationId xmlns:a16="http://schemas.microsoft.com/office/drawing/2014/main" id="{E35DEEAF-F813-4063-8528-230C7EDA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B9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5" name="option-3-matrix-r4-c3">
            <a:extLst xmlns:a="http://schemas.openxmlformats.org/drawingml/2006/main">
              <a:ext uri="{FF2B5EF4-FFF2-40B4-BE49-F238E27FC236}">
                <a16:creationId xmlns:a16="http://schemas.microsoft.com/office/drawing/2014/main" id="{698414D2-5751-4D7B-8B98-96C8E89D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252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6" name="option-3-matrix-r4-c4">
            <a:extLst xmlns:a="http://schemas.openxmlformats.org/drawingml/2006/main">
              <a:ext uri="{FF2B5EF4-FFF2-40B4-BE49-F238E27FC236}">
                <a16:creationId xmlns:a16="http://schemas.microsoft.com/office/drawing/2014/main" id="{55FC70FF-467A-4125-8A0B-C8392C7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1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7" name="option-3-matrix-r5-c1">
            <a:extLst xmlns:a="http://schemas.openxmlformats.org/drawingml/2006/main">
              <a:ext uri="{FF2B5EF4-FFF2-40B4-BE49-F238E27FC236}">
                <a16:creationId xmlns:a16="http://schemas.microsoft.com/office/drawing/2014/main" id="{FFC0849D-9225-4DE3-87DB-DBDB951E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D1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8" name="option-3-matrix-r5-c2">
            <a:extLst xmlns:a="http://schemas.openxmlformats.org/drawingml/2006/main">
              <a:ext uri="{FF2B5EF4-FFF2-40B4-BE49-F238E27FC236}">
                <a16:creationId xmlns:a16="http://schemas.microsoft.com/office/drawing/2014/main" id="{CA959CFE-16D9-4BC9-9710-B8FF0A2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79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39" name="option-3-matrix-r5-c3">
            <a:extLst xmlns:a="http://schemas.openxmlformats.org/drawingml/2006/main">
              <a:ext uri="{FF2B5EF4-FFF2-40B4-BE49-F238E27FC236}">
                <a16:creationId xmlns:a16="http://schemas.microsoft.com/office/drawing/2014/main" id="{C8D61896-6A7C-4641-8205-4AEA13CC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E52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40" name="option-3-matrix-r5-c4">
            <a:extLst xmlns:a="http://schemas.openxmlformats.org/drawingml/2006/main">
              <a:ext uri="{FF2B5EF4-FFF2-40B4-BE49-F238E27FC236}">
                <a16:creationId xmlns:a16="http://schemas.microsoft.com/office/drawing/2014/main" id="{1AA5AD57-2CEF-4768-ACCA-E6932B4A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71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41" name="option-3-matrix-r6-c1">
            <a:extLst xmlns:a="http://schemas.openxmlformats.org/drawingml/2006/main">
              <a:ext uri="{FF2B5EF4-FFF2-40B4-BE49-F238E27FC236}">
                <a16:creationId xmlns:a16="http://schemas.microsoft.com/office/drawing/2014/main" id="{66CDBA60-F670-492D-A1C7-A1196755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F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42" name="option-3-matrix-r6-c2">
            <a:extLst xmlns:a="http://schemas.openxmlformats.org/drawingml/2006/main">
              <a:ext uri="{FF2B5EF4-FFF2-40B4-BE49-F238E27FC236}">
                <a16:creationId xmlns:a16="http://schemas.microsoft.com/office/drawing/2014/main" id="{E6815DB5-849D-4C64-914F-C597BE2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7DA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43" name="option-3-matrix-r6-c3">
            <a:extLst xmlns:a="http://schemas.openxmlformats.org/drawingml/2006/main">
              <a:ext uri="{FF2B5EF4-FFF2-40B4-BE49-F238E27FC236}">
                <a16:creationId xmlns:a16="http://schemas.microsoft.com/office/drawing/2014/main" id="{9C5A92E9-1D7B-4336-A5A7-F9AD242C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4C3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44" name="option-3-matrix-r6-c4">
            <a:extLst xmlns:a="http://schemas.openxmlformats.org/drawingml/2006/main">
              <a:ext uri="{FF2B5EF4-FFF2-40B4-BE49-F238E27FC236}">
                <a16:creationId xmlns:a16="http://schemas.microsoft.com/office/drawing/2014/main" id="{859E5B0C-4C11-475D-9E2B-875A569E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4AE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45" name="option-3-taxon-marker-1">
            <a:extLst xmlns:a="http://schemas.openxmlformats.org/drawingml/2006/main">
              <a:ext uri="{FF2B5EF4-FFF2-40B4-BE49-F238E27FC236}">
                <a16:creationId xmlns:a16="http://schemas.microsoft.com/office/drawing/2014/main" id="{7BA49F3A-76CF-4A8B-BDA1-BDBBF453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9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B99A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6" name="option-3-taxon-marker-2">
            <a:extLst xmlns:a="http://schemas.openxmlformats.org/drawingml/2006/main">
              <a:ext uri="{FF2B5EF4-FFF2-40B4-BE49-F238E27FC236}">
                <a16:creationId xmlns:a16="http://schemas.microsoft.com/office/drawing/2014/main" id="{44C78D0C-4275-4E66-BE00-FB9646C2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95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99C8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7" name="option-3-taxon-marker-3">
            <a:extLst xmlns:a="http://schemas.openxmlformats.org/drawingml/2006/main">
              <a:ext uri="{FF2B5EF4-FFF2-40B4-BE49-F238E27FC236}">
                <a16:creationId xmlns:a16="http://schemas.microsoft.com/office/drawing/2014/main" id="{156E540E-D139-499D-A091-1B23C6D7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95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C9EF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8" name="option-3-taxon-marker-4">
            <a:extLst xmlns:a="http://schemas.openxmlformats.org/drawingml/2006/main">
              <a:ext uri="{FF2B5EF4-FFF2-40B4-BE49-F238E27FC236}">
                <a16:creationId xmlns:a16="http://schemas.microsoft.com/office/drawing/2014/main" id="{01E033F7-8835-458B-8E43-F8B3F5E2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00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B47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9" name="option-3-taxon-marker-5">
            <a:extLst xmlns:a="http://schemas.openxmlformats.org/drawingml/2006/main">
              <a:ext uri="{FF2B5EF4-FFF2-40B4-BE49-F238E27FC236}">
                <a16:creationId xmlns:a16="http://schemas.microsoft.com/office/drawing/2014/main" id="{2C08BCF9-08BC-4514-9A2D-5AF5A548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00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BA47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0" name="option-3-taxon-marker-6">
            <a:extLst xmlns:a="http://schemas.openxmlformats.org/drawingml/2006/main">
              <a:ext uri="{FF2B5EF4-FFF2-40B4-BE49-F238E27FC236}">
                <a16:creationId xmlns:a16="http://schemas.microsoft.com/office/drawing/2014/main" id="{A93B82E8-8066-4235-9718-AE585288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00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9FC0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1" name="option-3-internal-node-1">
            <a:extLst xmlns:a="http://schemas.openxmlformats.org/drawingml/2006/main">
              <a:ext uri="{FF2B5EF4-FFF2-40B4-BE49-F238E27FC236}">
                <a16:creationId xmlns:a16="http://schemas.microsoft.com/office/drawing/2014/main" id="{C3FD7358-C3AE-40F4-9160-EDED16E3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85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ption-3-internal-node-2">
            <a:extLst xmlns:a="http://schemas.openxmlformats.org/drawingml/2006/main">
              <a:ext uri="{FF2B5EF4-FFF2-40B4-BE49-F238E27FC236}">
                <a16:creationId xmlns:a16="http://schemas.microsoft.com/office/drawing/2014/main" id="{0E67B9A6-1C89-4B57-8DEA-E64B4C8C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85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ption-3-internal-node-3">
            <a:extLst xmlns:a="http://schemas.openxmlformats.org/drawingml/2006/main">
              <a:ext uri="{FF2B5EF4-FFF2-40B4-BE49-F238E27FC236}">
                <a16:creationId xmlns:a16="http://schemas.microsoft.com/office/drawing/2014/main" id="{342C2E2B-BDD8-4C22-92A6-786410B5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85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ption-3-internal-node-4">
            <a:extLst xmlns:a="http://schemas.openxmlformats.org/drawingml/2006/main">
              <a:ext uri="{FF2B5EF4-FFF2-40B4-BE49-F238E27FC236}">
                <a16:creationId xmlns:a16="http://schemas.microsoft.com/office/drawing/2014/main" id="{A42122C6-98FB-428D-823D-FE5650A6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9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85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ption-3-internal-node-5">
            <a:extLst xmlns:a="http://schemas.openxmlformats.org/drawingml/2006/main">
              <a:ext uri="{FF2B5EF4-FFF2-40B4-BE49-F238E27FC236}">
                <a16:creationId xmlns:a16="http://schemas.microsoft.com/office/drawing/2014/main" id="{4DA8EE8E-4C32-41FC-99C5-E95C3777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85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ption-3-transformation-arrow">
            <a:extLst xmlns:a="http://schemas.openxmlformats.org/drawingml/2006/main">
              <a:ext uri="{FF2B5EF4-FFF2-40B4-BE49-F238E27FC236}">
                <a16:creationId xmlns:a16="http://schemas.microsoft.com/office/drawing/2014/main" id="{63994E9E-0E55-47D6-91F5-49F1162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066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3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ption-3-stack-label-1">
            <a:extLst xmlns:a="http://schemas.openxmlformats.org/drawingml/2006/main">
              <a:ext uri="{FF2B5EF4-FFF2-40B4-BE49-F238E27FC236}">
                <a16:creationId xmlns:a16="http://schemas.microsoft.com/office/drawing/2014/main" id="{CC5D2581-B9AA-483A-AB30-B19BC83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3437"/>
                </a:solidFill>
              </a:defRPr>
            </a:pPr>
            <a:r>
              <a:rPr sz="1725" b="1">
                <a:solidFill>
                  <a:srgbClr val="2B3437"/>
                </a:solidFill>
              </a:rPr>
              <a:t>s2+s3</a:t>
            </a:r>
          </a:p>
        </p:txBody>
      </p:sp>
      <p:sp>
        <p:nvSpPr>
          <p:cNvPr id="58" name="option-3-stack-1-segment-1">
            <a:extLst xmlns:a="http://schemas.openxmlformats.org/drawingml/2006/main">
              <a:ext uri="{FF2B5EF4-FFF2-40B4-BE49-F238E27FC236}">
                <a16:creationId xmlns:a16="http://schemas.microsoft.com/office/drawing/2014/main" id="{989D80D6-104D-477A-9746-BE88CDBE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DA0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59" name="option-3-stack-1-segment-2">
            <a:extLst xmlns:a="http://schemas.openxmlformats.org/drawingml/2006/main">
              <a:ext uri="{FF2B5EF4-FFF2-40B4-BE49-F238E27FC236}">
                <a16:creationId xmlns:a16="http://schemas.microsoft.com/office/drawing/2014/main" id="{E1790DDD-4D3E-4EFF-ADF0-B7201E51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9FCB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0" name="option-3-stack-1-segment-3">
            <a:extLst xmlns:a="http://schemas.openxmlformats.org/drawingml/2006/main">
              <a:ext uri="{FF2B5EF4-FFF2-40B4-BE49-F238E27FC236}">
                <a16:creationId xmlns:a16="http://schemas.microsoft.com/office/drawing/2014/main" id="{1700E013-7A26-435B-B2D0-A16DBC0E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CF0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1" name="option-3-stack-1-segment-4">
            <a:extLst xmlns:a="http://schemas.openxmlformats.org/drawingml/2006/main">
              <a:ext uri="{FF2B5EF4-FFF2-40B4-BE49-F238E27FC236}">
                <a16:creationId xmlns:a16="http://schemas.microsoft.com/office/drawing/2014/main" id="{6A8D01C3-FA07-464B-B065-59B7B52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252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2" name="option-3-stack-1-segment-5">
            <a:extLst xmlns:a="http://schemas.openxmlformats.org/drawingml/2006/main">
              <a:ext uri="{FF2B5EF4-FFF2-40B4-BE49-F238E27FC236}">
                <a16:creationId xmlns:a16="http://schemas.microsoft.com/office/drawing/2014/main" id="{120BE966-8939-48F4-B869-5355FC73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E52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3" name="option-3-stack-1-segment-6">
            <a:extLst xmlns:a="http://schemas.openxmlformats.org/drawingml/2006/main">
              <a:ext uri="{FF2B5EF4-FFF2-40B4-BE49-F238E27FC236}">
                <a16:creationId xmlns:a16="http://schemas.microsoft.com/office/drawing/2014/main" id="{11FEA185-573A-4616-9A47-AC55A714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4C3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4" name="option-3-stack-label-2">
            <a:extLst xmlns:a="http://schemas.openxmlformats.org/drawingml/2006/main">
              <a:ext uri="{FF2B5EF4-FFF2-40B4-BE49-F238E27FC236}">
                <a16:creationId xmlns:a16="http://schemas.microsoft.com/office/drawing/2014/main" id="{29008266-60AB-4E93-BC43-405D713A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3437"/>
                </a:solidFill>
              </a:defRPr>
            </a:pPr>
            <a:r>
              <a:rPr sz="1725" b="1">
                <a:solidFill>
                  <a:srgbClr val="2B3437"/>
                </a:solidFill>
              </a:rPr>
              <a:t>s1+s4</a:t>
            </a:r>
          </a:p>
        </p:txBody>
      </p:sp>
      <p:sp>
        <p:nvSpPr>
          <p:cNvPr id="65" name="option-3-stack-2-segment-1">
            <a:extLst xmlns:a="http://schemas.openxmlformats.org/drawingml/2006/main">
              <a:ext uri="{FF2B5EF4-FFF2-40B4-BE49-F238E27FC236}">
                <a16:creationId xmlns:a16="http://schemas.microsoft.com/office/drawing/2014/main" id="{20F7FA10-2B3A-4E09-A8E7-7A1100DC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67E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6" name="option-3-stack-2-segment-2">
            <a:extLst xmlns:a="http://schemas.openxmlformats.org/drawingml/2006/main">
              <a:ext uri="{FF2B5EF4-FFF2-40B4-BE49-F238E27FC236}">
                <a16:creationId xmlns:a16="http://schemas.microsoft.com/office/drawing/2014/main" id="{8EC9F1F8-930F-4581-8F8F-94B37CF6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B8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7" name="option-3-stack-2-segment-3">
            <a:extLst xmlns:a="http://schemas.openxmlformats.org/drawingml/2006/main">
              <a:ext uri="{FF2B5EF4-FFF2-40B4-BE49-F238E27FC236}">
                <a16:creationId xmlns:a16="http://schemas.microsoft.com/office/drawing/2014/main" id="{E9D1C29C-B435-4130-BEDB-50BB83C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AEB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8" name="option-3-stack-2-segment-4">
            <a:extLst xmlns:a="http://schemas.openxmlformats.org/drawingml/2006/main">
              <a:ext uri="{FF2B5EF4-FFF2-40B4-BE49-F238E27FC236}">
                <a16:creationId xmlns:a16="http://schemas.microsoft.com/office/drawing/2014/main" id="{1E4CA26A-67EC-44F2-9011-7D930C0A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2D1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69" name="option-3-stack-2-segment-5">
            <a:extLst xmlns:a="http://schemas.openxmlformats.org/drawingml/2006/main">
              <a:ext uri="{FF2B5EF4-FFF2-40B4-BE49-F238E27FC236}">
                <a16:creationId xmlns:a16="http://schemas.microsoft.com/office/drawing/2014/main" id="{FE65A1A0-1F3B-4AD1-B65F-318347AA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D1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0" name="option-3-stack-2-segment-6">
            <a:extLst xmlns:a="http://schemas.openxmlformats.org/drawingml/2006/main">
              <a:ext uri="{FF2B5EF4-FFF2-40B4-BE49-F238E27FC236}">
                <a16:creationId xmlns:a16="http://schemas.microsoft.com/office/drawing/2014/main" id="{C2F6590E-1F98-4FC4-98A4-668B5003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F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1" name="option-3-stack-label-3">
            <a:extLst xmlns:a="http://schemas.openxmlformats.org/drawingml/2006/main">
              <a:ext uri="{FF2B5EF4-FFF2-40B4-BE49-F238E27FC236}">
                <a16:creationId xmlns:a16="http://schemas.microsoft.com/office/drawing/2014/main" id="{8B67F462-70E6-4A2E-AD0E-0B24F4CC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3437"/>
                </a:solidFill>
              </a:defRPr>
            </a:pPr>
            <a:r>
              <a:rPr sz="1725" b="1">
                <a:solidFill>
                  <a:srgbClr val="2B3437"/>
                </a:solidFill>
              </a:rPr>
              <a:t>s1+s2</a:t>
            </a:r>
          </a:p>
        </p:txBody>
      </p:sp>
      <p:sp>
        <p:nvSpPr>
          <p:cNvPr id="72" name="option-3-stack-3-segment-1">
            <a:extLst xmlns:a="http://schemas.openxmlformats.org/drawingml/2006/main">
              <a:ext uri="{FF2B5EF4-FFF2-40B4-BE49-F238E27FC236}">
                <a16:creationId xmlns:a16="http://schemas.microsoft.com/office/drawing/2014/main" id="{5A1BD7BF-19F1-4F05-9E3B-9AF134F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EE6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3" name="option-3-stack-3-segment-2">
            <a:extLst xmlns:a="http://schemas.openxmlformats.org/drawingml/2006/main">
              <a:ext uri="{FF2B5EF4-FFF2-40B4-BE49-F238E27FC236}">
                <a16:creationId xmlns:a16="http://schemas.microsoft.com/office/drawing/2014/main" id="{84328BB8-46CE-48C9-897B-5B4D666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F1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4" name="option-3-stack-3-segment-3">
            <a:extLst xmlns:a="http://schemas.openxmlformats.org/drawingml/2006/main">
              <a:ext uri="{FF2B5EF4-FFF2-40B4-BE49-F238E27FC236}">
                <a16:creationId xmlns:a16="http://schemas.microsoft.com/office/drawing/2014/main" id="{245A62AC-E992-41AB-9A2B-309F694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FB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5" name="option-3-stack-3-segment-4">
            <a:extLst xmlns:a="http://schemas.openxmlformats.org/drawingml/2006/main">
              <a:ext uri="{FF2B5EF4-FFF2-40B4-BE49-F238E27FC236}">
                <a16:creationId xmlns:a16="http://schemas.microsoft.com/office/drawing/2014/main" id="{AB8B6324-876F-4FCB-9179-A2528CDB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252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6" name="option-3-stack-3-segment-5">
            <a:extLst xmlns:a="http://schemas.openxmlformats.org/drawingml/2006/main">
              <a:ext uri="{FF2B5EF4-FFF2-40B4-BE49-F238E27FC236}">
                <a16:creationId xmlns:a16="http://schemas.microsoft.com/office/drawing/2014/main" id="{A5AE9293-963A-4932-8DD3-FD74870A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79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7" name="option-3-stack-3-segment-6">
            <a:extLst xmlns:a="http://schemas.openxmlformats.org/drawingml/2006/main">
              <a:ext uri="{FF2B5EF4-FFF2-40B4-BE49-F238E27FC236}">
                <a16:creationId xmlns:a16="http://schemas.microsoft.com/office/drawing/2014/main" id="{B9AE725B-0F7F-46E0-A066-D17884C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4C3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78" name="option-3-stack-label-4">
            <a:extLst xmlns:a="http://schemas.openxmlformats.org/drawingml/2006/main">
              <a:ext uri="{FF2B5EF4-FFF2-40B4-BE49-F238E27FC236}">
                <a16:creationId xmlns:a16="http://schemas.microsoft.com/office/drawing/2014/main" id="{D0BE81ED-CC86-46AA-81FD-DEAEBE4E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3437"/>
                </a:solidFill>
              </a:defRPr>
            </a:pPr>
            <a:r>
              <a:rPr sz="1725" b="1">
                <a:solidFill>
                  <a:srgbClr val="2B3437"/>
                </a:solidFill>
              </a:rPr>
              <a:t>s1+s4</a:t>
            </a:r>
          </a:p>
        </p:txBody>
      </p:sp>
      <p:sp>
        <p:nvSpPr>
          <p:cNvPr id="79" name="option-3-stack-4-segment-1">
            <a:extLst xmlns:a="http://schemas.openxmlformats.org/drawingml/2006/main">
              <a:ext uri="{FF2B5EF4-FFF2-40B4-BE49-F238E27FC236}">
                <a16:creationId xmlns:a16="http://schemas.microsoft.com/office/drawing/2014/main" id="{544A952D-F3D2-4440-8E4E-A5A4974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EE6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80" name="option-3-stack-4-segment-2">
            <a:extLst xmlns:a="http://schemas.openxmlformats.org/drawingml/2006/main">
              <a:ext uri="{FF2B5EF4-FFF2-40B4-BE49-F238E27FC236}">
                <a16:creationId xmlns:a16="http://schemas.microsoft.com/office/drawing/2014/main" id="{5543C407-7607-44F3-B5B8-719EB1A9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F1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81" name="option-3-stack-4-segment-3">
            <a:extLst xmlns:a="http://schemas.openxmlformats.org/drawingml/2006/main">
              <a:ext uri="{FF2B5EF4-FFF2-40B4-BE49-F238E27FC236}">
                <a16:creationId xmlns:a16="http://schemas.microsoft.com/office/drawing/2014/main" id="{8C5B2792-9468-4C3E-8629-DF3F49A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2FB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82" name="option-3-stack-4-segment-4">
            <a:extLst xmlns:a="http://schemas.openxmlformats.org/drawingml/2006/main">
              <a:ext uri="{FF2B5EF4-FFF2-40B4-BE49-F238E27FC236}">
                <a16:creationId xmlns:a16="http://schemas.microsoft.com/office/drawing/2014/main" id="{DB4242D8-2DFE-46AD-B13B-A2274A66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1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83" name="option-3-stack-4-segment-5">
            <a:extLst xmlns:a="http://schemas.openxmlformats.org/drawingml/2006/main">
              <a:ext uri="{FF2B5EF4-FFF2-40B4-BE49-F238E27FC236}">
                <a16:creationId xmlns:a16="http://schemas.microsoft.com/office/drawing/2014/main" id="{A2F59108-13B1-48D3-8FE9-72A4466D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714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84" name="option-3-stack-4-segment-6">
            <a:extLst xmlns:a="http://schemas.openxmlformats.org/drawingml/2006/main">
              <a:ext uri="{FF2B5EF4-FFF2-40B4-BE49-F238E27FC236}">
                <a16:creationId xmlns:a16="http://schemas.microsoft.com/office/drawing/2014/main" id="{9A07C3DE-3B8F-4F12-823E-A969253A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4AE"/>
          </a:solidFill>
          <a:ln xmlns:a="http://schemas.openxmlformats.org/drawingml/2006/main" w="19050">
            <a:solidFill>
              <a:srgbClr val="2B3437"/>
            </a:solidFill>
            <a:prstDash val="solid"/>
          </a:ln>
        </p:spPr>
      </p:sp>
      <p:sp>
        <p:nvSpPr>
          <p:cNvPr id="85" name="option-3-ellipsis-1">
            <a:extLst xmlns:a="http://schemas.openxmlformats.org/drawingml/2006/main">
              <a:ext uri="{FF2B5EF4-FFF2-40B4-BE49-F238E27FC236}">
                <a16:creationId xmlns:a16="http://schemas.microsoft.com/office/drawing/2014/main" id="{E84CAB4B-F55C-4212-9FD5-47A05B7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option-3-ellipsis-2">
            <a:extLst xmlns:a="http://schemas.openxmlformats.org/drawingml/2006/main">
              <a:ext uri="{FF2B5EF4-FFF2-40B4-BE49-F238E27FC236}">
                <a16:creationId xmlns:a16="http://schemas.microsoft.com/office/drawing/2014/main" id="{EB381EF7-6B9F-41BB-BAF2-E17C240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4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option-3-ellipsis-3">
            <a:extLst xmlns:a="http://schemas.openxmlformats.org/drawingml/2006/main">
              <a:ext uri="{FF2B5EF4-FFF2-40B4-BE49-F238E27FC236}">
                <a16:creationId xmlns:a16="http://schemas.microsoft.com/office/drawing/2014/main" id="{33533EEE-FA99-48E2-A273-CF60405A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43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2435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option-4-panel">
            <a:extLst xmlns:a="http://schemas.openxmlformats.org/drawingml/2006/main">
              <a:ext uri="{FF2B5EF4-FFF2-40B4-BE49-F238E27FC236}">
                <a16:creationId xmlns:a16="http://schemas.microsoft.com/office/drawing/2014/main" id="{38E4E3F6-2549-4043-B794-7D57CB21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76300"/>
            <a:ext cx="11334750" cy="54483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6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ption-4-root-left">
            <a:extLst xmlns:a="http://schemas.openxmlformats.org/drawingml/2006/main">
              <a:ext uri="{FF2B5EF4-FFF2-40B4-BE49-F238E27FC236}">
                <a16:creationId xmlns:a16="http://schemas.microsoft.com/office/drawing/2014/main" id="{6FFAEEA7-2D39-4D3D-A9E1-5E4B443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3" name="option-4-root-vertical">
            <a:extLst xmlns:a="http://schemas.openxmlformats.org/drawingml/2006/main">
              <a:ext uri="{FF2B5EF4-FFF2-40B4-BE49-F238E27FC236}">
                <a16:creationId xmlns:a16="http://schemas.microsoft.com/office/drawing/2014/main" id="{2554D2D9-BB34-4F92-84DA-E9F1886E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4" name="option-4-top-clade-link">
            <a:extLst xmlns:a="http://schemas.openxmlformats.org/drawingml/2006/main">
              <a:ext uri="{FF2B5EF4-FFF2-40B4-BE49-F238E27FC236}">
                <a16:creationId xmlns:a16="http://schemas.microsoft.com/office/drawing/2014/main" id="{962C2AA0-0661-4EBA-B55D-22369533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5" name="option-4-bottom-clade-link">
            <a:extLst xmlns:a="http://schemas.openxmlformats.org/drawingml/2006/main">
              <a:ext uri="{FF2B5EF4-FFF2-40B4-BE49-F238E27FC236}">
                <a16:creationId xmlns:a16="http://schemas.microsoft.com/office/drawing/2014/main" id="{DC5D2E10-25FC-4983-9637-F9421FF2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6" name="option-4-top-clade-vertical">
            <a:extLst xmlns:a="http://schemas.openxmlformats.org/drawingml/2006/main">
              <a:ext uri="{FF2B5EF4-FFF2-40B4-BE49-F238E27FC236}">
                <a16:creationId xmlns:a16="http://schemas.microsoft.com/office/drawing/2014/main" id="{4CE59799-2A10-4FD5-ADCE-E137C55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9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7" name="option-4-top-subclade-link">
            <a:extLst xmlns:a="http://schemas.openxmlformats.org/drawingml/2006/main">
              <a:ext uri="{FF2B5EF4-FFF2-40B4-BE49-F238E27FC236}">
                <a16:creationId xmlns:a16="http://schemas.microsoft.com/office/drawing/2014/main" id="{8E6BEA37-5552-4FDE-B238-571651F8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09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8" name="option-4-top-subclade-vertical">
            <a:extLst xmlns:a="http://schemas.openxmlformats.org/drawingml/2006/main">
              <a:ext uri="{FF2B5EF4-FFF2-40B4-BE49-F238E27FC236}">
                <a16:creationId xmlns:a16="http://schemas.microsoft.com/office/drawing/2014/main" id="{E10D12B9-D73E-452F-8355-ADD880E3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9" name="option-4-top-leaf-1">
            <a:extLst xmlns:a="http://schemas.openxmlformats.org/drawingml/2006/main">
              <a:ext uri="{FF2B5EF4-FFF2-40B4-BE49-F238E27FC236}">
                <a16:creationId xmlns:a16="http://schemas.microsoft.com/office/drawing/2014/main" id="{B19513DC-FC48-4FEA-86E9-2833A56F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0" name="option-4-top-leaf-2">
            <a:extLst xmlns:a="http://schemas.openxmlformats.org/drawingml/2006/main">
              <a:ext uri="{FF2B5EF4-FFF2-40B4-BE49-F238E27FC236}">
                <a16:creationId xmlns:a16="http://schemas.microsoft.com/office/drawing/2014/main" id="{7CD54272-B4C8-4805-B616-5DED7092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09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1" name="option-4-top-leaf-3">
            <a:extLst xmlns:a="http://schemas.openxmlformats.org/drawingml/2006/main">
              <a:ext uri="{FF2B5EF4-FFF2-40B4-BE49-F238E27FC236}">
                <a16:creationId xmlns:a16="http://schemas.microsoft.com/office/drawing/2014/main" id="{274CC708-4418-4356-B0E6-1F484594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2" name="option-4-bottom-clade-vertical">
            <a:extLst xmlns:a="http://schemas.openxmlformats.org/drawingml/2006/main">
              <a:ext uri="{FF2B5EF4-FFF2-40B4-BE49-F238E27FC236}">
                <a16:creationId xmlns:a16="http://schemas.microsoft.com/office/drawing/2014/main" id="{FF8E6491-D81D-4D81-99DA-C400D06A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14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3" name="option-4-bottom-subclade-link">
            <a:extLst xmlns:a="http://schemas.openxmlformats.org/drawingml/2006/main">
              <a:ext uri="{FF2B5EF4-FFF2-40B4-BE49-F238E27FC236}">
                <a16:creationId xmlns:a16="http://schemas.microsoft.com/office/drawing/2014/main" id="{336FC91D-88AA-44B0-94C8-756AA9EF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4" name="option-4-bottom-subclade-vertical">
            <a:extLst xmlns:a="http://schemas.openxmlformats.org/drawingml/2006/main">
              <a:ext uri="{FF2B5EF4-FFF2-40B4-BE49-F238E27FC236}">
                <a16:creationId xmlns:a16="http://schemas.microsoft.com/office/drawing/2014/main" id="{4256D938-038E-42EB-B9D8-95BC7FDF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5" name="option-4-bottom-leaf-1">
            <a:extLst xmlns:a="http://schemas.openxmlformats.org/drawingml/2006/main">
              <a:ext uri="{FF2B5EF4-FFF2-40B4-BE49-F238E27FC236}">
                <a16:creationId xmlns:a16="http://schemas.microsoft.com/office/drawing/2014/main" id="{2354E837-6A64-4242-9892-49CCCD43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6" name="option-4-bottom-leaf-2">
            <a:extLst xmlns:a="http://schemas.openxmlformats.org/drawingml/2006/main">
              <a:ext uri="{FF2B5EF4-FFF2-40B4-BE49-F238E27FC236}">
                <a16:creationId xmlns:a16="http://schemas.microsoft.com/office/drawing/2014/main" id="{878BBA18-0CC3-4593-832F-BA2362C5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14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7" name="option-4-bottom-leaf-3">
            <a:extLst xmlns:a="http://schemas.openxmlformats.org/drawingml/2006/main">
              <a:ext uri="{FF2B5EF4-FFF2-40B4-BE49-F238E27FC236}">
                <a16:creationId xmlns:a16="http://schemas.microsoft.com/office/drawing/2014/main" id="{DB9FC1F2-9EF4-4DCF-8D26-25E8DF18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93A"/>
            </a:solidFill>
            <a:prstDash val="solid"/>
          </a:ln>
        </p:spPr>
      </p:sp>
      <p:sp>
        <p:nvSpPr>
          <p:cNvPr id="18" name="option-4-label">
            <a:extLst xmlns:a="http://schemas.openxmlformats.org/drawingml/2006/main">
              <a:ext uri="{FF2B5EF4-FFF2-40B4-BE49-F238E27FC236}">
                <a16:creationId xmlns:a16="http://schemas.microsoft.com/office/drawing/2014/main" id="{21C6FA06-A235-44B6-9796-39F67D1C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393A"/>
                </a:solidFill>
              </a:defRPr>
            </a:pPr>
            <a:r>
              <a:rPr sz="1650" b="1">
                <a:solidFill>
                  <a:srgbClr val="3B393A"/>
                </a:solidFill>
              </a:rPr>
              <a:t>OPTION D · DUSTY PASTELS</a:t>
            </a:r>
          </a:p>
        </p:txBody>
      </p:sp>
      <p:sp>
        <p:nvSpPr>
          <p:cNvPr id="19" name="option-4-matrix-title">
            <a:extLst xmlns:a="http://schemas.openxmlformats.org/drawingml/2006/main">
              <a:ext uri="{FF2B5EF4-FFF2-40B4-BE49-F238E27FC236}">
                <a16:creationId xmlns:a16="http://schemas.microsoft.com/office/drawing/2014/main" id="{8A368FE7-E1DC-47F8-B9E3-515BC984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81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B393A"/>
                </a:solidFill>
              </a:defRPr>
            </a:pPr>
            <a:r>
              <a:rPr sz="2625" b="1">
                <a:solidFill>
                  <a:srgbClr val="3B393A"/>
                </a:solidFill>
              </a:rPr>
              <a:t>Taxon × Sample</a:t>
            </a:r>
          </a:p>
        </p:txBody>
      </p:sp>
      <p:sp>
        <p:nvSpPr>
          <p:cNvPr id="20" name="option-4-pcam-title">
            <a:extLst xmlns:a="http://schemas.openxmlformats.org/drawingml/2006/main">
              <a:ext uri="{FF2B5EF4-FFF2-40B4-BE49-F238E27FC236}">
                <a16:creationId xmlns:a16="http://schemas.microsoft.com/office/drawing/2014/main" id="{4C914E58-7930-4E69-8EDE-0E9254CB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62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3B393A"/>
                </a:solidFill>
              </a:defRPr>
            </a:pPr>
            <a:r>
              <a:rPr sz="3150" b="0">
                <a:solidFill>
                  <a:srgbClr val="3B393A"/>
                </a:solidFill>
              </a:rPr>
              <a:t>PCAM</a:t>
            </a:r>
          </a:p>
        </p:txBody>
      </p:sp>
      <p:sp>
        <p:nvSpPr>
          <p:cNvPr id="21" name="option-4-matrix-r1-c1">
            <a:extLst xmlns:a="http://schemas.openxmlformats.org/drawingml/2006/main">
              <a:ext uri="{FF2B5EF4-FFF2-40B4-BE49-F238E27FC236}">
                <a16:creationId xmlns:a16="http://schemas.microsoft.com/office/drawing/2014/main" id="{28106083-BA87-4EDC-988F-9BD8627C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A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2" name="option-4-matrix-r1-c2">
            <a:extLst xmlns:a="http://schemas.openxmlformats.org/drawingml/2006/main">
              <a:ext uri="{FF2B5EF4-FFF2-40B4-BE49-F238E27FC236}">
                <a16:creationId xmlns:a16="http://schemas.microsoft.com/office/drawing/2014/main" id="{0BBE5C39-2B26-4EF7-BDA4-6F9F31C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CF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3" name="option-4-matrix-r1-c3">
            <a:extLst xmlns:a="http://schemas.openxmlformats.org/drawingml/2006/main">
              <a:ext uri="{FF2B5EF4-FFF2-40B4-BE49-F238E27FC236}">
                <a16:creationId xmlns:a16="http://schemas.microsoft.com/office/drawing/2014/main" id="{0C1B3D37-3201-4389-96B6-9DE03016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EB1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4" name="option-4-matrix-r1-c4">
            <a:extLst xmlns:a="http://schemas.openxmlformats.org/drawingml/2006/main">
              <a:ext uri="{FF2B5EF4-FFF2-40B4-BE49-F238E27FC236}">
                <a16:creationId xmlns:a16="http://schemas.microsoft.com/office/drawing/2014/main" id="{E952FA8E-4D8C-4282-85F6-62A184BF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795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5" name="option-4-matrix-r2-c1">
            <a:extLst xmlns:a="http://schemas.openxmlformats.org/drawingml/2006/main">
              <a:ext uri="{FF2B5EF4-FFF2-40B4-BE49-F238E27FC236}">
                <a16:creationId xmlns:a16="http://schemas.microsoft.com/office/drawing/2014/main" id="{46039444-C09D-4933-B220-8BA0248F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6" name="option-4-matrix-r2-c2">
            <a:extLst xmlns:a="http://schemas.openxmlformats.org/drawingml/2006/main">
              <a:ext uri="{FF2B5EF4-FFF2-40B4-BE49-F238E27FC236}">
                <a16:creationId xmlns:a16="http://schemas.microsoft.com/office/drawing/2014/main" id="{871D5798-A302-4FB0-8BA0-96D737C7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0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7" name="option-4-matrix-r2-c3">
            <a:extLst xmlns:a="http://schemas.openxmlformats.org/drawingml/2006/main">
              <a:ext uri="{FF2B5EF4-FFF2-40B4-BE49-F238E27FC236}">
                <a16:creationId xmlns:a16="http://schemas.microsoft.com/office/drawing/2014/main" id="{E6443D8D-C5CA-4785-B25F-567083B8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CCD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8" name="option-4-matrix-r2-c4">
            <a:extLst xmlns:a="http://schemas.openxmlformats.org/drawingml/2006/main">
              <a:ext uri="{FF2B5EF4-FFF2-40B4-BE49-F238E27FC236}">
                <a16:creationId xmlns:a16="http://schemas.microsoft.com/office/drawing/2014/main" id="{1B02FBDF-C087-4E22-9869-DFADB7E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5BC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29" name="option-4-matrix-r3-c1">
            <a:extLst xmlns:a="http://schemas.openxmlformats.org/drawingml/2006/main">
              <a:ext uri="{FF2B5EF4-FFF2-40B4-BE49-F238E27FC236}">
                <a16:creationId xmlns:a16="http://schemas.microsoft.com/office/drawing/2014/main" id="{4908CF33-8BF1-4C21-807A-B3A5E71E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BEF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0" name="option-4-matrix-r3-c2">
            <a:extLst xmlns:a="http://schemas.openxmlformats.org/drawingml/2006/main">
              <a:ext uri="{FF2B5EF4-FFF2-40B4-BE49-F238E27FC236}">
                <a16:creationId xmlns:a16="http://schemas.microsoft.com/office/drawing/2014/main" id="{11DB3007-F676-4882-934B-3D61AE15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A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1" name="option-4-matrix-r3-c3">
            <a:extLst xmlns:a="http://schemas.openxmlformats.org/drawingml/2006/main">
              <a:ext uri="{FF2B5EF4-FFF2-40B4-BE49-F238E27FC236}">
                <a16:creationId xmlns:a16="http://schemas.microsoft.com/office/drawing/2014/main" id="{E8647838-D054-4289-8059-93EEBAD1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3C4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2" name="option-4-matrix-r3-c4">
            <a:extLst xmlns:a="http://schemas.openxmlformats.org/drawingml/2006/main">
              <a:ext uri="{FF2B5EF4-FFF2-40B4-BE49-F238E27FC236}">
                <a16:creationId xmlns:a16="http://schemas.microsoft.com/office/drawing/2014/main" id="{E68A6B4F-86F7-41BD-BD08-027D614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8AF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3" name="option-4-matrix-r4-c1">
            <a:extLst xmlns:a="http://schemas.openxmlformats.org/drawingml/2006/main">
              <a:ext uri="{FF2B5EF4-FFF2-40B4-BE49-F238E27FC236}">
                <a16:creationId xmlns:a16="http://schemas.microsoft.com/office/drawing/2014/main" id="{55927019-B9A6-4764-8A17-8ADD0A74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EA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4" name="option-4-matrix-r4-c2">
            <a:extLst xmlns:a="http://schemas.openxmlformats.org/drawingml/2006/main">
              <a:ext uri="{FF2B5EF4-FFF2-40B4-BE49-F238E27FC236}">
                <a16:creationId xmlns:a16="http://schemas.microsoft.com/office/drawing/2014/main" id="{9FB83AE9-754B-44C6-B197-97F5D89A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ECD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5" name="option-4-matrix-r4-c3">
            <a:extLst xmlns:a="http://schemas.openxmlformats.org/drawingml/2006/main">
              <a:ext uri="{FF2B5EF4-FFF2-40B4-BE49-F238E27FC236}">
                <a16:creationId xmlns:a16="http://schemas.microsoft.com/office/drawing/2014/main" id="{F2B22BEC-BD2A-4A73-B6F4-487D2B69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FAE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6" name="option-4-matrix-r4-c4">
            <a:extLst xmlns:a="http://schemas.openxmlformats.org/drawingml/2006/main">
              <a:ext uri="{FF2B5EF4-FFF2-40B4-BE49-F238E27FC236}">
                <a16:creationId xmlns:a16="http://schemas.microsoft.com/office/drawing/2014/main" id="{219474C5-9B8F-429E-858C-0396EEF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392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7" name="option-4-matrix-r5-c1">
            <a:extLst xmlns:a="http://schemas.openxmlformats.org/drawingml/2006/main">
              <a:ext uri="{FF2B5EF4-FFF2-40B4-BE49-F238E27FC236}">
                <a16:creationId xmlns:a16="http://schemas.microsoft.com/office/drawing/2014/main" id="{135D5BC9-6212-4A0E-8CA7-6F23F32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E7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8" name="option-4-matrix-r5-c2">
            <a:extLst xmlns:a="http://schemas.openxmlformats.org/drawingml/2006/main">
              <a:ext uri="{FF2B5EF4-FFF2-40B4-BE49-F238E27FC236}">
                <a16:creationId xmlns:a16="http://schemas.microsoft.com/office/drawing/2014/main" id="{85009229-D63C-4678-8C50-E49CD39D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7C6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39" name="option-4-matrix-r5-c3">
            <a:extLst xmlns:a="http://schemas.openxmlformats.org/drawingml/2006/main">
              <a:ext uri="{FF2B5EF4-FFF2-40B4-BE49-F238E27FC236}">
                <a16:creationId xmlns:a16="http://schemas.microsoft.com/office/drawing/2014/main" id="{060C6D77-780A-410A-912B-026E1672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BEA3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40" name="option-4-matrix-r5-c4">
            <a:extLst xmlns:a="http://schemas.openxmlformats.org/drawingml/2006/main">
              <a:ext uri="{FF2B5EF4-FFF2-40B4-BE49-F238E27FC236}">
                <a16:creationId xmlns:a16="http://schemas.microsoft.com/office/drawing/2014/main" id="{C16C8A72-6AC7-4786-BB07-81EE4BDD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883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41" name="option-4-matrix-r6-c1">
            <a:extLst xmlns:a="http://schemas.openxmlformats.org/drawingml/2006/main">
              <a:ext uri="{FF2B5EF4-FFF2-40B4-BE49-F238E27FC236}">
                <a16:creationId xmlns:a16="http://schemas.microsoft.com/office/drawing/2014/main" id="{BCCB6EE3-59D8-4674-9C57-3465E7ED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42" name="option-4-matrix-r6-c2">
            <a:extLst xmlns:a="http://schemas.openxmlformats.org/drawingml/2006/main">
              <a:ext uri="{FF2B5EF4-FFF2-40B4-BE49-F238E27FC236}">
                <a16:creationId xmlns:a16="http://schemas.microsoft.com/office/drawing/2014/main" id="{E5C408B7-24A8-4491-B911-32AE2992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FC6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43" name="option-4-matrix-r6-c3">
            <a:extLst xmlns:a="http://schemas.openxmlformats.org/drawingml/2006/main">
              <a:ext uri="{FF2B5EF4-FFF2-40B4-BE49-F238E27FC236}">
                <a16:creationId xmlns:a16="http://schemas.microsoft.com/office/drawing/2014/main" id="{9DEBF7D3-03B0-411A-9B6B-E6908593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A3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44" name="option-4-matrix-r6-c4">
            <a:extLst xmlns:a="http://schemas.openxmlformats.org/drawingml/2006/main">
              <a:ext uri="{FF2B5EF4-FFF2-40B4-BE49-F238E27FC236}">
                <a16:creationId xmlns:a16="http://schemas.microsoft.com/office/drawing/2014/main" id="{5CA12981-69B2-4E3C-9D65-B891C640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982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45" name="option-4-taxon-marker-1">
            <a:extLst xmlns:a="http://schemas.openxmlformats.org/drawingml/2006/main">
              <a:ext uri="{FF2B5EF4-FFF2-40B4-BE49-F238E27FC236}">
                <a16:creationId xmlns:a16="http://schemas.microsoft.com/office/drawing/2014/main" id="{399C91B3-03B9-49C8-B00D-67595F6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9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BAAC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6" name="option-4-taxon-marker-2">
            <a:extLst xmlns:a="http://schemas.openxmlformats.org/drawingml/2006/main">
              <a:ext uri="{FF2B5EF4-FFF2-40B4-BE49-F238E27FC236}">
                <a16:creationId xmlns:a16="http://schemas.microsoft.com/office/drawing/2014/main" id="{16352549-B1C7-4A67-A3E4-72F87A68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95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B8CA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7" name="option-4-taxon-marker-3">
            <a:extLst xmlns:a="http://schemas.openxmlformats.org/drawingml/2006/main">
              <a:ext uri="{FF2B5EF4-FFF2-40B4-BE49-F238E27FC236}">
                <a16:creationId xmlns:a16="http://schemas.microsoft.com/office/drawing/2014/main" id="{26AAA461-DC17-4B9D-A218-47AD2195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95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AEC0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8" name="option-4-taxon-marker-4">
            <a:extLst xmlns:a="http://schemas.openxmlformats.org/drawingml/2006/main">
              <a:ext uri="{FF2B5EF4-FFF2-40B4-BE49-F238E27FC236}">
                <a16:creationId xmlns:a16="http://schemas.microsoft.com/office/drawing/2014/main" id="{97B7400D-F14A-45DF-BC5D-99BBD6C2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00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BA9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9" name="option-4-taxon-marker-5">
            <a:extLst xmlns:a="http://schemas.openxmlformats.org/drawingml/2006/main">
              <a:ext uri="{FF2B5EF4-FFF2-40B4-BE49-F238E27FC236}">
                <a16:creationId xmlns:a16="http://schemas.microsoft.com/office/drawing/2014/main" id="{8947D96C-EC4D-4A0E-9A6C-23DED618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00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BB9E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0" name="option-4-taxon-marker-6">
            <a:extLst xmlns:a="http://schemas.openxmlformats.org/drawingml/2006/main">
              <a:ext uri="{FF2B5EF4-FFF2-40B4-BE49-F238E27FC236}">
                <a16:creationId xmlns:a16="http://schemas.microsoft.com/office/drawing/2014/main" id="{B4ACD692-2360-4B3C-AFB0-EA7581F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00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C89D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1" name="option-4-internal-node-1">
            <a:extLst xmlns:a="http://schemas.openxmlformats.org/drawingml/2006/main">
              <a:ext uri="{FF2B5EF4-FFF2-40B4-BE49-F238E27FC236}">
                <a16:creationId xmlns:a16="http://schemas.microsoft.com/office/drawing/2014/main" id="{BFDB868F-04B4-4AE2-AE86-3824A19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ption-4-internal-node-2">
            <a:extLst xmlns:a="http://schemas.openxmlformats.org/drawingml/2006/main">
              <a:ext uri="{FF2B5EF4-FFF2-40B4-BE49-F238E27FC236}">
                <a16:creationId xmlns:a16="http://schemas.microsoft.com/office/drawing/2014/main" id="{8DD61FA8-8F9C-493D-9B06-77024FF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ption-4-internal-node-3">
            <a:extLst xmlns:a="http://schemas.openxmlformats.org/drawingml/2006/main">
              <a:ext uri="{FF2B5EF4-FFF2-40B4-BE49-F238E27FC236}">
                <a16:creationId xmlns:a16="http://schemas.microsoft.com/office/drawing/2014/main" id="{808CD7E0-793D-4307-B758-EF9651FD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ption-4-internal-node-4">
            <a:extLst xmlns:a="http://schemas.openxmlformats.org/drawingml/2006/main">
              <a:ext uri="{FF2B5EF4-FFF2-40B4-BE49-F238E27FC236}">
                <a16:creationId xmlns:a16="http://schemas.microsoft.com/office/drawing/2014/main" id="{7D39A5C0-C1AE-42B9-9AF5-8F96CD5E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9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ption-4-internal-node-5">
            <a:extLst xmlns:a="http://schemas.openxmlformats.org/drawingml/2006/main">
              <a:ext uri="{FF2B5EF4-FFF2-40B4-BE49-F238E27FC236}">
                <a16:creationId xmlns:a16="http://schemas.microsoft.com/office/drawing/2014/main" id="{026B9E0E-52B9-4854-AD75-334233F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ption-4-transformation-arrow">
            <a:extLst xmlns:a="http://schemas.openxmlformats.org/drawingml/2006/main">
              <a:ext uri="{FF2B5EF4-FFF2-40B4-BE49-F238E27FC236}">
                <a16:creationId xmlns:a16="http://schemas.microsoft.com/office/drawing/2014/main" id="{AD2E7FA2-A0F8-4F62-91E9-11A74689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066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3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ption-4-stack-label-1">
            <a:extLst xmlns:a="http://schemas.openxmlformats.org/drawingml/2006/main">
              <a:ext uri="{FF2B5EF4-FFF2-40B4-BE49-F238E27FC236}">
                <a16:creationId xmlns:a16="http://schemas.microsoft.com/office/drawing/2014/main" id="{3FE7EDBD-5251-47DD-AD3E-7DAF3EE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93A"/>
                </a:solidFill>
              </a:defRPr>
            </a:pPr>
            <a:r>
              <a:rPr sz="1725" b="1">
                <a:solidFill>
                  <a:srgbClr val="3B393A"/>
                </a:solidFill>
              </a:rPr>
              <a:t>s2+s3</a:t>
            </a:r>
          </a:p>
        </p:txBody>
      </p:sp>
      <p:sp>
        <p:nvSpPr>
          <p:cNvPr id="58" name="option-4-stack-1-segment-1">
            <a:extLst xmlns:a="http://schemas.openxmlformats.org/drawingml/2006/main">
              <a:ext uri="{FF2B5EF4-FFF2-40B4-BE49-F238E27FC236}">
                <a16:creationId xmlns:a16="http://schemas.microsoft.com/office/drawing/2014/main" id="{C128DB2E-097D-471B-A5EB-C2F6EBD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EB1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59" name="option-4-stack-1-segment-2">
            <a:extLst xmlns:a="http://schemas.openxmlformats.org/drawingml/2006/main">
              <a:ext uri="{FF2B5EF4-FFF2-40B4-BE49-F238E27FC236}">
                <a16:creationId xmlns:a16="http://schemas.microsoft.com/office/drawing/2014/main" id="{BCE99EC6-3741-47D5-8049-28A4570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CCD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0" name="option-4-stack-1-segment-3">
            <a:extLst xmlns:a="http://schemas.openxmlformats.org/drawingml/2006/main">
              <a:ext uri="{FF2B5EF4-FFF2-40B4-BE49-F238E27FC236}">
                <a16:creationId xmlns:a16="http://schemas.microsoft.com/office/drawing/2014/main" id="{F19691A1-8A0A-4F57-993C-2FE31A0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3C4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1" name="option-4-stack-1-segment-4">
            <a:extLst xmlns:a="http://schemas.openxmlformats.org/drawingml/2006/main">
              <a:ext uri="{FF2B5EF4-FFF2-40B4-BE49-F238E27FC236}">
                <a16:creationId xmlns:a16="http://schemas.microsoft.com/office/drawing/2014/main" id="{0189430D-68F3-4C97-9ECE-30F46DDC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FAE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2" name="option-4-stack-1-segment-5">
            <a:extLst xmlns:a="http://schemas.openxmlformats.org/drawingml/2006/main">
              <a:ext uri="{FF2B5EF4-FFF2-40B4-BE49-F238E27FC236}">
                <a16:creationId xmlns:a16="http://schemas.microsoft.com/office/drawing/2014/main" id="{2F483A68-9818-4E17-AA75-CB47C42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BEA3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3" name="option-4-stack-1-segment-6">
            <a:extLst xmlns:a="http://schemas.openxmlformats.org/drawingml/2006/main">
              <a:ext uri="{FF2B5EF4-FFF2-40B4-BE49-F238E27FC236}">
                <a16:creationId xmlns:a16="http://schemas.microsoft.com/office/drawing/2014/main" id="{339B8645-ACB8-4861-A724-32648FC4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A3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4" name="option-4-stack-label-2">
            <a:extLst xmlns:a="http://schemas.openxmlformats.org/drawingml/2006/main">
              <a:ext uri="{FF2B5EF4-FFF2-40B4-BE49-F238E27FC236}">
                <a16:creationId xmlns:a16="http://schemas.microsoft.com/office/drawing/2014/main" id="{0991FFCB-CA56-4710-9D91-8ABC6903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93A"/>
                </a:solidFill>
              </a:defRPr>
            </a:pPr>
            <a:r>
              <a:rPr sz="1725" b="1">
                <a:solidFill>
                  <a:srgbClr val="3B393A"/>
                </a:solidFill>
              </a:rPr>
              <a:t>s1+s4</a:t>
            </a:r>
          </a:p>
        </p:txBody>
      </p:sp>
      <p:sp>
        <p:nvSpPr>
          <p:cNvPr id="65" name="option-4-stack-2-segment-1">
            <a:extLst xmlns:a="http://schemas.openxmlformats.org/drawingml/2006/main">
              <a:ext uri="{FF2B5EF4-FFF2-40B4-BE49-F238E27FC236}">
                <a16:creationId xmlns:a16="http://schemas.microsoft.com/office/drawing/2014/main" id="{B6B691E7-B6E8-44F7-AA54-C4181405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795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6" name="option-4-stack-2-segment-2">
            <a:extLst xmlns:a="http://schemas.openxmlformats.org/drawingml/2006/main">
              <a:ext uri="{FF2B5EF4-FFF2-40B4-BE49-F238E27FC236}">
                <a16:creationId xmlns:a16="http://schemas.microsoft.com/office/drawing/2014/main" id="{8FC0A818-653B-40BF-B9DA-F8AF9E8A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5BC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7" name="option-4-stack-2-segment-3">
            <a:extLst xmlns:a="http://schemas.openxmlformats.org/drawingml/2006/main">
              <a:ext uri="{FF2B5EF4-FFF2-40B4-BE49-F238E27FC236}">
                <a16:creationId xmlns:a16="http://schemas.microsoft.com/office/drawing/2014/main" id="{987E59EF-68C4-4F94-A965-031D4F42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8AF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8" name="option-4-stack-2-segment-4">
            <a:extLst xmlns:a="http://schemas.openxmlformats.org/drawingml/2006/main">
              <a:ext uri="{FF2B5EF4-FFF2-40B4-BE49-F238E27FC236}">
                <a16:creationId xmlns:a16="http://schemas.microsoft.com/office/drawing/2014/main" id="{6F4C3183-BF8F-4229-9CF5-77C9992E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EA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69" name="option-4-stack-2-segment-5">
            <a:extLst xmlns:a="http://schemas.openxmlformats.org/drawingml/2006/main">
              <a:ext uri="{FF2B5EF4-FFF2-40B4-BE49-F238E27FC236}">
                <a16:creationId xmlns:a16="http://schemas.microsoft.com/office/drawing/2014/main" id="{488B4DAD-40B0-4986-8AB5-F6CBEC6D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E7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0" name="option-4-stack-2-segment-6">
            <a:extLst xmlns:a="http://schemas.openxmlformats.org/drawingml/2006/main">
              <a:ext uri="{FF2B5EF4-FFF2-40B4-BE49-F238E27FC236}">
                <a16:creationId xmlns:a16="http://schemas.microsoft.com/office/drawing/2014/main" id="{3082C984-64BA-4D49-8360-7398F376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1" name="option-4-stack-label-3">
            <a:extLst xmlns:a="http://schemas.openxmlformats.org/drawingml/2006/main">
              <a:ext uri="{FF2B5EF4-FFF2-40B4-BE49-F238E27FC236}">
                <a16:creationId xmlns:a16="http://schemas.microsoft.com/office/drawing/2014/main" id="{1BE6E9A2-8703-4CAE-B8B2-FB27E78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93A"/>
                </a:solidFill>
              </a:defRPr>
            </a:pPr>
            <a:r>
              <a:rPr sz="1725" b="1">
                <a:solidFill>
                  <a:srgbClr val="3B393A"/>
                </a:solidFill>
              </a:rPr>
              <a:t>s1+s2</a:t>
            </a:r>
          </a:p>
        </p:txBody>
      </p:sp>
      <p:sp>
        <p:nvSpPr>
          <p:cNvPr id="72" name="option-4-stack-3-segment-1">
            <a:extLst xmlns:a="http://schemas.openxmlformats.org/drawingml/2006/main">
              <a:ext uri="{FF2B5EF4-FFF2-40B4-BE49-F238E27FC236}">
                <a16:creationId xmlns:a16="http://schemas.microsoft.com/office/drawing/2014/main" id="{187C232D-7950-4B8A-8562-98C1375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A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3" name="option-4-stack-3-segment-2">
            <a:extLst xmlns:a="http://schemas.openxmlformats.org/drawingml/2006/main">
              <a:ext uri="{FF2B5EF4-FFF2-40B4-BE49-F238E27FC236}">
                <a16:creationId xmlns:a16="http://schemas.microsoft.com/office/drawing/2014/main" id="{13B886B4-20D5-436A-8C06-4895A25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4" name="option-4-stack-3-segment-3">
            <a:extLst xmlns:a="http://schemas.openxmlformats.org/drawingml/2006/main">
              <a:ext uri="{FF2B5EF4-FFF2-40B4-BE49-F238E27FC236}">
                <a16:creationId xmlns:a16="http://schemas.microsoft.com/office/drawing/2014/main" id="{E17C7B34-65A0-489D-9D94-EDCCCB9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BEF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5" name="option-4-stack-3-segment-4">
            <a:extLst xmlns:a="http://schemas.openxmlformats.org/drawingml/2006/main">
              <a:ext uri="{FF2B5EF4-FFF2-40B4-BE49-F238E27FC236}">
                <a16:creationId xmlns:a16="http://schemas.microsoft.com/office/drawing/2014/main" id="{ADA845EB-EEF4-40C8-A6CB-D89951A8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FAE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6" name="option-4-stack-3-segment-5">
            <a:extLst xmlns:a="http://schemas.openxmlformats.org/drawingml/2006/main">
              <a:ext uri="{FF2B5EF4-FFF2-40B4-BE49-F238E27FC236}">
                <a16:creationId xmlns:a16="http://schemas.microsoft.com/office/drawing/2014/main" id="{68DB5818-7FD4-495E-9151-2E0D5B50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7C6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7" name="option-4-stack-3-segment-6">
            <a:extLst xmlns:a="http://schemas.openxmlformats.org/drawingml/2006/main">
              <a:ext uri="{FF2B5EF4-FFF2-40B4-BE49-F238E27FC236}">
                <a16:creationId xmlns:a16="http://schemas.microsoft.com/office/drawing/2014/main" id="{34D9E18A-745E-4F8F-8E24-B5F15E55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A3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78" name="option-4-stack-label-4">
            <a:extLst xmlns:a="http://schemas.openxmlformats.org/drawingml/2006/main">
              <a:ext uri="{FF2B5EF4-FFF2-40B4-BE49-F238E27FC236}">
                <a16:creationId xmlns:a16="http://schemas.microsoft.com/office/drawing/2014/main" id="{AEB610A9-6B07-4EF9-83A1-2AB4226B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93A"/>
                </a:solidFill>
              </a:defRPr>
            </a:pPr>
            <a:r>
              <a:rPr sz="1725" b="1">
                <a:solidFill>
                  <a:srgbClr val="3B393A"/>
                </a:solidFill>
              </a:rPr>
              <a:t>s1+s4</a:t>
            </a:r>
          </a:p>
        </p:txBody>
      </p:sp>
      <p:sp>
        <p:nvSpPr>
          <p:cNvPr id="79" name="option-4-stack-4-segment-1">
            <a:extLst xmlns:a="http://schemas.openxmlformats.org/drawingml/2006/main">
              <a:ext uri="{FF2B5EF4-FFF2-40B4-BE49-F238E27FC236}">
                <a16:creationId xmlns:a16="http://schemas.microsoft.com/office/drawing/2014/main" id="{CEC72392-D418-4C96-86DF-F33D85E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A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80" name="option-4-stack-4-segment-2">
            <a:extLst xmlns:a="http://schemas.openxmlformats.org/drawingml/2006/main">
              <a:ext uri="{FF2B5EF4-FFF2-40B4-BE49-F238E27FC236}">
                <a16:creationId xmlns:a16="http://schemas.microsoft.com/office/drawing/2014/main" id="{2A94CED1-A0F6-4DCC-8166-0214B0A2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81" name="option-4-stack-4-segment-3">
            <a:extLst xmlns:a="http://schemas.openxmlformats.org/drawingml/2006/main">
              <a:ext uri="{FF2B5EF4-FFF2-40B4-BE49-F238E27FC236}">
                <a16:creationId xmlns:a16="http://schemas.microsoft.com/office/drawing/2014/main" id="{8451E6BC-6BEB-4428-AC22-6201BE1D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BEF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82" name="option-4-stack-4-segment-4">
            <a:extLst xmlns:a="http://schemas.openxmlformats.org/drawingml/2006/main">
              <a:ext uri="{FF2B5EF4-FFF2-40B4-BE49-F238E27FC236}">
                <a16:creationId xmlns:a16="http://schemas.microsoft.com/office/drawing/2014/main" id="{6314B824-C10B-42F5-B305-E946BC5D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392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83" name="option-4-stack-4-segment-5">
            <a:extLst xmlns:a="http://schemas.openxmlformats.org/drawingml/2006/main">
              <a:ext uri="{FF2B5EF4-FFF2-40B4-BE49-F238E27FC236}">
                <a16:creationId xmlns:a16="http://schemas.microsoft.com/office/drawing/2014/main" id="{779DFB44-F7F8-452D-9BC2-00E5D01F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883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84" name="option-4-stack-4-segment-6">
            <a:extLst xmlns:a="http://schemas.openxmlformats.org/drawingml/2006/main">
              <a:ext uri="{FF2B5EF4-FFF2-40B4-BE49-F238E27FC236}">
                <a16:creationId xmlns:a16="http://schemas.microsoft.com/office/drawing/2014/main" id="{E5811C29-1BFF-4D93-9466-6E6B324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982"/>
          </a:solidFill>
          <a:ln xmlns:a="http://schemas.openxmlformats.org/drawingml/2006/main" w="19050">
            <a:solidFill>
              <a:srgbClr val="3B393A"/>
            </a:solidFill>
            <a:prstDash val="solid"/>
          </a:ln>
        </p:spPr>
      </p:sp>
      <p:sp>
        <p:nvSpPr>
          <p:cNvPr id="85" name="option-4-ellipsis-1">
            <a:extLst xmlns:a="http://schemas.openxmlformats.org/drawingml/2006/main">
              <a:ext uri="{FF2B5EF4-FFF2-40B4-BE49-F238E27FC236}">
                <a16:creationId xmlns:a16="http://schemas.microsoft.com/office/drawing/2014/main" id="{83F7AACC-8523-4DAA-8479-FC97C9EF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option-4-ellipsis-2">
            <a:extLst xmlns:a="http://schemas.openxmlformats.org/drawingml/2006/main">
              <a:ext uri="{FF2B5EF4-FFF2-40B4-BE49-F238E27FC236}">
                <a16:creationId xmlns:a16="http://schemas.microsoft.com/office/drawing/2014/main" id="{7C74A6CC-E5AD-4990-A568-7FB0386E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option-4-ellipsis-3">
            <a:extLst xmlns:a="http://schemas.openxmlformats.org/drawingml/2006/main">
              <a:ext uri="{FF2B5EF4-FFF2-40B4-BE49-F238E27FC236}">
                <a16:creationId xmlns:a16="http://schemas.microsoft.com/office/drawing/2014/main" id="{19D1F712-8E17-49AB-A3C5-4DE1FB69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9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1302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option-5-panel">
            <a:extLst xmlns:a="http://schemas.openxmlformats.org/drawingml/2006/main">
              <a:ext uri="{FF2B5EF4-FFF2-40B4-BE49-F238E27FC236}">
                <a16:creationId xmlns:a16="http://schemas.microsoft.com/office/drawing/2014/main" id="{B9F2A570-9899-40BC-8E90-4075C58F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76300"/>
            <a:ext cx="11334750" cy="54483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2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ption-5-root-left">
            <a:extLst xmlns:a="http://schemas.openxmlformats.org/drawingml/2006/main">
              <a:ext uri="{FF2B5EF4-FFF2-40B4-BE49-F238E27FC236}">
                <a16:creationId xmlns:a16="http://schemas.microsoft.com/office/drawing/2014/main" id="{7B088FB4-57E3-4B71-9404-42075EED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3" name="option-5-root-vertical">
            <a:extLst xmlns:a="http://schemas.openxmlformats.org/drawingml/2006/main">
              <a:ext uri="{FF2B5EF4-FFF2-40B4-BE49-F238E27FC236}">
                <a16:creationId xmlns:a16="http://schemas.microsoft.com/office/drawing/2014/main" id="{CE1819B2-506B-43A9-B24C-B431ADF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4" name="option-5-top-clade-link">
            <a:extLst xmlns:a="http://schemas.openxmlformats.org/drawingml/2006/main">
              <a:ext uri="{FF2B5EF4-FFF2-40B4-BE49-F238E27FC236}">
                <a16:creationId xmlns:a16="http://schemas.microsoft.com/office/drawing/2014/main" id="{73D26C7E-E938-4EE7-829B-D78BD9A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5" name="option-5-bottom-clade-link">
            <a:extLst xmlns:a="http://schemas.openxmlformats.org/drawingml/2006/main">
              <a:ext uri="{FF2B5EF4-FFF2-40B4-BE49-F238E27FC236}">
                <a16:creationId xmlns:a16="http://schemas.microsoft.com/office/drawing/2014/main" id="{47F5890A-0600-46FD-876B-E33912BD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6" name="option-5-top-clade-vertical">
            <a:extLst xmlns:a="http://schemas.openxmlformats.org/drawingml/2006/main">
              <a:ext uri="{FF2B5EF4-FFF2-40B4-BE49-F238E27FC236}">
                <a16:creationId xmlns:a16="http://schemas.microsoft.com/office/drawing/2014/main" id="{7C5D59C4-1AFD-4B64-8608-4D81B2A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9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7" name="option-5-top-subclade-link">
            <a:extLst xmlns:a="http://schemas.openxmlformats.org/drawingml/2006/main">
              <a:ext uri="{FF2B5EF4-FFF2-40B4-BE49-F238E27FC236}">
                <a16:creationId xmlns:a16="http://schemas.microsoft.com/office/drawing/2014/main" id="{345E5EBB-1471-4C05-BC6F-D6F989E4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09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8" name="option-5-top-subclade-vertical">
            <a:extLst xmlns:a="http://schemas.openxmlformats.org/drawingml/2006/main">
              <a:ext uri="{FF2B5EF4-FFF2-40B4-BE49-F238E27FC236}">
                <a16:creationId xmlns:a16="http://schemas.microsoft.com/office/drawing/2014/main" id="{2BB3D6AA-75B4-4653-B81F-5A27AC2B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9" name="option-5-top-leaf-1">
            <a:extLst xmlns:a="http://schemas.openxmlformats.org/drawingml/2006/main">
              <a:ext uri="{FF2B5EF4-FFF2-40B4-BE49-F238E27FC236}">
                <a16:creationId xmlns:a16="http://schemas.microsoft.com/office/drawing/2014/main" id="{D51761DF-720B-46E5-B9EF-8ABD401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9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0" name="option-5-top-leaf-2">
            <a:extLst xmlns:a="http://schemas.openxmlformats.org/drawingml/2006/main">
              <a:ext uri="{FF2B5EF4-FFF2-40B4-BE49-F238E27FC236}">
                <a16:creationId xmlns:a16="http://schemas.microsoft.com/office/drawing/2014/main" id="{FA60E677-5A84-49A1-9D88-659CD25D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09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1" name="option-5-top-leaf-3">
            <a:extLst xmlns:a="http://schemas.openxmlformats.org/drawingml/2006/main">
              <a:ext uri="{FF2B5EF4-FFF2-40B4-BE49-F238E27FC236}">
                <a16:creationId xmlns:a16="http://schemas.microsoft.com/office/drawing/2014/main" id="{1D5F0DC6-C8E8-400B-90E8-54F7EB4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2" name="option-5-bottom-clade-vertical">
            <a:extLst xmlns:a="http://schemas.openxmlformats.org/drawingml/2006/main">
              <a:ext uri="{FF2B5EF4-FFF2-40B4-BE49-F238E27FC236}">
                <a16:creationId xmlns:a16="http://schemas.microsoft.com/office/drawing/2014/main" id="{9B0F8DC8-73D8-4A71-8240-345DA37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147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3" name="option-5-bottom-subclade-link">
            <a:extLst xmlns:a="http://schemas.openxmlformats.org/drawingml/2006/main">
              <a:ext uri="{FF2B5EF4-FFF2-40B4-BE49-F238E27FC236}">
                <a16:creationId xmlns:a16="http://schemas.microsoft.com/office/drawing/2014/main" id="{C71BACCA-1764-42A6-A0E1-623D5B32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4" name="option-5-bottom-subclade-vertical">
            <a:extLst xmlns:a="http://schemas.openxmlformats.org/drawingml/2006/main">
              <a:ext uri="{FF2B5EF4-FFF2-40B4-BE49-F238E27FC236}">
                <a16:creationId xmlns:a16="http://schemas.microsoft.com/office/drawing/2014/main" id="{42AE8B56-1F72-454E-913C-4B30EFE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5" name="option-5-bottom-leaf-1">
            <a:extLst xmlns:a="http://schemas.openxmlformats.org/drawingml/2006/main">
              <a:ext uri="{FF2B5EF4-FFF2-40B4-BE49-F238E27FC236}">
                <a16:creationId xmlns:a16="http://schemas.microsoft.com/office/drawing/2014/main" id="{677A1FAF-E738-4518-97EC-4C6FCA6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1477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6" name="option-5-bottom-leaf-2">
            <a:extLst xmlns:a="http://schemas.openxmlformats.org/drawingml/2006/main">
              <a:ext uri="{FF2B5EF4-FFF2-40B4-BE49-F238E27FC236}">
                <a16:creationId xmlns:a16="http://schemas.microsoft.com/office/drawing/2014/main" id="{6C146850-7390-41E1-9105-C29A0DCC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14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7" name="option-5-bottom-leaf-3">
            <a:extLst xmlns:a="http://schemas.openxmlformats.org/drawingml/2006/main">
              <a:ext uri="{FF2B5EF4-FFF2-40B4-BE49-F238E27FC236}">
                <a16:creationId xmlns:a16="http://schemas.microsoft.com/office/drawing/2014/main" id="{FE8AA3F9-9CD4-425C-AACC-FB1A1FB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151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A"/>
            </a:solidFill>
            <a:prstDash val="solid"/>
          </a:ln>
        </p:spPr>
      </p:sp>
      <p:sp>
        <p:nvSpPr>
          <p:cNvPr id="18" name="option-5-label">
            <a:extLst xmlns:a="http://schemas.openxmlformats.org/drawingml/2006/main">
              <a:ext uri="{FF2B5EF4-FFF2-40B4-BE49-F238E27FC236}">
                <a16:creationId xmlns:a16="http://schemas.microsoft.com/office/drawing/2014/main" id="{C0BB2AFB-52EC-43BF-9F0D-E120CE59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0383A"/>
                </a:solidFill>
              </a:defRPr>
            </a:pPr>
            <a:r>
              <a:rPr sz="1650" b="1">
                <a:solidFill>
                  <a:srgbClr val="30383A"/>
                </a:solidFill>
              </a:rPr>
              <a:t>OPTION E · NEUTRAL + ACCENT</a:t>
            </a:r>
          </a:p>
        </p:txBody>
      </p:sp>
      <p:sp>
        <p:nvSpPr>
          <p:cNvPr id="19" name="option-5-matrix-title">
            <a:extLst xmlns:a="http://schemas.openxmlformats.org/drawingml/2006/main">
              <a:ext uri="{FF2B5EF4-FFF2-40B4-BE49-F238E27FC236}">
                <a16:creationId xmlns:a16="http://schemas.microsoft.com/office/drawing/2014/main" id="{ED936023-9617-425E-B745-694C11C2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81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0383A"/>
                </a:solidFill>
              </a:defRPr>
            </a:pPr>
            <a:r>
              <a:rPr sz="2625" b="1">
                <a:solidFill>
                  <a:srgbClr val="30383A"/>
                </a:solidFill>
              </a:rPr>
              <a:t>Taxon × Sample</a:t>
            </a:r>
          </a:p>
        </p:txBody>
      </p:sp>
      <p:sp>
        <p:nvSpPr>
          <p:cNvPr id="20" name="option-5-pcam-title">
            <a:extLst xmlns:a="http://schemas.openxmlformats.org/drawingml/2006/main">
              <a:ext uri="{FF2B5EF4-FFF2-40B4-BE49-F238E27FC236}">
                <a16:creationId xmlns:a16="http://schemas.microsoft.com/office/drawing/2014/main" id="{D21B39EE-99A5-4E9D-B5BF-8495EBCA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62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30383A"/>
                </a:solidFill>
              </a:defRPr>
            </a:pPr>
            <a:r>
              <a:rPr sz="3150" b="0">
                <a:solidFill>
                  <a:srgbClr val="30383A"/>
                </a:solidFill>
              </a:rPr>
              <a:t>PCAM</a:t>
            </a:r>
          </a:p>
        </p:txBody>
      </p:sp>
      <p:sp>
        <p:nvSpPr>
          <p:cNvPr id="21" name="option-5-matrix-r1-c1">
            <a:extLst xmlns:a="http://schemas.openxmlformats.org/drawingml/2006/main">
              <a:ext uri="{FF2B5EF4-FFF2-40B4-BE49-F238E27FC236}">
                <a16:creationId xmlns:a16="http://schemas.microsoft.com/office/drawing/2014/main" id="{19B74A00-BCC2-4CDE-BE75-DD3C0CC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2" name="option-5-matrix-r1-c2">
            <a:extLst xmlns:a="http://schemas.openxmlformats.org/drawingml/2006/main">
              <a:ext uri="{FF2B5EF4-FFF2-40B4-BE49-F238E27FC236}">
                <a16:creationId xmlns:a16="http://schemas.microsoft.com/office/drawing/2014/main" id="{9366C5E8-4A69-4B90-9080-7505D59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C7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3" name="option-5-matrix-r1-c3">
            <a:extLst xmlns:a="http://schemas.openxmlformats.org/drawingml/2006/main">
              <a:ext uri="{FF2B5EF4-FFF2-40B4-BE49-F238E27FC236}">
                <a16:creationId xmlns:a16="http://schemas.microsoft.com/office/drawing/2014/main" id="{BC65B011-14F8-495A-82D9-5081CA2C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A9A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4" name="option-5-matrix-r1-c4">
            <a:extLst xmlns:a="http://schemas.openxmlformats.org/drawingml/2006/main">
              <a:ext uri="{FF2B5EF4-FFF2-40B4-BE49-F238E27FC236}">
                <a16:creationId xmlns:a16="http://schemas.microsoft.com/office/drawing/2014/main" id="{2A96D12F-63B3-474B-954C-90824352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09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B8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5" name="option-5-matrix-r2-c1">
            <a:extLst xmlns:a="http://schemas.openxmlformats.org/drawingml/2006/main">
              <a:ext uri="{FF2B5EF4-FFF2-40B4-BE49-F238E27FC236}">
                <a16:creationId xmlns:a16="http://schemas.microsoft.com/office/drawing/2014/main" id="{EB0EEDDD-025D-4A05-A4B9-E2003D31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6" name="option-5-matrix-r2-c2">
            <a:extLst xmlns:a="http://schemas.openxmlformats.org/drawingml/2006/main">
              <a:ext uri="{FF2B5EF4-FFF2-40B4-BE49-F238E27FC236}">
                <a16:creationId xmlns:a16="http://schemas.microsoft.com/office/drawing/2014/main" id="{B979C855-90E9-4FE3-AF5C-7652C37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CDD1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7" name="option-5-matrix-r2-c3">
            <a:extLst xmlns:a="http://schemas.openxmlformats.org/drawingml/2006/main">
              <a:ext uri="{FF2B5EF4-FFF2-40B4-BE49-F238E27FC236}">
                <a16:creationId xmlns:a16="http://schemas.microsoft.com/office/drawing/2014/main" id="{871E3E19-03D4-4175-9C75-8E40E8AC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DB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8" name="option-5-matrix-r2-c4">
            <a:extLst xmlns:a="http://schemas.openxmlformats.org/drawingml/2006/main">
              <a:ext uri="{FF2B5EF4-FFF2-40B4-BE49-F238E27FC236}">
                <a16:creationId xmlns:a16="http://schemas.microsoft.com/office/drawing/2014/main" id="{E648B3DB-AE7A-47A7-A431-9DAAF1F6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19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29" name="option-5-matrix-r3-c1">
            <a:extLst xmlns:a="http://schemas.openxmlformats.org/drawingml/2006/main">
              <a:ext uri="{FF2B5EF4-FFF2-40B4-BE49-F238E27FC236}">
                <a16:creationId xmlns:a16="http://schemas.microsoft.com/office/drawing/2014/main" id="{25929A04-6FFF-4378-AB8E-3D32344C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0" name="option-5-matrix-r3-c2">
            <a:extLst xmlns:a="http://schemas.openxmlformats.org/drawingml/2006/main">
              <a:ext uri="{FF2B5EF4-FFF2-40B4-BE49-F238E27FC236}">
                <a16:creationId xmlns:a16="http://schemas.microsoft.com/office/drawing/2014/main" id="{0276B876-B4D9-41F4-9D01-B060F965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ED1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1" name="option-5-matrix-r3-c3">
            <a:extLst xmlns:a="http://schemas.openxmlformats.org/drawingml/2006/main">
              <a:ext uri="{FF2B5EF4-FFF2-40B4-BE49-F238E27FC236}">
                <a16:creationId xmlns:a16="http://schemas.microsoft.com/office/drawing/2014/main" id="{191E918D-6D52-4948-A726-F10CE338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B0B4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2" name="option-5-matrix-r3-c4">
            <a:extLst xmlns:a="http://schemas.openxmlformats.org/drawingml/2006/main">
              <a:ext uri="{FF2B5EF4-FFF2-40B4-BE49-F238E27FC236}">
                <a16:creationId xmlns:a16="http://schemas.microsoft.com/office/drawing/2014/main" id="{DCFB4212-756F-4E0E-ACF5-9F3C1800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09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949A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3" name="option-5-matrix-r4-c1">
            <a:extLst xmlns:a="http://schemas.openxmlformats.org/drawingml/2006/main">
              <a:ext uri="{FF2B5EF4-FFF2-40B4-BE49-F238E27FC236}">
                <a16:creationId xmlns:a16="http://schemas.microsoft.com/office/drawing/2014/main" id="{0878EE73-1728-4590-B252-9872F234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E7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4" name="option-5-matrix-r4-c2">
            <a:extLst xmlns:a="http://schemas.openxmlformats.org/drawingml/2006/main">
              <a:ext uri="{FF2B5EF4-FFF2-40B4-BE49-F238E27FC236}">
                <a16:creationId xmlns:a16="http://schemas.microsoft.com/office/drawing/2014/main" id="{64CA2E2A-816C-4BD8-B69A-768D966B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C8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5" name="option-5-matrix-r4-c3">
            <a:extLst xmlns:a="http://schemas.openxmlformats.org/drawingml/2006/main">
              <a:ext uri="{FF2B5EF4-FFF2-40B4-BE49-F238E27FC236}">
                <a16:creationId xmlns:a16="http://schemas.microsoft.com/office/drawing/2014/main" id="{0328427D-AB2A-4A5F-8AFD-D925546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A6A6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6" name="option-5-matrix-r4-c4">
            <a:extLst xmlns:a="http://schemas.openxmlformats.org/drawingml/2006/main">
              <a:ext uri="{FF2B5EF4-FFF2-40B4-BE49-F238E27FC236}">
                <a16:creationId xmlns:a16="http://schemas.microsoft.com/office/drawing/2014/main" id="{B565979D-AB7E-4B5E-981F-430D9736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14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686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7" name="option-5-matrix-r5-c1">
            <a:extLst xmlns:a="http://schemas.openxmlformats.org/drawingml/2006/main">
              <a:ext uri="{FF2B5EF4-FFF2-40B4-BE49-F238E27FC236}">
                <a16:creationId xmlns:a16="http://schemas.microsoft.com/office/drawing/2014/main" id="{D32530B1-DCE3-474F-90E8-117459FC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4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8" name="option-5-matrix-r5-c2">
            <a:extLst xmlns:a="http://schemas.openxmlformats.org/drawingml/2006/main">
              <a:ext uri="{FF2B5EF4-FFF2-40B4-BE49-F238E27FC236}">
                <a16:creationId xmlns:a16="http://schemas.microsoft.com/office/drawing/2014/main" id="{38FD4CF4-F9AF-40FB-861C-5544DB6B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C0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39" name="option-5-matrix-r5-c3">
            <a:extLst xmlns:a="http://schemas.openxmlformats.org/drawingml/2006/main">
              <a:ext uri="{FF2B5EF4-FFF2-40B4-BE49-F238E27FC236}">
                <a16:creationId xmlns:a16="http://schemas.microsoft.com/office/drawing/2014/main" id="{971B6224-D826-43E9-BDD0-A38079B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B98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40" name="option-5-matrix-r5-c4">
            <a:extLst xmlns:a="http://schemas.openxmlformats.org/drawingml/2006/main">
              <a:ext uri="{FF2B5EF4-FFF2-40B4-BE49-F238E27FC236}">
                <a16:creationId xmlns:a16="http://schemas.microsoft.com/office/drawing/2014/main" id="{F41B5DDD-387A-439A-995F-5474FBE7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D74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41" name="option-5-matrix-r6-c1">
            <a:extLst xmlns:a="http://schemas.openxmlformats.org/drawingml/2006/main">
              <a:ext uri="{FF2B5EF4-FFF2-40B4-BE49-F238E27FC236}">
                <a16:creationId xmlns:a16="http://schemas.microsoft.com/office/drawing/2014/main" id="{4B074F64-8911-440E-8E8A-7720E0D4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42" name="option-5-matrix-r6-c2">
            <a:extLst xmlns:a="http://schemas.openxmlformats.org/drawingml/2006/main">
              <a:ext uri="{FF2B5EF4-FFF2-40B4-BE49-F238E27FC236}">
                <a16:creationId xmlns:a16="http://schemas.microsoft.com/office/drawing/2014/main" id="{50399AA9-2092-4E57-AC34-B9B8A242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1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43" name="option-5-matrix-r6-c3">
            <a:extLst xmlns:a="http://schemas.openxmlformats.org/drawingml/2006/main">
              <a:ext uri="{FF2B5EF4-FFF2-40B4-BE49-F238E27FC236}">
                <a16:creationId xmlns:a16="http://schemas.microsoft.com/office/drawing/2014/main" id="{77DF63E5-12BA-4B6A-A9FD-37EF4EA8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89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44" name="option-5-matrix-r6-c4">
            <a:extLst xmlns:a="http://schemas.openxmlformats.org/drawingml/2006/main">
              <a:ext uri="{FF2B5EF4-FFF2-40B4-BE49-F238E27FC236}">
                <a16:creationId xmlns:a16="http://schemas.microsoft.com/office/drawing/2014/main" id="{CC16FBC3-8AC3-4AEB-93D1-F01DFB86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14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E78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45" name="option-5-taxon-marker-1">
            <a:extLst xmlns:a="http://schemas.openxmlformats.org/drawingml/2006/main">
              <a:ext uri="{FF2B5EF4-FFF2-40B4-BE49-F238E27FC236}">
                <a16:creationId xmlns:a16="http://schemas.microsoft.com/office/drawing/2014/main" id="{DC5D18A9-E307-481D-B3A6-7CA01EB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9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A49F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6" name="option-5-taxon-marker-2">
            <a:extLst xmlns:a="http://schemas.openxmlformats.org/drawingml/2006/main">
              <a:ext uri="{FF2B5EF4-FFF2-40B4-BE49-F238E27FC236}">
                <a16:creationId xmlns:a16="http://schemas.microsoft.com/office/drawing/2014/main" id="{57D103D3-234A-48EF-9BAA-65AB465B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95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9B1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7" name="option-5-taxon-marker-3">
            <a:extLst xmlns:a="http://schemas.openxmlformats.org/drawingml/2006/main">
              <a:ext uri="{FF2B5EF4-FFF2-40B4-BE49-F238E27FC236}">
                <a16:creationId xmlns:a16="http://schemas.microsoft.com/office/drawing/2014/main" id="{E218790F-2607-443E-929E-16D14B78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95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BB0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8" name="option-5-taxon-marker-4">
            <a:extLst xmlns:a="http://schemas.openxmlformats.org/drawingml/2006/main">
              <a:ext uri="{FF2B5EF4-FFF2-40B4-BE49-F238E27FC236}">
                <a16:creationId xmlns:a16="http://schemas.microsoft.com/office/drawing/2014/main" id="{B4A06186-59B8-4262-BB9D-ACE3E605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00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A1A1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49" name="option-5-taxon-marker-5">
            <a:extLst xmlns:a="http://schemas.openxmlformats.org/drawingml/2006/main">
              <a:ext uri="{FF2B5EF4-FFF2-40B4-BE49-F238E27FC236}">
                <a16:creationId xmlns:a16="http://schemas.microsoft.com/office/drawing/2014/main" id="{B3036949-76DB-46B5-B514-F14DD521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00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A692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0" name="option-5-taxon-marker-6">
            <a:extLst xmlns:a="http://schemas.openxmlformats.org/drawingml/2006/main">
              <a:ext uri="{FF2B5EF4-FFF2-40B4-BE49-F238E27FC236}">
                <a16:creationId xmlns:a16="http://schemas.microsoft.com/office/drawing/2014/main" id="{C60C1003-F4FE-4058-B594-2EDF5ED8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00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B395"/>
          </a:solidFill>
          <a:ln xmlns:a="http://schemas.openxmlformats.org/drawingml/2006/main" w="19050">
            <a:solidFill>
              <a:srgbClr val="58676B"/>
            </a:solidFill>
            <a:prstDash val="solid"/>
          </a:ln>
        </p:spPr>
      </p:sp>
      <p:sp>
        <p:nvSpPr>
          <p:cNvPr id="51" name="option-5-internal-node-1">
            <a:extLst xmlns:a="http://schemas.openxmlformats.org/drawingml/2006/main">
              <a:ext uri="{FF2B5EF4-FFF2-40B4-BE49-F238E27FC236}">
                <a16:creationId xmlns:a16="http://schemas.microsoft.com/office/drawing/2014/main" id="{3F05CA75-3381-4AF1-9090-C0C19D4E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ption-5-internal-node-2">
            <a:extLst xmlns:a="http://schemas.openxmlformats.org/drawingml/2006/main">
              <a:ext uri="{FF2B5EF4-FFF2-40B4-BE49-F238E27FC236}">
                <a16:creationId xmlns:a16="http://schemas.microsoft.com/office/drawing/2014/main" id="{48E3EC6F-C021-442E-8AE6-B386D52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ption-5-internal-node-3">
            <a:extLst xmlns:a="http://schemas.openxmlformats.org/drawingml/2006/main">
              <a:ext uri="{FF2B5EF4-FFF2-40B4-BE49-F238E27FC236}">
                <a16:creationId xmlns:a16="http://schemas.microsoft.com/office/drawing/2014/main" id="{130C7153-D7C9-44A4-922A-1F26350F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ption-5-internal-node-4">
            <a:extLst xmlns:a="http://schemas.openxmlformats.org/drawingml/2006/main">
              <a:ext uri="{FF2B5EF4-FFF2-40B4-BE49-F238E27FC236}">
                <a16:creationId xmlns:a16="http://schemas.microsoft.com/office/drawing/2014/main" id="{0648F704-6639-4429-A796-57D593FB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9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ption-5-internal-node-5">
            <a:extLst xmlns:a="http://schemas.openxmlformats.org/drawingml/2006/main">
              <a:ext uri="{FF2B5EF4-FFF2-40B4-BE49-F238E27FC236}">
                <a16:creationId xmlns:a16="http://schemas.microsoft.com/office/drawing/2014/main" id="{DFCDEE95-40C2-49CD-9587-F930D9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ption-5-transformation-arrow">
            <a:extLst xmlns:a="http://schemas.openxmlformats.org/drawingml/2006/main">
              <a:ext uri="{FF2B5EF4-FFF2-40B4-BE49-F238E27FC236}">
                <a16:creationId xmlns:a16="http://schemas.microsoft.com/office/drawing/2014/main" id="{E659419E-7B72-4021-9431-65449ECA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066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ption-5-stack-label-1">
            <a:extLst xmlns:a="http://schemas.openxmlformats.org/drawingml/2006/main">
              <a:ext uri="{FF2B5EF4-FFF2-40B4-BE49-F238E27FC236}">
                <a16:creationId xmlns:a16="http://schemas.microsoft.com/office/drawing/2014/main" id="{51C1E6AB-BB4A-4DAE-AE93-BF938501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0383A"/>
                </a:solidFill>
              </a:defRPr>
            </a:pPr>
            <a:r>
              <a:rPr sz="1725" b="1">
                <a:solidFill>
                  <a:srgbClr val="30383A"/>
                </a:solidFill>
              </a:rPr>
              <a:t>s2+s3</a:t>
            </a:r>
          </a:p>
        </p:txBody>
      </p:sp>
      <p:sp>
        <p:nvSpPr>
          <p:cNvPr id="58" name="option-5-stack-1-segment-1">
            <a:extLst xmlns:a="http://schemas.openxmlformats.org/drawingml/2006/main">
              <a:ext uri="{FF2B5EF4-FFF2-40B4-BE49-F238E27FC236}">
                <a16:creationId xmlns:a16="http://schemas.microsoft.com/office/drawing/2014/main" id="{B9D6375D-FA51-456C-BA60-836C544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A9A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59" name="option-5-stack-1-segment-2">
            <a:extLst xmlns:a="http://schemas.openxmlformats.org/drawingml/2006/main">
              <a:ext uri="{FF2B5EF4-FFF2-40B4-BE49-F238E27FC236}">
                <a16:creationId xmlns:a16="http://schemas.microsoft.com/office/drawing/2014/main" id="{455037BC-9307-45F9-AC30-B5B236E8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DB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0" name="option-5-stack-1-segment-3">
            <a:extLst xmlns:a="http://schemas.openxmlformats.org/drawingml/2006/main">
              <a:ext uri="{FF2B5EF4-FFF2-40B4-BE49-F238E27FC236}">
                <a16:creationId xmlns:a16="http://schemas.microsoft.com/office/drawing/2014/main" id="{0A6B60E1-80C5-41AE-A703-C92891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B0B4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1" name="option-5-stack-1-segment-4">
            <a:extLst xmlns:a="http://schemas.openxmlformats.org/drawingml/2006/main">
              <a:ext uri="{FF2B5EF4-FFF2-40B4-BE49-F238E27FC236}">
                <a16:creationId xmlns:a16="http://schemas.microsoft.com/office/drawing/2014/main" id="{448FF361-229A-4B07-B931-0FB6025F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A6A6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2" name="option-5-stack-1-segment-5">
            <a:extLst xmlns:a="http://schemas.openxmlformats.org/drawingml/2006/main">
              <a:ext uri="{FF2B5EF4-FFF2-40B4-BE49-F238E27FC236}">
                <a16:creationId xmlns:a16="http://schemas.microsoft.com/office/drawing/2014/main" id="{75169D09-29A1-4803-B827-BFFA1BCF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AB98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3" name="option-5-stack-1-segment-6">
            <a:extLst xmlns:a="http://schemas.openxmlformats.org/drawingml/2006/main">
              <a:ext uri="{FF2B5EF4-FFF2-40B4-BE49-F238E27FC236}">
                <a16:creationId xmlns:a16="http://schemas.microsoft.com/office/drawing/2014/main" id="{9C40449C-1BBC-4F62-836C-50BAC6C8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89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4" name="option-5-stack-label-2">
            <a:extLst xmlns:a="http://schemas.openxmlformats.org/drawingml/2006/main">
              <a:ext uri="{FF2B5EF4-FFF2-40B4-BE49-F238E27FC236}">
                <a16:creationId xmlns:a16="http://schemas.microsoft.com/office/drawing/2014/main" id="{906E557A-AB0A-4685-A4C2-E043B13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0383A"/>
                </a:solidFill>
              </a:defRPr>
            </a:pPr>
            <a:r>
              <a:rPr sz="1725" b="1">
                <a:solidFill>
                  <a:srgbClr val="30383A"/>
                </a:solidFill>
              </a:rPr>
              <a:t>s1+s4</a:t>
            </a:r>
          </a:p>
        </p:txBody>
      </p:sp>
      <p:sp>
        <p:nvSpPr>
          <p:cNvPr id="65" name="option-5-stack-2-segment-1">
            <a:extLst xmlns:a="http://schemas.openxmlformats.org/drawingml/2006/main">
              <a:ext uri="{FF2B5EF4-FFF2-40B4-BE49-F238E27FC236}">
                <a16:creationId xmlns:a16="http://schemas.microsoft.com/office/drawing/2014/main" id="{4DFC86DF-B6EF-4F24-8D91-99916328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B8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6" name="option-5-stack-2-segment-2">
            <a:extLst xmlns:a="http://schemas.openxmlformats.org/drawingml/2006/main">
              <a:ext uri="{FF2B5EF4-FFF2-40B4-BE49-F238E27FC236}">
                <a16:creationId xmlns:a16="http://schemas.microsoft.com/office/drawing/2014/main" id="{05C6B985-DEE4-41B4-AB8F-9A211C48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19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7" name="option-5-stack-2-segment-3">
            <a:extLst xmlns:a="http://schemas.openxmlformats.org/drawingml/2006/main">
              <a:ext uri="{FF2B5EF4-FFF2-40B4-BE49-F238E27FC236}">
                <a16:creationId xmlns:a16="http://schemas.microsoft.com/office/drawing/2014/main" id="{B0967A9A-277E-4FA9-A56B-261682F4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949A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8" name="option-5-stack-2-segment-4">
            <a:extLst xmlns:a="http://schemas.openxmlformats.org/drawingml/2006/main">
              <a:ext uri="{FF2B5EF4-FFF2-40B4-BE49-F238E27FC236}">
                <a16:creationId xmlns:a16="http://schemas.microsoft.com/office/drawing/2014/main" id="{D0E94EEB-000C-491B-93C1-5E5D4D80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E7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69" name="option-5-stack-2-segment-5">
            <a:extLst xmlns:a="http://schemas.openxmlformats.org/drawingml/2006/main">
              <a:ext uri="{FF2B5EF4-FFF2-40B4-BE49-F238E27FC236}">
                <a16:creationId xmlns:a16="http://schemas.microsoft.com/office/drawing/2014/main" id="{8BF5D95E-BA77-4512-9E53-D230F8C4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4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0" name="option-5-stack-2-segment-6">
            <a:extLst xmlns:a="http://schemas.openxmlformats.org/drawingml/2006/main">
              <a:ext uri="{FF2B5EF4-FFF2-40B4-BE49-F238E27FC236}">
                <a16:creationId xmlns:a16="http://schemas.microsoft.com/office/drawing/2014/main" id="{D2FCBB08-B821-4862-AF3A-3EB7EE72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1" name="option-5-stack-label-3">
            <a:extLst xmlns:a="http://schemas.openxmlformats.org/drawingml/2006/main">
              <a:ext uri="{FF2B5EF4-FFF2-40B4-BE49-F238E27FC236}">
                <a16:creationId xmlns:a16="http://schemas.microsoft.com/office/drawing/2014/main" id="{070335EF-D059-4E2D-AA2C-DECF41B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0383A"/>
                </a:solidFill>
              </a:defRPr>
            </a:pPr>
            <a:r>
              <a:rPr sz="1725" b="1">
                <a:solidFill>
                  <a:srgbClr val="30383A"/>
                </a:solidFill>
              </a:rPr>
              <a:t>s1+s2</a:t>
            </a:r>
          </a:p>
        </p:txBody>
      </p:sp>
      <p:sp>
        <p:nvSpPr>
          <p:cNvPr id="72" name="option-5-stack-3-segment-1">
            <a:extLst xmlns:a="http://schemas.openxmlformats.org/drawingml/2006/main">
              <a:ext uri="{FF2B5EF4-FFF2-40B4-BE49-F238E27FC236}">
                <a16:creationId xmlns:a16="http://schemas.microsoft.com/office/drawing/2014/main" id="{51916131-283F-4DA4-82B1-A3E5DFA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3" name="option-5-stack-3-segment-2">
            <a:extLst xmlns:a="http://schemas.openxmlformats.org/drawingml/2006/main">
              <a:ext uri="{FF2B5EF4-FFF2-40B4-BE49-F238E27FC236}">
                <a16:creationId xmlns:a16="http://schemas.microsoft.com/office/drawing/2014/main" id="{5F4661D4-A349-4262-88F5-CBF6A1C6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4" name="option-5-stack-3-segment-3">
            <a:extLst xmlns:a="http://schemas.openxmlformats.org/drawingml/2006/main">
              <a:ext uri="{FF2B5EF4-FFF2-40B4-BE49-F238E27FC236}">
                <a16:creationId xmlns:a16="http://schemas.microsoft.com/office/drawing/2014/main" id="{0BC424CC-D0B5-4918-AB75-316D6D2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5" name="option-5-stack-3-segment-4">
            <a:extLst xmlns:a="http://schemas.openxmlformats.org/drawingml/2006/main">
              <a:ext uri="{FF2B5EF4-FFF2-40B4-BE49-F238E27FC236}">
                <a16:creationId xmlns:a16="http://schemas.microsoft.com/office/drawing/2014/main" id="{39AE3F2B-E256-49FC-9590-A3A1A3D4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A6A6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6" name="option-5-stack-3-segment-5">
            <a:extLst xmlns:a="http://schemas.openxmlformats.org/drawingml/2006/main">
              <a:ext uri="{FF2B5EF4-FFF2-40B4-BE49-F238E27FC236}">
                <a16:creationId xmlns:a16="http://schemas.microsoft.com/office/drawing/2014/main" id="{1260C0C3-13B7-40EF-B22F-531B56A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C0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7" name="option-5-stack-3-segment-6">
            <a:extLst xmlns:a="http://schemas.openxmlformats.org/drawingml/2006/main">
              <a:ext uri="{FF2B5EF4-FFF2-40B4-BE49-F238E27FC236}">
                <a16:creationId xmlns:a16="http://schemas.microsoft.com/office/drawing/2014/main" id="{5506E042-AE96-4158-9047-EA21FA1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89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78" name="option-5-stack-label-4">
            <a:extLst xmlns:a="http://schemas.openxmlformats.org/drawingml/2006/main">
              <a:ext uri="{FF2B5EF4-FFF2-40B4-BE49-F238E27FC236}">
                <a16:creationId xmlns:a16="http://schemas.microsoft.com/office/drawing/2014/main" id="{980B292D-B312-4D50-AE14-4626D23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0383A"/>
                </a:solidFill>
              </a:defRPr>
            </a:pPr>
            <a:r>
              <a:rPr sz="1725" b="1">
                <a:solidFill>
                  <a:srgbClr val="30383A"/>
                </a:solidFill>
              </a:rPr>
              <a:t>s1+s4</a:t>
            </a:r>
          </a:p>
        </p:txBody>
      </p:sp>
      <p:sp>
        <p:nvSpPr>
          <p:cNvPr id="79" name="option-5-stack-4-segment-1">
            <a:extLst xmlns:a="http://schemas.openxmlformats.org/drawingml/2006/main">
              <a:ext uri="{FF2B5EF4-FFF2-40B4-BE49-F238E27FC236}">
                <a16:creationId xmlns:a16="http://schemas.microsoft.com/office/drawing/2014/main" id="{5A9891DE-9E16-461C-9C83-DC484212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80" name="option-5-stack-4-segment-2">
            <a:extLst xmlns:a="http://schemas.openxmlformats.org/drawingml/2006/main">
              <a:ext uri="{FF2B5EF4-FFF2-40B4-BE49-F238E27FC236}">
                <a16:creationId xmlns:a16="http://schemas.microsoft.com/office/drawing/2014/main" id="{F60FE2A4-8E36-4D7B-A682-7524B262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81" name="option-5-stack-4-segment-3">
            <a:extLst xmlns:a="http://schemas.openxmlformats.org/drawingml/2006/main">
              <a:ext uri="{FF2B5EF4-FFF2-40B4-BE49-F238E27FC236}">
                <a16:creationId xmlns:a16="http://schemas.microsoft.com/office/drawing/2014/main" id="{A6A4CBC6-DC58-4989-9830-18220D17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B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82" name="option-5-stack-4-segment-4">
            <a:extLst xmlns:a="http://schemas.openxmlformats.org/drawingml/2006/main">
              <a:ext uri="{FF2B5EF4-FFF2-40B4-BE49-F238E27FC236}">
                <a16:creationId xmlns:a16="http://schemas.microsoft.com/office/drawing/2014/main" id="{494AEDFE-6E96-4165-B63D-FC906B0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686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83" name="option-5-stack-4-segment-5">
            <a:extLst xmlns:a="http://schemas.openxmlformats.org/drawingml/2006/main">
              <a:ext uri="{FF2B5EF4-FFF2-40B4-BE49-F238E27FC236}">
                <a16:creationId xmlns:a16="http://schemas.microsoft.com/office/drawing/2014/main" id="{4160D168-C1CC-4854-BF46-DEFBE255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D74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84" name="option-5-stack-4-segment-6">
            <a:extLst xmlns:a="http://schemas.openxmlformats.org/drawingml/2006/main">
              <a:ext uri="{FF2B5EF4-FFF2-40B4-BE49-F238E27FC236}">
                <a16:creationId xmlns:a16="http://schemas.microsoft.com/office/drawing/2014/main" id="{1DBF370F-00FE-465A-830F-858CF2BE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E78"/>
          </a:solidFill>
          <a:ln xmlns:a="http://schemas.openxmlformats.org/drawingml/2006/main" w="19050">
            <a:solidFill>
              <a:srgbClr val="30383A"/>
            </a:solidFill>
            <a:prstDash val="solid"/>
          </a:ln>
        </p:spPr>
      </p:sp>
      <p:sp>
        <p:nvSpPr>
          <p:cNvPr id="85" name="option-5-ellipsis-1">
            <a:extLst xmlns:a="http://schemas.openxmlformats.org/drawingml/2006/main">
              <a:ext uri="{FF2B5EF4-FFF2-40B4-BE49-F238E27FC236}">
                <a16:creationId xmlns:a16="http://schemas.microsoft.com/office/drawing/2014/main" id="{D0C47D28-22C5-4185-885E-B99E6F5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option-5-ellipsis-2">
            <a:extLst xmlns:a="http://schemas.openxmlformats.org/drawingml/2006/main">
              <a:ext uri="{FF2B5EF4-FFF2-40B4-BE49-F238E27FC236}">
                <a16:creationId xmlns:a16="http://schemas.microsoft.com/office/drawing/2014/main" id="{E03C0E9C-0513-4F1F-9ADE-E13BF97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option-5-ellipsis-3">
            <a:extLst xmlns:a="http://schemas.openxmlformats.org/drawingml/2006/main">
              <a:ext uri="{FF2B5EF4-FFF2-40B4-BE49-F238E27FC236}">
                <a16:creationId xmlns:a16="http://schemas.microsoft.com/office/drawing/2014/main" id="{23BE9F19-8F82-40BC-8FF6-D44086A1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8710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2026-08-18T10:53:11.4860000Z</dcterms:created>
  <dcterms:modified xsi:type="dcterms:W3CDTF">2026-08-18T10:53:11.4860000Z</dcterms:modified>
</coreProperties>
</file>