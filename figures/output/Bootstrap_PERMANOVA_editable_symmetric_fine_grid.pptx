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4bf2c6706b478b" /><Relationship Type="http://schemas.openxmlformats.org/officeDocument/2006/relationships/extended-properties" Target="/docProps/app.xml" Id="R90f441e87bb447d8" /><Relationship Type="http://schemas.openxmlformats.org/officeDocument/2006/relationships/officeDocument" Target="/ppt/presentation.xml" Id="R581fa5f7696d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1adba797a64c69"/>
  </p:sldMasterIdLst>
  <p:notesMasterIdLst>
    <p:notesMasterId xmlns:r="http://schemas.openxmlformats.org/officeDocument/2006/relationships" r:id="R5b38d656477a4254"/>
  </p:notesMasterIdLst>
  <p:sldIdLst>
    <p:sldId xmlns:r="http://schemas.openxmlformats.org/officeDocument/2006/relationships" id="256" r:id="Ra812bba3618846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5f514afc64313" /><Relationship Type="http://schemas.openxmlformats.org/officeDocument/2006/relationships/slideMaster" Target="/ppt/slideMasters/slideMaster1.xml" Id="R121adba797a64c69" /><Relationship Type="http://schemas.openxmlformats.org/officeDocument/2006/relationships/notesMaster" Target="/ppt/notesMasters/notesMaster1.xml" Id="R5b38d656477a4254" /><Relationship Type="http://schemas.openxmlformats.org/officeDocument/2006/relationships/presProps" Target="/ppt/presProps.xml" Id="R735c86ac619b4f79" /><Relationship Type="http://schemas.openxmlformats.org/officeDocument/2006/relationships/tableStyles" Target="/ppt/tableStyles.xml" Id="R45578c2ffbcd4bcb" /><Relationship Type="http://schemas.openxmlformats.org/officeDocument/2006/relationships/slide" Target="/ppt/slides/slide1.xml" Id="Ra812bba36188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063a21ce264b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ab19c38d604378" /><Relationship Type="http://schemas.openxmlformats.org/officeDocument/2006/relationships/notesMaster" Target="/ppt/notesMasters/notesMaster1.xml" Id="Rc61ea34fd41d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codex-clipboard-8bee9934-b9f9-4d97-8716-31d90bce09f8.png</a:t>
            </a:r>
          </a:p>
          <a:p xmlns:a="http://schemas.openxmlformats.org/drawingml/2006/main">
            <a:r>
              <a:t>- Recreated as native PowerPoint shapes. All four matrices were programmatically verified to have a white main diagonal and exact mirror symmetry. Off-diagonal colors use a coordinated muted blue-green-coral palette.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9d721b73a40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a5cdce44f4301" /><Relationship Type="http://schemas.openxmlformats.org/officeDocument/2006/relationships/slideLayout" Target="/ppt/slideLayouts/slideLayout1.xml" Id="Ra9aa33e974a34d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a33e974a34d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9da0c41c4ce9" /><Relationship Type="http://schemas.openxmlformats.org/officeDocument/2006/relationships/notesSlide" Target="/ppt/notesSlides/notesSlide1.xml" Id="Rf8d7e8b7962f49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4" name="bootstrap-panel">
            <a:extLst xmlns:a="http://schemas.openxmlformats.org/drawingml/2006/main">
              <a:ext uri="{FF2B5EF4-FFF2-40B4-BE49-F238E27FC236}">
                <a16:creationId xmlns:a16="http://schemas.microsoft.com/office/drawing/2014/main" id="{62F2001D-879F-4922-B72E-EB37E228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9100"/>
            <a:ext cx="11468100" cy="6076950"/>
          </a:xfrm>
          <a:prstGeom xmlns:a="http://schemas.openxmlformats.org/drawingml/2006/main" prst="roundRect">
            <a:avLst>
              <a:gd name="adj" fmla="val 846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urce-to-top">
            <a:extLst xmlns:a="http://schemas.openxmlformats.org/drawingml/2006/main">
              <a:ext uri="{FF2B5EF4-FFF2-40B4-BE49-F238E27FC236}">
                <a16:creationId xmlns:a16="http://schemas.microsoft.com/office/drawing/2014/main" id="{6D791B55-F074-415F-BEDF-165C83C2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714750" y="20764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urce-to-middle">
            <a:extLst xmlns:a="http://schemas.openxmlformats.org/drawingml/2006/main">
              <a:ext uri="{FF2B5EF4-FFF2-40B4-BE49-F238E27FC236}">
                <a16:creationId xmlns:a16="http://schemas.microsoft.com/office/drawing/2014/main" id="{5094EBC7-0935-46AA-993F-DE7DDB9E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257550"/>
            <a:ext cx="1381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to-bottom">
            <a:extLst xmlns:a="http://schemas.openxmlformats.org/drawingml/2006/main">
              <a:ext uri="{FF2B5EF4-FFF2-40B4-BE49-F238E27FC236}">
                <a16:creationId xmlns:a16="http://schemas.microsoft.com/office/drawing/2014/main" id="{7A884743-E484-4169-9B07-148DB820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714750" y="445770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to-top">
            <a:extLst xmlns:a="http://schemas.openxmlformats.org/drawingml/2006/main">
              <a:ext uri="{FF2B5EF4-FFF2-40B4-BE49-F238E27FC236}">
                <a16:creationId xmlns:a16="http://schemas.microsoft.com/office/drawing/2014/main" id="{E135F6E9-E464-4EE2-86E8-B26B5FA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143750" y="20764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to-middle">
            <a:extLst xmlns:a="http://schemas.openxmlformats.org/drawingml/2006/main">
              <a:ext uri="{FF2B5EF4-FFF2-40B4-BE49-F238E27FC236}">
                <a16:creationId xmlns:a16="http://schemas.microsoft.com/office/drawing/2014/main" id="{2360ABEC-5B46-47BF-8DE7-B16815B6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2575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to-bottom">
            <a:extLst xmlns:a="http://schemas.openxmlformats.org/drawingml/2006/main">
              <a:ext uri="{FF2B5EF4-FFF2-40B4-BE49-F238E27FC236}">
                <a16:creationId xmlns:a16="http://schemas.microsoft.com/office/drawing/2014/main" id="{BF95F875-6AB7-4590-AA66-8B4EDD0E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143750" y="445770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84FEBFDF-5EA9-4B0F-8053-7B42BE2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912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82126"/>
                </a:solidFill>
              </a:defRPr>
            </a:pPr>
            <a:r>
              <a:rPr sz="3300" b="1">
                <a:solidFill>
                  <a:srgbClr val="182126"/>
                </a:solidFill>
              </a:rPr>
              <a:t>Bootstrap resampling &amp; PERMANOVA</a:t>
            </a:r>
          </a:p>
        </p:txBody>
      </p:sp>
      <p:sp>
        <p:nvSpPr>
          <p:cNvPr id="9" name="omega-squared">
            <a:extLst xmlns:a="http://schemas.openxmlformats.org/drawingml/2006/main">
              <a:ext uri="{FF2B5EF4-FFF2-40B4-BE49-F238E27FC236}">
                <a16:creationId xmlns:a16="http://schemas.microsoft.com/office/drawing/2014/main" id="{D730712F-73BD-4D42-9D2B-6345267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182126"/>
                </a:solidFill>
              </a:defRPr>
            </a:pPr>
            <a:r>
              <a:rPr sz="3450" b="0">
                <a:solidFill>
                  <a:srgbClr val="182126"/>
                </a:solidFill>
              </a:rPr>
              <a:t>ω²</a:t>
            </a:r>
          </a:p>
        </p:txBody>
      </p:sp>
      <p:sp>
        <p:nvSpPr>
          <p:cNvPr id="10" name="p-value">
            <a:extLst xmlns:a="http://schemas.openxmlformats.org/drawingml/2006/main">
              <a:ext uri="{FF2B5EF4-FFF2-40B4-BE49-F238E27FC236}">
                <a16:creationId xmlns:a16="http://schemas.microsoft.com/office/drawing/2014/main" id="{499BD1D2-4D23-4FD3-9889-1E99D861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126"/>
                </a:solidFill>
              </a:defRPr>
            </a:pPr>
            <a:r>
              <a:rPr sz="3150" b="0">
                <a:solidFill>
                  <a:srgbClr val="182126"/>
                </a:solidFill>
              </a:rPr>
              <a:t>p value</a:t>
            </a:r>
          </a:p>
        </p:txBody>
      </p:sp>
      <p:sp>
        <p:nvSpPr>
          <p:cNvPr id="11" name="repeat-symbol">
            <a:extLst xmlns:a="http://schemas.openxmlformats.org/drawingml/2006/main">
              <a:ext uri="{FF2B5EF4-FFF2-40B4-BE49-F238E27FC236}">
                <a16:creationId xmlns:a16="http://schemas.microsoft.com/office/drawing/2014/main" id="{C12A1116-B611-4B68-BFE6-9CE7CFD3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39474C"/>
                </a:solidFill>
              </a:defRPr>
            </a:pPr>
            <a:r>
              <a:rPr sz="3750" b="0">
                <a:solidFill>
                  <a:srgbClr val="39474C"/>
                </a:solidFill>
              </a:rPr>
              <a:t>↻</a:t>
            </a:r>
          </a:p>
        </p:txBody>
      </p:sp>
      <p:sp>
        <p:nvSpPr>
          <p:cNvPr id="12" name="iteration-label">
            <a:extLst xmlns:a="http://schemas.openxmlformats.org/drawingml/2006/main">
              <a:ext uri="{FF2B5EF4-FFF2-40B4-BE49-F238E27FC236}">
                <a16:creationId xmlns:a16="http://schemas.microsoft.com/office/drawing/2014/main" id="{476C0DC7-1217-4348-8073-B1BFCE22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82126"/>
                </a:solidFill>
              </a:defRPr>
            </a:pPr>
            <a:r>
              <a:rPr sz="2850" b="0">
                <a:solidFill>
                  <a:srgbClr val="182126"/>
                </a:solidFill>
              </a:rPr>
              <a:t>B = 500 iterations</a:t>
            </a:r>
          </a:p>
        </p:txBody>
      </p:sp>
      <p:sp>
        <p:nvSpPr>
          <p:cNvPr id="13" name="source-16x16-r1-c1">
            <a:extLst xmlns:a="http://schemas.openxmlformats.org/drawingml/2006/main">
              <a:ext uri="{FF2B5EF4-FFF2-40B4-BE49-F238E27FC236}">
                <a16:creationId xmlns:a16="http://schemas.microsoft.com/office/drawing/2014/main" id="{834FA44A-DB44-4273-ABD7-A488F8BB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14" name="source-16x16-r1-c2">
            <a:extLst xmlns:a="http://schemas.openxmlformats.org/drawingml/2006/main">
              <a:ext uri="{FF2B5EF4-FFF2-40B4-BE49-F238E27FC236}">
                <a16:creationId xmlns:a16="http://schemas.microsoft.com/office/drawing/2014/main" id="{9EA89CF4-7A8A-4129-B1C9-FAA7AA2A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" name="source-16x16-r1-c3">
            <a:extLst xmlns:a="http://schemas.openxmlformats.org/drawingml/2006/main">
              <a:ext uri="{FF2B5EF4-FFF2-40B4-BE49-F238E27FC236}">
                <a16:creationId xmlns:a16="http://schemas.microsoft.com/office/drawing/2014/main" id="{5F72386B-4297-4AD7-A069-F688E1E5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" name="source-16x16-r1-c4">
            <a:extLst xmlns:a="http://schemas.openxmlformats.org/drawingml/2006/main">
              <a:ext uri="{FF2B5EF4-FFF2-40B4-BE49-F238E27FC236}">
                <a16:creationId xmlns:a16="http://schemas.microsoft.com/office/drawing/2014/main" id="{0746FAA8-5FB7-44B3-A83F-EC6611BE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" name="source-16x16-r1-c5">
            <a:extLst xmlns:a="http://schemas.openxmlformats.org/drawingml/2006/main">
              <a:ext uri="{FF2B5EF4-FFF2-40B4-BE49-F238E27FC236}">
                <a16:creationId xmlns:a16="http://schemas.microsoft.com/office/drawing/2014/main" id="{7EC4759E-78A6-4634-AD2F-F9757464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" name="source-16x16-r1-c6">
            <a:extLst xmlns:a="http://schemas.openxmlformats.org/drawingml/2006/main">
              <a:ext uri="{FF2B5EF4-FFF2-40B4-BE49-F238E27FC236}">
                <a16:creationId xmlns:a16="http://schemas.microsoft.com/office/drawing/2014/main" id="{FBC9B130-CE7F-4500-85D4-0697E9E9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" name="source-16x16-r1-c7">
            <a:extLst xmlns:a="http://schemas.openxmlformats.org/drawingml/2006/main">
              <a:ext uri="{FF2B5EF4-FFF2-40B4-BE49-F238E27FC236}">
                <a16:creationId xmlns:a16="http://schemas.microsoft.com/office/drawing/2014/main" id="{86FFDF44-63FA-45C2-AB97-A262B80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" name="source-16x16-r1-c8">
            <a:extLst xmlns:a="http://schemas.openxmlformats.org/drawingml/2006/main">
              <a:ext uri="{FF2B5EF4-FFF2-40B4-BE49-F238E27FC236}">
                <a16:creationId xmlns:a16="http://schemas.microsoft.com/office/drawing/2014/main" id="{05975FAA-F5A0-40E2-8C93-AAF94B63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" name="source-16x16-r1-c9">
            <a:extLst xmlns:a="http://schemas.openxmlformats.org/drawingml/2006/main">
              <a:ext uri="{FF2B5EF4-FFF2-40B4-BE49-F238E27FC236}">
                <a16:creationId xmlns:a16="http://schemas.microsoft.com/office/drawing/2014/main" id="{A8292A19-2FEC-4F54-938B-099AE4E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" name="source-16x16-r1-c10">
            <a:extLst xmlns:a="http://schemas.openxmlformats.org/drawingml/2006/main">
              <a:ext uri="{FF2B5EF4-FFF2-40B4-BE49-F238E27FC236}">
                <a16:creationId xmlns:a16="http://schemas.microsoft.com/office/drawing/2014/main" id="{00C2ADF0-7716-49DA-824D-E5D6605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" name="source-16x16-r1-c11">
            <a:extLst xmlns:a="http://schemas.openxmlformats.org/drawingml/2006/main">
              <a:ext uri="{FF2B5EF4-FFF2-40B4-BE49-F238E27FC236}">
                <a16:creationId xmlns:a16="http://schemas.microsoft.com/office/drawing/2014/main" id="{D23923D4-8028-4A3F-B536-204B9724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" name="source-16x16-r1-c12">
            <a:extLst xmlns:a="http://schemas.openxmlformats.org/drawingml/2006/main">
              <a:ext uri="{FF2B5EF4-FFF2-40B4-BE49-F238E27FC236}">
                <a16:creationId xmlns:a16="http://schemas.microsoft.com/office/drawing/2014/main" id="{32CE691E-1AB8-4C23-A0B4-3B69223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" name="source-16x16-r1-c13">
            <a:extLst xmlns:a="http://schemas.openxmlformats.org/drawingml/2006/main">
              <a:ext uri="{FF2B5EF4-FFF2-40B4-BE49-F238E27FC236}">
                <a16:creationId xmlns:a16="http://schemas.microsoft.com/office/drawing/2014/main" id="{A8B4A09E-CDE9-49B1-BBDA-8BB8DC8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" name="source-16x16-r1-c14">
            <a:extLst xmlns:a="http://schemas.openxmlformats.org/drawingml/2006/main">
              <a:ext uri="{FF2B5EF4-FFF2-40B4-BE49-F238E27FC236}">
                <a16:creationId xmlns:a16="http://schemas.microsoft.com/office/drawing/2014/main" id="{C9CDE698-F198-44CE-8613-8F018245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" name="source-16x16-r1-c15">
            <a:extLst xmlns:a="http://schemas.openxmlformats.org/drawingml/2006/main">
              <a:ext uri="{FF2B5EF4-FFF2-40B4-BE49-F238E27FC236}">
                <a16:creationId xmlns:a16="http://schemas.microsoft.com/office/drawing/2014/main" id="{D63D1407-D88A-403B-816A-3929692F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" name="source-16x16-r1-c16">
            <a:extLst xmlns:a="http://schemas.openxmlformats.org/drawingml/2006/main">
              <a:ext uri="{FF2B5EF4-FFF2-40B4-BE49-F238E27FC236}">
                <a16:creationId xmlns:a16="http://schemas.microsoft.com/office/drawing/2014/main" id="{25287608-8947-409A-9E14-F7C6A90A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" name="source-16x16-r2-c1">
            <a:extLst xmlns:a="http://schemas.openxmlformats.org/drawingml/2006/main">
              <a:ext uri="{FF2B5EF4-FFF2-40B4-BE49-F238E27FC236}">
                <a16:creationId xmlns:a16="http://schemas.microsoft.com/office/drawing/2014/main" id="{3636AD39-F7EA-4419-9528-C5F0BE5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" name="source-16x16-r2-c2">
            <a:extLst xmlns:a="http://schemas.openxmlformats.org/drawingml/2006/main">
              <a:ext uri="{FF2B5EF4-FFF2-40B4-BE49-F238E27FC236}">
                <a16:creationId xmlns:a16="http://schemas.microsoft.com/office/drawing/2014/main" id="{918225C9-EE86-45D4-BF35-7849EE4E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1" name="source-16x16-r2-c3">
            <a:extLst xmlns:a="http://schemas.openxmlformats.org/drawingml/2006/main">
              <a:ext uri="{FF2B5EF4-FFF2-40B4-BE49-F238E27FC236}">
                <a16:creationId xmlns:a16="http://schemas.microsoft.com/office/drawing/2014/main" id="{CE3095EF-DB14-4B9E-82EF-6884A08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" name="source-16x16-r2-c4">
            <a:extLst xmlns:a="http://schemas.openxmlformats.org/drawingml/2006/main">
              <a:ext uri="{FF2B5EF4-FFF2-40B4-BE49-F238E27FC236}">
                <a16:creationId xmlns:a16="http://schemas.microsoft.com/office/drawing/2014/main" id="{D3E03314-54C6-4443-8FC5-B120A992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" name="source-16x16-r2-c5">
            <a:extLst xmlns:a="http://schemas.openxmlformats.org/drawingml/2006/main">
              <a:ext uri="{FF2B5EF4-FFF2-40B4-BE49-F238E27FC236}">
                <a16:creationId xmlns:a16="http://schemas.microsoft.com/office/drawing/2014/main" id="{6533C9FA-D205-4151-8E6E-5D48135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" name="source-16x16-r2-c6">
            <a:extLst xmlns:a="http://schemas.openxmlformats.org/drawingml/2006/main">
              <a:ext uri="{FF2B5EF4-FFF2-40B4-BE49-F238E27FC236}">
                <a16:creationId xmlns:a16="http://schemas.microsoft.com/office/drawing/2014/main" id="{B3E3C948-ED67-479D-A74B-D726F78A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" name="source-16x16-r2-c7">
            <a:extLst xmlns:a="http://schemas.openxmlformats.org/drawingml/2006/main">
              <a:ext uri="{FF2B5EF4-FFF2-40B4-BE49-F238E27FC236}">
                <a16:creationId xmlns:a16="http://schemas.microsoft.com/office/drawing/2014/main" id="{AF5F69D9-89A5-4BEF-9F85-8E5E80C6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" name="source-16x16-r2-c8">
            <a:extLst xmlns:a="http://schemas.openxmlformats.org/drawingml/2006/main">
              <a:ext uri="{FF2B5EF4-FFF2-40B4-BE49-F238E27FC236}">
                <a16:creationId xmlns:a16="http://schemas.microsoft.com/office/drawing/2014/main" id="{2F49F017-C3B5-495D-A771-7AC219F2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" name="source-16x16-r2-c9">
            <a:extLst xmlns:a="http://schemas.openxmlformats.org/drawingml/2006/main">
              <a:ext uri="{FF2B5EF4-FFF2-40B4-BE49-F238E27FC236}">
                <a16:creationId xmlns:a16="http://schemas.microsoft.com/office/drawing/2014/main" id="{25B8F01A-4DE5-4C8A-B7D5-E9FD1D41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" name="source-16x16-r2-c10">
            <a:extLst xmlns:a="http://schemas.openxmlformats.org/drawingml/2006/main">
              <a:ext uri="{FF2B5EF4-FFF2-40B4-BE49-F238E27FC236}">
                <a16:creationId xmlns:a16="http://schemas.microsoft.com/office/drawing/2014/main" id="{32330EB3-C86C-4A22-9735-AF37A844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" name="source-16x16-r2-c11">
            <a:extLst xmlns:a="http://schemas.openxmlformats.org/drawingml/2006/main">
              <a:ext uri="{FF2B5EF4-FFF2-40B4-BE49-F238E27FC236}">
                <a16:creationId xmlns:a16="http://schemas.microsoft.com/office/drawing/2014/main" id="{2EF1AC16-2FF8-4595-9252-3CBCEBEC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" name="source-16x16-r2-c12">
            <a:extLst xmlns:a="http://schemas.openxmlformats.org/drawingml/2006/main">
              <a:ext uri="{FF2B5EF4-FFF2-40B4-BE49-F238E27FC236}">
                <a16:creationId xmlns:a16="http://schemas.microsoft.com/office/drawing/2014/main" id="{70F3E79C-E126-479C-B3C9-7DB1F83D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" name="source-16x16-r2-c13">
            <a:extLst xmlns:a="http://schemas.openxmlformats.org/drawingml/2006/main">
              <a:ext uri="{FF2B5EF4-FFF2-40B4-BE49-F238E27FC236}">
                <a16:creationId xmlns:a16="http://schemas.microsoft.com/office/drawing/2014/main" id="{FCDF23FD-910A-48FC-A392-CBFBDE2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" name="source-16x16-r2-c14">
            <a:extLst xmlns:a="http://schemas.openxmlformats.org/drawingml/2006/main">
              <a:ext uri="{FF2B5EF4-FFF2-40B4-BE49-F238E27FC236}">
                <a16:creationId xmlns:a16="http://schemas.microsoft.com/office/drawing/2014/main" id="{4525E4BF-8B8E-423D-893B-437BDE15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" name="source-16x16-r2-c15">
            <a:extLst xmlns:a="http://schemas.openxmlformats.org/drawingml/2006/main">
              <a:ext uri="{FF2B5EF4-FFF2-40B4-BE49-F238E27FC236}">
                <a16:creationId xmlns:a16="http://schemas.microsoft.com/office/drawing/2014/main" id="{1D06327A-C4F6-4744-BA04-CEE2B68D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" name="source-16x16-r2-c16">
            <a:extLst xmlns:a="http://schemas.openxmlformats.org/drawingml/2006/main">
              <a:ext uri="{FF2B5EF4-FFF2-40B4-BE49-F238E27FC236}">
                <a16:creationId xmlns:a16="http://schemas.microsoft.com/office/drawing/2014/main" id="{34BF1844-30D9-4E57-8540-081ABEAA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098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" name="source-16x16-r3-c1">
            <a:extLst xmlns:a="http://schemas.openxmlformats.org/drawingml/2006/main">
              <a:ext uri="{FF2B5EF4-FFF2-40B4-BE49-F238E27FC236}">
                <a16:creationId xmlns:a16="http://schemas.microsoft.com/office/drawing/2014/main" id="{1E1365B7-9232-4B15-9F28-98DA92CB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" name="source-16x16-r3-c2">
            <a:extLst xmlns:a="http://schemas.openxmlformats.org/drawingml/2006/main">
              <a:ext uri="{FF2B5EF4-FFF2-40B4-BE49-F238E27FC236}">
                <a16:creationId xmlns:a16="http://schemas.microsoft.com/office/drawing/2014/main" id="{E8E8224F-D203-4BA8-81D0-D0E60192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" name="source-16x16-r3-c3">
            <a:extLst xmlns:a="http://schemas.openxmlformats.org/drawingml/2006/main">
              <a:ext uri="{FF2B5EF4-FFF2-40B4-BE49-F238E27FC236}">
                <a16:creationId xmlns:a16="http://schemas.microsoft.com/office/drawing/2014/main" id="{797CBA2A-97AA-4BE1-90E3-24B02DD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8" name="source-16x16-r3-c4">
            <a:extLst xmlns:a="http://schemas.openxmlformats.org/drawingml/2006/main">
              <a:ext uri="{FF2B5EF4-FFF2-40B4-BE49-F238E27FC236}">
                <a16:creationId xmlns:a16="http://schemas.microsoft.com/office/drawing/2014/main" id="{DFE0022E-5599-4355-B41A-4072020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" name="source-16x16-r3-c5">
            <a:extLst xmlns:a="http://schemas.openxmlformats.org/drawingml/2006/main">
              <a:ext uri="{FF2B5EF4-FFF2-40B4-BE49-F238E27FC236}">
                <a16:creationId xmlns:a16="http://schemas.microsoft.com/office/drawing/2014/main" id="{22804142-A4EF-49FE-A443-A2C1FBC2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" name="source-16x16-r3-c6">
            <a:extLst xmlns:a="http://schemas.openxmlformats.org/drawingml/2006/main">
              <a:ext uri="{FF2B5EF4-FFF2-40B4-BE49-F238E27FC236}">
                <a16:creationId xmlns:a16="http://schemas.microsoft.com/office/drawing/2014/main" id="{8A142D19-8966-4C09-9D9D-CD3E4B0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" name="source-16x16-r3-c7">
            <a:extLst xmlns:a="http://schemas.openxmlformats.org/drawingml/2006/main">
              <a:ext uri="{FF2B5EF4-FFF2-40B4-BE49-F238E27FC236}">
                <a16:creationId xmlns:a16="http://schemas.microsoft.com/office/drawing/2014/main" id="{D2094DA6-22A6-4937-AB5D-D1C898BF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" name="source-16x16-r3-c8">
            <a:extLst xmlns:a="http://schemas.openxmlformats.org/drawingml/2006/main">
              <a:ext uri="{FF2B5EF4-FFF2-40B4-BE49-F238E27FC236}">
                <a16:creationId xmlns:a16="http://schemas.microsoft.com/office/drawing/2014/main" id="{DAF72105-B460-4E67-928F-19A4EED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" name="source-16x16-r3-c9">
            <a:extLst xmlns:a="http://schemas.openxmlformats.org/drawingml/2006/main">
              <a:ext uri="{FF2B5EF4-FFF2-40B4-BE49-F238E27FC236}">
                <a16:creationId xmlns:a16="http://schemas.microsoft.com/office/drawing/2014/main" id="{705B7433-EB8A-4CD4-BD93-6C69E9E7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" name="source-16x16-r3-c10">
            <a:extLst xmlns:a="http://schemas.openxmlformats.org/drawingml/2006/main">
              <a:ext uri="{FF2B5EF4-FFF2-40B4-BE49-F238E27FC236}">
                <a16:creationId xmlns:a16="http://schemas.microsoft.com/office/drawing/2014/main" id="{7721CB41-A7F9-4433-9221-A18E7F85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" name="source-16x16-r3-c11">
            <a:extLst xmlns:a="http://schemas.openxmlformats.org/drawingml/2006/main">
              <a:ext uri="{FF2B5EF4-FFF2-40B4-BE49-F238E27FC236}">
                <a16:creationId xmlns:a16="http://schemas.microsoft.com/office/drawing/2014/main" id="{E193D43D-9C97-44E0-A651-26233F7D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" name="source-16x16-r3-c12">
            <a:extLst xmlns:a="http://schemas.openxmlformats.org/drawingml/2006/main">
              <a:ext uri="{FF2B5EF4-FFF2-40B4-BE49-F238E27FC236}">
                <a16:creationId xmlns:a16="http://schemas.microsoft.com/office/drawing/2014/main" id="{EAC3BCB5-ABC9-4090-AF51-D71B6528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" name="source-16x16-r3-c13">
            <a:extLst xmlns:a="http://schemas.openxmlformats.org/drawingml/2006/main">
              <a:ext uri="{FF2B5EF4-FFF2-40B4-BE49-F238E27FC236}">
                <a16:creationId xmlns:a16="http://schemas.microsoft.com/office/drawing/2014/main" id="{D2F6553A-A001-488B-B44B-9E475A64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" name="source-16x16-r3-c14">
            <a:extLst xmlns:a="http://schemas.openxmlformats.org/drawingml/2006/main">
              <a:ext uri="{FF2B5EF4-FFF2-40B4-BE49-F238E27FC236}">
                <a16:creationId xmlns:a16="http://schemas.microsoft.com/office/drawing/2014/main" id="{3ABB3380-8B02-4C7B-B84C-8488227D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" name="source-16x16-r3-c15">
            <a:extLst xmlns:a="http://schemas.openxmlformats.org/drawingml/2006/main">
              <a:ext uri="{FF2B5EF4-FFF2-40B4-BE49-F238E27FC236}">
                <a16:creationId xmlns:a16="http://schemas.microsoft.com/office/drawing/2014/main" id="{4290D023-C6A9-4978-9BDF-346E74F9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" name="source-16x16-r3-c16">
            <a:extLst xmlns:a="http://schemas.openxmlformats.org/drawingml/2006/main">
              <a:ext uri="{FF2B5EF4-FFF2-40B4-BE49-F238E27FC236}">
                <a16:creationId xmlns:a16="http://schemas.microsoft.com/office/drawing/2014/main" id="{8B448D0D-E4C5-4FDF-832F-C2BDF45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432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" name="source-16x16-r4-c1">
            <a:extLst xmlns:a="http://schemas.openxmlformats.org/drawingml/2006/main">
              <a:ext uri="{FF2B5EF4-FFF2-40B4-BE49-F238E27FC236}">
                <a16:creationId xmlns:a16="http://schemas.microsoft.com/office/drawing/2014/main" id="{EC39FC76-F4D5-4F82-BEFC-653008D5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" name="source-16x16-r4-c2">
            <a:extLst xmlns:a="http://schemas.openxmlformats.org/drawingml/2006/main">
              <a:ext uri="{FF2B5EF4-FFF2-40B4-BE49-F238E27FC236}">
                <a16:creationId xmlns:a16="http://schemas.microsoft.com/office/drawing/2014/main" id="{B1D4C79B-2398-47DF-90FE-32A7704C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" name="source-16x16-r4-c3">
            <a:extLst xmlns:a="http://schemas.openxmlformats.org/drawingml/2006/main">
              <a:ext uri="{FF2B5EF4-FFF2-40B4-BE49-F238E27FC236}">
                <a16:creationId xmlns:a16="http://schemas.microsoft.com/office/drawing/2014/main" id="{331CA523-6AFD-48A8-A5DE-BEE236DA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" name="source-16x16-r4-c4">
            <a:extLst xmlns:a="http://schemas.openxmlformats.org/drawingml/2006/main">
              <a:ext uri="{FF2B5EF4-FFF2-40B4-BE49-F238E27FC236}">
                <a16:creationId xmlns:a16="http://schemas.microsoft.com/office/drawing/2014/main" id="{431B40F4-B5F8-474B-A11B-3469689A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5" name="source-16x16-r4-c5">
            <a:extLst xmlns:a="http://schemas.openxmlformats.org/drawingml/2006/main">
              <a:ext uri="{FF2B5EF4-FFF2-40B4-BE49-F238E27FC236}">
                <a16:creationId xmlns:a16="http://schemas.microsoft.com/office/drawing/2014/main" id="{22FF9B6C-F631-49E3-901B-FCEF103B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" name="source-16x16-r4-c6">
            <a:extLst xmlns:a="http://schemas.openxmlformats.org/drawingml/2006/main">
              <a:ext uri="{FF2B5EF4-FFF2-40B4-BE49-F238E27FC236}">
                <a16:creationId xmlns:a16="http://schemas.microsoft.com/office/drawing/2014/main" id="{1CF22C70-98E0-4B4A-B6A5-C0785EEA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" name="source-16x16-r4-c7">
            <a:extLst xmlns:a="http://schemas.openxmlformats.org/drawingml/2006/main">
              <a:ext uri="{FF2B5EF4-FFF2-40B4-BE49-F238E27FC236}">
                <a16:creationId xmlns:a16="http://schemas.microsoft.com/office/drawing/2014/main" id="{4583D4A0-F9AB-4E5B-8398-0A9C03FD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" name="source-16x16-r4-c8">
            <a:extLst xmlns:a="http://schemas.openxmlformats.org/drawingml/2006/main">
              <a:ext uri="{FF2B5EF4-FFF2-40B4-BE49-F238E27FC236}">
                <a16:creationId xmlns:a16="http://schemas.microsoft.com/office/drawing/2014/main" id="{06E739A5-8FD9-4351-9883-3BEB589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" name="source-16x16-r4-c9">
            <a:extLst xmlns:a="http://schemas.openxmlformats.org/drawingml/2006/main">
              <a:ext uri="{FF2B5EF4-FFF2-40B4-BE49-F238E27FC236}">
                <a16:creationId xmlns:a16="http://schemas.microsoft.com/office/drawing/2014/main" id="{63620092-E4AB-4CC7-9EEF-1EA0A9A2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0" name="source-16x16-r4-c10">
            <a:extLst xmlns:a="http://schemas.openxmlformats.org/drawingml/2006/main">
              <a:ext uri="{FF2B5EF4-FFF2-40B4-BE49-F238E27FC236}">
                <a16:creationId xmlns:a16="http://schemas.microsoft.com/office/drawing/2014/main" id="{91C99656-22B8-4F4C-9F1B-34CBED20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1" name="source-16x16-r4-c11">
            <a:extLst xmlns:a="http://schemas.openxmlformats.org/drawingml/2006/main">
              <a:ext uri="{FF2B5EF4-FFF2-40B4-BE49-F238E27FC236}">
                <a16:creationId xmlns:a16="http://schemas.microsoft.com/office/drawing/2014/main" id="{60426731-4440-4F63-81C3-DBB0D53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2" name="source-16x16-r4-c12">
            <a:extLst xmlns:a="http://schemas.openxmlformats.org/drawingml/2006/main">
              <a:ext uri="{FF2B5EF4-FFF2-40B4-BE49-F238E27FC236}">
                <a16:creationId xmlns:a16="http://schemas.microsoft.com/office/drawing/2014/main" id="{66549E4F-E48B-472B-A0F3-F4F6D9A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3" name="source-16x16-r4-c13">
            <a:extLst xmlns:a="http://schemas.openxmlformats.org/drawingml/2006/main">
              <a:ext uri="{FF2B5EF4-FFF2-40B4-BE49-F238E27FC236}">
                <a16:creationId xmlns:a16="http://schemas.microsoft.com/office/drawing/2014/main" id="{CFF90E1B-EE5D-4024-9F60-9D19308F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4" name="source-16x16-r4-c14">
            <a:extLst xmlns:a="http://schemas.openxmlformats.org/drawingml/2006/main">
              <a:ext uri="{FF2B5EF4-FFF2-40B4-BE49-F238E27FC236}">
                <a16:creationId xmlns:a16="http://schemas.microsoft.com/office/drawing/2014/main" id="{5463DB9B-6249-4CF1-B02B-6CBC63F0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5" name="source-16x16-r4-c15">
            <a:extLst xmlns:a="http://schemas.openxmlformats.org/drawingml/2006/main">
              <a:ext uri="{FF2B5EF4-FFF2-40B4-BE49-F238E27FC236}">
                <a16:creationId xmlns:a16="http://schemas.microsoft.com/office/drawing/2014/main" id="{1F2B6605-FBED-41DC-931B-8F59A75A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6" name="source-16x16-r4-c16">
            <a:extLst xmlns:a="http://schemas.openxmlformats.org/drawingml/2006/main">
              <a:ext uri="{FF2B5EF4-FFF2-40B4-BE49-F238E27FC236}">
                <a16:creationId xmlns:a16="http://schemas.microsoft.com/office/drawing/2014/main" id="{1FDE220A-4D28-4925-9D2E-9EE25D95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765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7" name="source-16x16-r5-c1">
            <a:extLst xmlns:a="http://schemas.openxmlformats.org/drawingml/2006/main">
              <a:ext uri="{FF2B5EF4-FFF2-40B4-BE49-F238E27FC236}">
                <a16:creationId xmlns:a16="http://schemas.microsoft.com/office/drawing/2014/main" id="{995FF456-59F3-443B-8E8D-7FB88505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8" name="source-16x16-r5-c2">
            <a:extLst xmlns:a="http://schemas.openxmlformats.org/drawingml/2006/main">
              <a:ext uri="{FF2B5EF4-FFF2-40B4-BE49-F238E27FC236}">
                <a16:creationId xmlns:a16="http://schemas.microsoft.com/office/drawing/2014/main" id="{49D3C693-8B9A-4E64-B2AC-320E749D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9" name="source-16x16-r5-c3">
            <a:extLst xmlns:a="http://schemas.openxmlformats.org/drawingml/2006/main">
              <a:ext uri="{FF2B5EF4-FFF2-40B4-BE49-F238E27FC236}">
                <a16:creationId xmlns:a16="http://schemas.microsoft.com/office/drawing/2014/main" id="{5AC0E741-E64F-445A-9832-5806DEF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0" name="source-16x16-r5-c4">
            <a:extLst xmlns:a="http://schemas.openxmlformats.org/drawingml/2006/main">
              <a:ext uri="{FF2B5EF4-FFF2-40B4-BE49-F238E27FC236}">
                <a16:creationId xmlns:a16="http://schemas.microsoft.com/office/drawing/2014/main" id="{137F2993-A5CE-4E8D-A0A4-63A31FDC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1" name="source-16x16-r5-c5">
            <a:extLst xmlns:a="http://schemas.openxmlformats.org/drawingml/2006/main">
              <a:ext uri="{FF2B5EF4-FFF2-40B4-BE49-F238E27FC236}">
                <a16:creationId xmlns:a16="http://schemas.microsoft.com/office/drawing/2014/main" id="{2452F3FD-D9D4-4E76-B7FB-0348B8CC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82" name="source-16x16-r5-c6">
            <a:extLst xmlns:a="http://schemas.openxmlformats.org/drawingml/2006/main">
              <a:ext uri="{FF2B5EF4-FFF2-40B4-BE49-F238E27FC236}">
                <a16:creationId xmlns:a16="http://schemas.microsoft.com/office/drawing/2014/main" id="{277C9667-F690-47F2-99B7-16D9516B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3" name="source-16x16-r5-c7">
            <a:extLst xmlns:a="http://schemas.openxmlformats.org/drawingml/2006/main">
              <a:ext uri="{FF2B5EF4-FFF2-40B4-BE49-F238E27FC236}">
                <a16:creationId xmlns:a16="http://schemas.microsoft.com/office/drawing/2014/main" id="{59D3C626-61A4-49C8-9E94-2267A0BD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4" name="source-16x16-r5-c8">
            <a:extLst xmlns:a="http://schemas.openxmlformats.org/drawingml/2006/main">
              <a:ext uri="{FF2B5EF4-FFF2-40B4-BE49-F238E27FC236}">
                <a16:creationId xmlns:a16="http://schemas.microsoft.com/office/drawing/2014/main" id="{33D2E56D-8F1A-424B-9653-9DF7B8F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5" name="source-16x16-r5-c9">
            <a:extLst xmlns:a="http://schemas.openxmlformats.org/drawingml/2006/main">
              <a:ext uri="{FF2B5EF4-FFF2-40B4-BE49-F238E27FC236}">
                <a16:creationId xmlns:a16="http://schemas.microsoft.com/office/drawing/2014/main" id="{279AC07E-5F51-457B-8706-77A30AE7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6" name="source-16x16-r5-c10">
            <a:extLst xmlns:a="http://schemas.openxmlformats.org/drawingml/2006/main">
              <a:ext uri="{FF2B5EF4-FFF2-40B4-BE49-F238E27FC236}">
                <a16:creationId xmlns:a16="http://schemas.microsoft.com/office/drawing/2014/main" id="{D0D80869-265D-4227-9985-3B70FD83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7" name="source-16x16-r5-c11">
            <a:extLst xmlns:a="http://schemas.openxmlformats.org/drawingml/2006/main">
              <a:ext uri="{FF2B5EF4-FFF2-40B4-BE49-F238E27FC236}">
                <a16:creationId xmlns:a16="http://schemas.microsoft.com/office/drawing/2014/main" id="{DCA45B86-A46A-4ED0-AF85-7E692307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8" name="source-16x16-r5-c12">
            <a:extLst xmlns:a="http://schemas.openxmlformats.org/drawingml/2006/main">
              <a:ext uri="{FF2B5EF4-FFF2-40B4-BE49-F238E27FC236}">
                <a16:creationId xmlns:a16="http://schemas.microsoft.com/office/drawing/2014/main" id="{05FD9C37-0A8A-4E04-81DA-E35AB4B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89" name="source-16x16-r5-c13">
            <a:extLst xmlns:a="http://schemas.openxmlformats.org/drawingml/2006/main">
              <a:ext uri="{FF2B5EF4-FFF2-40B4-BE49-F238E27FC236}">
                <a16:creationId xmlns:a16="http://schemas.microsoft.com/office/drawing/2014/main" id="{FA35277D-B680-4C8B-AA9D-EA408D1E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0" name="source-16x16-r5-c14">
            <a:extLst xmlns:a="http://schemas.openxmlformats.org/drawingml/2006/main">
              <a:ext uri="{FF2B5EF4-FFF2-40B4-BE49-F238E27FC236}">
                <a16:creationId xmlns:a16="http://schemas.microsoft.com/office/drawing/2014/main" id="{B9C88B12-FAB6-488C-9FA5-7BBA334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1" name="source-16x16-r5-c15">
            <a:extLst xmlns:a="http://schemas.openxmlformats.org/drawingml/2006/main">
              <a:ext uri="{FF2B5EF4-FFF2-40B4-BE49-F238E27FC236}">
                <a16:creationId xmlns:a16="http://schemas.microsoft.com/office/drawing/2014/main" id="{7BF6A311-6B93-413B-B42B-FFB9575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2" name="source-16x16-r5-c16">
            <a:extLst xmlns:a="http://schemas.openxmlformats.org/drawingml/2006/main">
              <a:ext uri="{FF2B5EF4-FFF2-40B4-BE49-F238E27FC236}">
                <a16:creationId xmlns:a16="http://schemas.microsoft.com/office/drawing/2014/main" id="{72195E79-FB35-4F66-BAAE-DA6DF9C5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099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3" name="source-16x16-r6-c1">
            <a:extLst xmlns:a="http://schemas.openxmlformats.org/drawingml/2006/main">
              <a:ext uri="{FF2B5EF4-FFF2-40B4-BE49-F238E27FC236}">
                <a16:creationId xmlns:a16="http://schemas.microsoft.com/office/drawing/2014/main" id="{E9EC6050-717D-4C2A-82D8-A90C4AC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4" name="source-16x16-r6-c2">
            <a:extLst xmlns:a="http://schemas.openxmlformats.org/drawingml/2006/main">
              <a:ext uri="{FF2B5EF4-FFF2-40B4-BE49-F238E27FC236}">
                <a16:creationId xmlns:a16="http://schemas.microsoft.com/office/drawing/2014/main" id="{9E3998E6-45B2-42D3-8F30-190FCE92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5" name="source-16x16-r6-c3">
            <a:extLst xmlns:a="http://schemas.openxmlformats.org/drawingml/2006/main">
              <a:ext uri="{FF2B5EF4-FFF2-40B4-BE49-F238E27FC236}">
                <a16:creationId xmlns:a16="http://schemas.microsoft.com/office/drawing/2014/main" id="{5E563439-EB1C-44B4-A264-71E8AB8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6" name="source-16x16-r6-c4">
            <a:extLst xmlns:a="http://schemas.openxmlformats.org/drawingml/2006/main">
              <a:ext uri="{FF2B5EF4-FFF2-40B4-BE49-F238E27FC236}">
                <a16:creationId xmlns:a16="http://schemas.microsoft.com/office/drawing/2014/main" id="{470A1DE8-4DBA-4A04-9E49-D9F8079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7" name="source-16x16-r6-c5">
            <a:extLst xmlns:a="http://schemas.openxmlformats.org/drawingml/2006/main">
              <a:ext uri="{FF2B5EF4-FFF2-40B4-BE49-F238E27FC236}">
                <a16:creationId xmlns:a16="http://schemas.microsoft.com/office/drawing/2014/main" id="{B8CF46F1-7364-41A6-AF46-345E81FB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98" name="source-16x16-r6-c6">
            <a:extLst xmlns:a="http://schemas.openxmlformats.org/drawingml/2006/main">
              <a:ext uri="{FF2B5EF4-FFF2-40B4-BE49-F238E27FC236}">
                <a16:creationId xmlns:a16="http://schemas.microsoft.com/office/drawing/2014/main" id="{2ACB81F9-4DB7-4040-BFAE-4507007C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99" name="source-16x16-r6-c7">
            <a:extLst xmlns:a="http://schemas.openxmlformats.org/drawingml/2006/main">
              <a:ext uri="{FF2B5EF4-FFF2-40B4-BE49-F238E27FC236}">
                <a16:creationId xmlns:a16="http://schemas.microsoft.com/office/drawing/2014/main" id="{A7CA46FD-BD9E-40C1-885E-BA48244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0" name="source-16x16-r6-c8">
            <a:extLst xmlns:a="http://schemas.openxmlformats.org/drawingml/2006/main">
              <a:ext uri="{FF2B5EF4-FFF2-40B4-BE49-F238E27FC236}">
                <a16:creationId xmlns:a16="http://schemas.microsoft.com/office/drawing/2014/main" id="{30F601AB-6647-4F67-97C6-4A2CF32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1" name="source-16x16-r6-c9">
            <a:extLst xmlns:a="http://schemas.openxmlformats.org/drawingml/2006/main">
              <a:ext uri="{FF2B5EF4-FFF2-40B4-BE49-F238E27FC236}">
                <a16:creationId xmlns:a16="http://schemas.microsoft.com/office/drawing/2014/main" id="{67D97C2B-707E-42E9-9422-12138A70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2" name="source-16x16-r6-c10">
            <a:extLst xmlns:a="http://schemas.openxmlformats.org/drawingml/2006/main">
              <a:ext uri="{FF2B5EF4-FFF2-40B4-BE49-F238E27FC236}">
                <a16:creationId xmlns:a16="http://schemas.microsoft.com/office/drawing/2014/main" id="{30229C6D-BB8D-4F8C-94A4-92654EBD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3" name="source-16x16-r6-c11">
            <a:extLst xmlns:a="http://schemas.openxmlformats.org/drawingml/2006/main">
              <a:ext uri="{FF2B5EF4-FFF2-40B4-BE49-F238E27FC236}">
                <a16:creationId xmlns:a16="http://schemas.microsoft.com/office/drawing/2014/main" id="{E541D3DD-6694-4440-AE79-D505A1C9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4" name="source-16x16-r6-c12">
            <a:extLst xmlns:a="http://schemas.openxmlformats.org/drawingml/2006/main">
              <a:ext uri="{FF2B5EF4-FFF2-40B4-BE49-F238E27FC236}">
                <a16:creationId xmlns:a16="http://schemas.microsoft.com/office/drawing/2014/main" id="{D21B7A1C-D0C9-4A5D-8750-79BA60B1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5" name="source-16x16-r6-c13">
            <a:extLst xmlns:a="http://schemas.openxmlformats.org/drawingml/2006/main">
              <a:ext uri="{FF2B5EF4-FFF2-40B4-BE49-F238E27FC236}">
                <a16:creationId xmlns:a16="http://schemas.microsoft.com/office/drawing/2014/main" id="{35B7DEAB-DFFD-469E-B030-CFB6AA85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6" name="source-16x16-r6-c14">
            <a:extLst xmlns:a="http://schemas.openxmlformats.org/drawingml/2006/main">
              <a:ext uri="{FF2B5EF4-FFF2-40B4-BE49-F238E27FC236}">
                <a16:creationId xmlns:a16="http://schemas.microsoft.com/office/drawing/2014/main" id="{F56B0E1B-3C06-44DF-B919-6157DB88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7" name="source-16x16-r6-c15">
            <a:extLst xmlns:a="http://schemas.openxmlformats.org/drawingml/2006/main">
              <a:ext uri="{FF2B5EF4-FFF2-40B4-BE49-F238E27FC236}">
                <a16:creationId xmlns:a16="http://schemas.microsoft.com/office/drawing/2014/main" id="{52775864-D976-452B-BE1D-74F7F53D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8" name="source-16x16-r6-c16">
            <a:extLst xmlns:a="http://schemas.openxmlformats.org/drawingml/2006/main">
              <a:ext uri="{FF2B5EF4-FFF2-40B4-BE49-F238E27FC236}">
                <a16:creationId xmlns:a16="http://schemas.microsoft.com/office/drawing/2014/main" id="{478DE89F-7C0A-4541-BBEB-26D5713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09" name="source-16x16-r7-c1">
            <a:extLst xmlns:a="http://schemas.openxmlformats.org/drawingml/2006/main">
              <a:ext uri="{FF2B5EF4-FFF2-40B4-BE49-F238E27FC236}">
                <a16:creationId xmlns:a16="http://schemas.microsoft.com/office/drawing/2014/main" id="{4A93AAA9-BF1A-4D84-8E4E-E47FB3B8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0" name="source-16x16-r7-c2">
            <a:extLst xmlns:a="http://schemas.openxmlformats.org/drawingml/2006/main">
              <a:ext uri="{FF2B5EF4-FFF2-40B4-BE49-F238E27FC236}">
                <a16:creationId xmlns:a16="http://schemas.microsoft.com/office/drawing/2014/main" id="{45EFF13A-CBF7-485C-99EB-34B5FED5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1" name="source-16x16-r7-c3">
            <a:extLst xmlns:a="http://schemas.openxmlformats.org/drawingml/2006/main">
              <a:ext uri="{FF2B5EF4-FFF2-40B4-BE49-F238E27FC236}">
                <a16:creationId xmlns:a16="http://schemas.microsoft.com/office/drawing/2014/main" id="{6EBB77D0-BF1D-4D47-84AF-F0FF1AC4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2" name="source-16x16-r7-c4">
            <a:extLst xmlns:a="http://schemas.openxmlformats.org/drawingml/2006/main">
              <a:ext uri="{FF2B5EF4-FFF2-40B4-BE49-F238E27FC236}">
                <a16:creationId xmlns:a16="http://schemas.microsoft.com/office/drawing/2014/main" id="{F0B53E69-BEC8-4CEA-AC0F-B5A67C3A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3" name="source-16x16-r7-c5">
            <a:extLst xmlns:a="http://schemas.openxmlformats.org/drawingml/2006/main">
              <a:ext uri="{FF2B5EF4-FFF2-40B4-BE49-F238E27FC236}">
                <a16:creationId xmlns:a16="http://schemas.microsoft.com/office/drawing/2014/main" id="{351A64AC-55C8-42C0-9B81-F173B9BA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4" name="source-16x16-r7-c6">
            <a:extLst xmlns:a="http://schemas.openxmlformats.org/drawingml/2006/main">
              <a:ext uri="{FF2B5EF4-FFF2-40B4-BE49-F238E27FC236}">
                <a16:creationId xmlns:a16="http://schemas.microsoft.com/office/drawing/2014/main" id="{523AEC4C-160F-4E59-9812-286577DE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5" name="source-16x16-r7-c7">
            <a:extLst xmlns:a="http://schemas.openxmlformats.org/drawingml/2006/main">
              <a:ext uri="{FF2B5EF4-FFF2-40B4-BE49-F238E27FC236}">
                <a16:creationId xmlns:a16="http://schemas.microsoft.com/office/drawing/2014/main" id="{5B097E0C-CC23-435D-8988-E4C2CAAB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116" name="source-16x16-r7-c8">
            <a:extLst xmlns:a="http://schemas.openxmlformats.org/drawingml/2006/main">
              <a:ext uri="{FF2B5EF4-FFF2-40B4-BE49-F238E27FC236}">
                <a16:creationId xmlns:a16="http://schemas.microsoft.com/office/drawing/2014/main" id="{D0E957B9-9EA0-4344-BB7F-A6CC5A82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7" name="source-16x16-r7-c9">
            <a:extLst xmlns:a="http://schemas.openxmlformats.org/drawingml/2006/main">
              <a:ext uri="{FF2B5EF4-FFF2-40B4-BE49-F238E27FC236}">
                <a16:creationId xmlns:a16="http://schemas.microsoft.com/office/drawing/2014/main" id="{1DF03463-C4C3-49A4-918A-A2FBC6C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8" name="source-16x16-r7-c10">
            <a:extLst xmlns:a="http://schemas.openxmlformats.org/drawingml/2006/main">
              <a:ext uri="{FF2B5EF4-FFF2-40B4-BE49-F238E27FC236}">
                <a16:creationId xmlns:a16="http://schemas.microsoft.com/office/drawing/2014/main" id="{FFD9EC28-BFC2-4F9B-ACFC-0B8B526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19" name="source-16x16-r7-c11">
            <a:extLst xmlns:a="http://schemas.openxmlformats.org/drawingml/2006/main">
              <a:ext uri="{FF2B5EF4-FFF2-40B4-BE49-F238E27FC236}">
                <a16:creationId xmlns:a16="http://schemas.microsoft.com/office/drawing/2014/main" id="{1B8860CB-FA77-4B79-8E48-4D6023F3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0" name="source-16x16-r7-c12">
            <a:extLst xmlns:a="http://schemas.openxmlformats.org/drawingml/2006/main">
              <a:ext uri="{FF2B5EF4-FFF2-40B4-BE49-F238E27FC236}">
                <a16:creationId xmlns:a16="http://schemas.microsoft.com/office/drawing/2014/main" id="{7F6B4403-C785-446F-9D30-07FDB58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1" name="source-16x16-r7-c13">
            <a:extLst xmlns:a="http://schemas.openxmlformats.org/drawingml/2006/main">
              <a:ext uri="{FF2B5EF4-FFF2-40B4-BE49-F238E27FC236}">
                <a16:creationId xmlns:a16="http://schemas.microsoft.com/office/drawing/2014/main" id="{541DD3B6-8E80-4877-898A-B244CAB1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2" name="source-16x16-r7-c14">
            <a:extLst xmlns:a="http://schemas.openxmlformats.org/drawingml/2006/main">
              <a:ext uri="{FF2B5EF4-FFF2-40B4-BE49-F238E27FC236}">
                <a16:creationId xmlns:a16="http://schemas.microsoft.com/office/drawing/2014/main" id="{E330ADF0-61D5-4B58-BA8E-17560D0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3" name="source-16x16-r7-c15">
            <a:extLst xmlns:a="http://schemas.openxmlformats.org/drawingml/2006/main">
              <a:ext uri="{FF2B5EF4-FFF2-40B4-BE49-F238E27FC236}">
                <a16:creationId xmlns:a16="http://schemas.microsoft.com/office/drawing/2014/main" id="{9FEEAC49-4204-4F4E-A2CA-1D733BF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4" name="source-16x16-r7-c16">
            <a:extLst xmlns:a="http://schemas.openxmlformats.org/drawingml/2006/main">
              <a:ext uri="{FF2B5EF4-FFF2-40B4-BE49-F238E27FC236}">
                <a16:creationId xmlns:a16="http://schemas.microsoft.com/office/drawing/2014/main" id="{0E824354-3A45-454A-BBE0-6355C2E5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766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5" name="source-16x16-r8-c1">
            <a:extLst xmlns:a="http://schemas.openxmlformats.org/drawingml/2006/main">
              <a:ext uri="{FF2B5EF4-FFF2-40B4-BE49-F238E27FC236}">
                <a16:creationId xmlns:a16="http://schemas.microsoft.com/office/drawing/2014/main" id="{D5058B79-B17D-43B3-8AFD-DB584749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6" name="source-16x16-r8-c2">
            <a:extLst xmlns:a="http://schemas.openxmlformats.org/drawingml/2006/main">
              <a:ext uri="{FF2B5EF4-FFF2-40B4-BE49-F238E27FC236}">
                <a16:creationId xmlns:a16="http://schemas.microsoft.com/office/drawing/2014/main" id="{DF308B9E-839F-4807-BC82-6EA2895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7" name="source-16x16-r8-c3">
            <a:extLst xmlns:a="http://schemas.openxmlformats.org/drawingml/2006/main">
              <a:ext uri="{FF2B5EF4-FFF2-40B4-BE49-F238E27FC236}">
                <a16:creationId xmlns:a16="http://schemas.microsoft.com/office/drawing/2014/main" id="{CD3E0F7D-C9BD-4A16-BD6B-D312A3FD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8" name="source-16x16-r8-c4">
            <a:extLst xmlns:a="http://schemas.openxmlformats.org/drawingml/2006/main">
              <a:ext uri="{FF2B5EF4-FFF2-40B4-BE49-F238E27FC236}">
                <a16:creationId xmlns:a16="http://schemas.microsoft.com/office/drawing/2014/main" id="{9BD95F73-F49C-4BE5-AE80-7137E4A2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29" name="source-16x16-r8-c5">
            <a:extLst xmlns:a="http://schemas.openxmlformats.org/drawingml/2006/main">
              <a:ext uri="{FF2B5EF4-FFF2-40B4-BE49-F238E27FC236}">
                <a16:creationId xmlns:a16="http://schemas.microsoft.com/office/drawing/2014/main" id="{3DF059F6-BAEA-4E62-A88A-A3F6FE43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0" name="source-16x16-r8-c6">
            <a:extLst xmlns:a="http://schemas.openxmlformats.org/drawingml/2006/main">
              <a:ext uri="{FF2B5EF4-FFF2-40B4-BE49-F238E27FC236}">
                <a16:creationId xmlns:a16="http://schemas.microsoft.com/office/drawing/2014/main" id="{4E3BD3A3-0D7B-4B7F-B3E1-F337792B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1" name="source-16x16-r8-c7">
            <a:extLst xmlns:a="http://schemas.openxmlformats.org/drawingml/2006/main">
              <a:ext uri="{FF2B5EF4-FFF2-40B4-BE49-F238E27FC236}">
                <a16:creationId xmlns:a16="http://schemas.microsoft.com/office/drawing/2014/main" id="{674FD66E-4396-41EA-A8AA-BF90009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2" name="source-16x16-r8-c8">
            <a:extLst xmlns:a="http://schemas.openxmlformats.org/drawingml/2006/main">
              <a:ext uri="{FF2B5EF4-FFF2-40B4-BE49-F238E27FC236}">
                <a16:creationId xmlns:a16="http://schemas.microsoft.com/office/drawing/2014/main" id="{F0A0FF78-D40D-4798-9459-BA07D4B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133" name="source-16x16-r8-c9">
            <a:extLst xmlns:a="http://schemas.openxmlformats.org/drawingml/2006/main">
              <a:ext uri="{FF2B5EF4-FFF2-40B4-BE49-F238E27FC236}">
                <a16:creationId xmlns:a16="http://schemas.microsoft.com/office/drawing/2014/main" id="{C937E842-C756-48CC-88FB-19429C1E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4" name="source-16x16-r8-c10">
            <a:extLst xmlns:a="http://schemas.openxmlformats.org/drawingml/2006/main">
              <a:ext uri="{FF2B5EF4-FFF2-40B4-BE49-F238E27FC236}">
                <a16:creationId xmlns:a16="http://schemas.microsoft.com/office/drawing/2014/main" id="{875BF695-4DD4-478C-AC1E-44DBFD16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5" name="source-16x16-r8-c11">
            <a:extLst xmlns:a="http://schemas.openxmlformats.org/drawingml/2006/main">
              <a:ext uri="{FF2B5EF4-FFF2-40B4-BE49-F238E27FC236}">
                <a16:creationId xmlns:a16="http://schemas.microsoft.com/office/drawing/2014/main" id="{697CF7A0-5385-48D5-BD7F-0D70A438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6" name="source-16x16-r8-c12">
            <a:extLst xmlns:a="http://schemas.openxmlformats.org/drawingml/2006/main">
              <a:ext uri="{FF2B5EF4-FFF2-40B4-BE49-F238E27FC236}">
                <a16:creationId xmlns:a16="http://schemas.microsoft.com/office/drawing/2014/main" id="{72DE767A-908B-45D8-84C0-1F11514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7" name="source-16x16-r8-c13">
            <a:extLst xmlns:a="http://schemas.openxmlformats.org/drawingml/2006/main">
              <a:ext uri="{FF2B5EF4-FFF2-40B4-BE49-F238E27FC236}">
                <a16:creationId xmlns:a16="http://schemas.microsoft.com/office/drawing/2014/main" id="{E3FF1557-5752-485C-A588-A02F87C1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8" name="source-16x16-r8-c14">
            <a:extLst xmlns:a="http://schemas.openxmlformats.org/drawingml/2006/main">
              <a:ext uri="{FF2B5EF4-FFF2-40B4-BE49-F238E27FC236}">
                <a16:creationId xmlns:a16="http://schemas.microsoft.com/office/drawing/2014/main" id="{C94E7E58-BECD-4B6D-922E-FA803A9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39" name="source-16x16-r8-c15">
            <a:extLst xmlns:a="http://schemas.openxmlformats.org/drawingml/2006/main">
              <a:ext uri="{FF2B5EF4-FFF2-40B4-BE49-F238E27FC236}">
                <a16:creationId xmlns:a16="http://schemas.microsoft.com/office/drawing/2014/main" id="{ECD0424F-DA00-4E2A-BFCB-908F3C0B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0" name="source-16x16-r8-c16">
            <a:extLst xmlns:a="http://schemas.openxmlformats.org/drawingml/2006/main">
              <a:ext uri="{FF2B5EF4-FFF2-40B4-BE49-F238E27FC236}">
                <a16:creationId xmlns:a16="http://schemas.microsoft.com/office/drawing/2014/main" id="{E104F49B-934A-4643-89B3-A675F14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099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1" name="source-16x16-r9-c1">
            <a:extLst xmlns:a="http://schemas.openxmlformats.org/drawingml/2006/main">
              <a:ext uri="{FF2B5EF4-FFF2-40B4-BE49-F238E27FC236}">
                <a16:creationId xmlns:a16="http://schemas.microsoft.com/office/drawing/2014/main" id="{AB954DFD-53A4-469F-9EC7-688926BE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2" name="source-16x16-r9-c2">
            <a:extLst xmlns:a="http://schemas.openxmlformats.org/drawingml/2006/main">
              <a:ext uri="{FF2B5EF4-FFF2-40B4-BE49-F238E27FC236}">
                <a16:creationId xmlns:a16="http://schemas.microsoft.com/office/drawing/2014/main" id="{10127709-23BA-430B-95A8-048EC3A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3" name="source-16x16-r9-c3">
            <a:extLst xmlns:a="http://schemas.openxmlformats.org/drawingml/2006/main">
              <a:ext uri="{FF2B5EF4-FFF2-40B4-BE49-F238E27FC236}">
                <a16:creationId xmlns:a16="http://schemas.microsoft.com/office/drawing/2014/main" id="{18E264F3-9588-4754-ABB6-B91CB2A8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4" name="source-16x16-r9-c4">
            <a:extLst xmlns:a="http://schemas.openxmlformats.org/drawingml/2006/main">
              <a:ext uri="{FF2B5EF4-FFF2-40B4-BE49-F238E27FC236}">
                <a16:creationId xmlns:a16="http://schemas.microsoft.com/office/drawing/2014/main" id="{EF97C275-87B2-4980-B7FE-76D51FA5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5" name="source-16x16-r9-c5">
            <a:extLst xmlns:a="http://schemas.openxmlformats.org/drawingml/2006/main">
              <a:ext uri="{FF2B5EF4-FFF2-40B4-BE49-F238E27FC236}">
                <a16:creationId xmlns:a16="http://schemas.microsoft.com/office/drawing/2014/main" id="{69EDF9C3-8B74-4D96-9E11-F02FB5A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6" name="source-16x16-r9-c6">
            <a:extLst xmlns:a="http://schemas.openxmlformats.org/drawingml/2006/main">
              <a:ext uri="{FF2B5EF4-FFF2-40B4-BE49-F238E27FC236}">
                <a16:creationId xmlns:a16="http://schemas.microsoft.com/office/drawing/2014/main" id="{D091E7D1-9560-4AEC-BD68-671F6A23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7" name="source-16x16-r9-c7">
            <a:extLst xmlns:a="http://schemas.openxmlformats.org/drawingml/2006/main">
              <a:ext uri="{FF2B5EF4-FFF2-40B4-BE49-F238E27FC236}">
                <a16:creationId xmlns:a16="http://schemas.microsoft.com/office/drawing/2014/main" id="{D1ED2675-679E-4FBF-BACB-CB5874DA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8" name="source-16x16-r9-c8">
            <a:extLst xmlns:a="http://schemas.openxmlformats.org/drawingml/2006/main">
              <a:ext uri="{FF2B5EF4-FFF2-40B4-BE49-F238E27FC236}">
                <a16:creationId xmlns:a16="http://schemas.microsoft.com/office/drawing/2014/main" id="{1C493FEB-0AF6-42E6-B065-9F19C645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49" name="source-16x16-r9-c9">
            <a:extLst xmlns:a="http://schemas.openxmlformats.org/drawingml/2006/main">
              <a:ext uri="{FF2B5EF4-FFF2-40B4-BE49-F238E27FC236}">
                <a16:creationId xmlns:a16="http://schemas.microsoft.com/office/drawing/2014/main" id="{407815AB-F3AE-4912-81EB-4C17B4D2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150" name="source-16x16-r9-c10">
            <a:extLst xmlns:a="http://schemas.openxmlformats.org/drawingml/2006/main">
              <a:ext uri="{FF2B5EF4-FFF2-40B4-BE49-F238E27FC236}">
                <a16:creationId xmlns:a16="http://schemas.microsoft.com/office/drawing/2014/main" id="{F655F02C-01C2-4BB3-A3AD-72DACD1A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1" name="source-16x16-r9-c11">
            <a:extLst xmlns:a="http://schemas.openxmlformats.org/drawingml/2006/main">
              <a:ext uri="{FF2B5EF4-FFF2-40B4-BE49-F238E27FC236}">
                <a16:creationId xmlns:a16="http://schemas.microsoft.com/office/drawing/2014/main" id="{896EDF2D-5CB7-4CBA-BDAE-9A611F3F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2" name="source-16x16-r9-c12">
            <a:extLst xmlns:a="http://schemas.openxmlformats.org/drawingml/2006/main">
              <a:ext uri="{FF2B5EF4-FFF2-40B4-BE49-F238E27FC236}">
                <a16:creationId xmlns:a16="http://schemas.microsoft.com/office/drawing/2014/main" id="{BBAEE76B-1EE2-4B65-860D-AF1D9740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3" name="source-16x16-r9-c13">
            <a:extLst xmlns:a="http://schemas.openxmlformats.org/drawingml/2006/main">
              <a:ext uri="{FF2B5EF4-FFF2-40B4-BE49-F238E27FC236}">
                <a16:creationId xmlns:a16="http://schemas.microsoft.com/office/drawing/2014/main" id="{C777F3E2-4E07-475D-9B6D-6E53A7C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4" name="source-16x16-r9-c14">
            <a:extLst xmlns:a="http://schemas.openxmlformats.org/drawingml/2006/main">
              <a:ext uri="{FF2B5EF4-FFF2-40B4-BE49-F238E27FC236}">
                <a16:creationId xmlns:a16="http://schemas.microsoft.com/office/drawing/2014/main" id="{C6A41652-EC7D-4E87-A7A2-9A4378D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5" name="source-16x16-r9-c15">
            <a:extLst xmlns:a="http://schemas.openxmlformats.org/drawingml/2006/main">
              <a:ext uri="{FF2B5EF4-FFF2-40B4-BE49-F238E27FC236}">
                <a16:creationId xmlns:a16="http://schemas.microsoft.com/office/drawing/2014/main" id="{94B358EF-DFAF-49B2-9D37-37B11C9F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6" name="source-16x16-r9-c16">
            <a:extLst xmlns:a="http://schemas.openxmlformats.org/drawingml/2006/main">
              <a:ext uri="{FF2B5EF4-FFF2-40B4-BE49-F238E27FC236}">
                <a16:creationId xmlns:a16="http://schemas.microsoft.com/office/drawing/2014/main" id="{611F1809-F3F2-4A27-A441-531DD6F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433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7" name="source-16x16-r10-c1">
            <a:extLst xmlns:a="http://schemas.openxmlformats.org/drawingml/2006/main">
              <a:ext uri="{FF2B5EF4-FFF2-40B4-BE49-F238E27FC236}">
                <a16:creationId xmlns:a16="http://schemas.microsoft.com/office/drawing/2014/main" id="{379F5B78-D74D-4F6D-87F2-0DE18EB9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8" name="source-16x16-r10-c2">
            <a:extLst xmlns:a="http://schemas.openxmlformats.org/drawingml/2006/main">
              <a:ext uri="{FF2B5EF4-FFF2-40B4-BE49-F238E27FC236}">
                <a16:creationId xmlns:a16="http://schemas.microsoft.com/office/drawing/2014/main" id="{2849FBE2-AC42-4F64-8803-8FAAC1D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59" name="source-16x16-r10-c3">
            <a:extLst xmlns:a="http://schemas.openxmlformats.org/drawingml/2006/main">
              <a:ext uri="{FF2B5EF4-FFF2-40B4-BE49-F238E27FC236}">
                <a16:creationId xmlns:a16="http://schemas.microsoft.com/office/drawing/2014/main" id="{2800A68B-220A-426A-A048-AC0F4472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0" name="source-16x16-r10-c4">
            <a:extLst xmlns:a="http://schemas.openxmlformats.org/drawingml/2006/main">
              <a:ext uri="{FF2B5EF4-FFF2-40B4-BE49-F238E27FC236}">
                <a16:creationId xmlns:a16="http://schemas.microsoft.com/office/drawing/2014/main" id="{9FACD826-656B-4FAC-AD2C-ACEC6B81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1" name="source-16x16-r10-c5">
            <a:extLst xmlns:a="http://schemas.openxmlformats.org/drawingml/2006/main">
              <a:ext uri="{FF2B5EF4-FFF2-40B4-BE49-F238E27FC236}">
                <a16:creationId xmlns:a16="http://schemas.microsoft.com/office/drawing/2014/main" id="{1AC8EBDC-9787-4858-A568-820F9BC6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2" name="source-16x16-r10-c6">
            <a:extLst xmlns:a="http://schemas.openxmlformats.org/drawingml/2006/main">
              <a:ext uri="{FF2B5EF4-FFF2-40B4-BE49-F238E27FC236}">
                <a16:creationId xmlns:a16="http://schemas.microsoft.com/office/drawing/2014/main" id="{86A45A55-0509-46D6-A3A3-CFF29449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3" name="source-16x16-r10-c7">
            <a:extLst xmlns:a="http://schemas.openxmlformats.org/drawingml/2006/main">
              <a:ext uri="{FF2B5EF4-FFF2-40B4-BE49-F238E27FC236}">
                <a16:creationId xmlns:a16="http://schemas.microsoft.com/office/drawing/2014/main" id="{1AF820CD-08C3-47E3-AD91-46FB891E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4" name="source-16x16-r10-c8">
            <a:extLst xmlns:a="http://schemas.openxmlformats.org/drawingml/2006/main">
              <a:ext uri="{FF2B5EF4-FFF2-40B4-BE49-F238E27FC236}">
                <a16:creationId xmlns:a16="http://schemas.microsoft.com/office/drawing/2014/main" id="{A09AB9B4-D828-4BC0-9849-E25497A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5" name="source-16x16-r10-c9">
            <a:extLst xmlns:a="http://schemas.openxmlformats.org/drawingml/2006/main">
              <a:ext uri="{FF2B5EF4-FFF2-40B4-BE49-F238E27FC236}">
                <a16:creationId xmlns:a16="http://schemas.microsoft.com/office/drawing/2014/main" id="{6D88A683-4647-4D6C-B544-D437BF23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6" name="source-16x16-r10-c10">
            <a:extLst xmlns:a="http://schemas.openxmlformats.org/drawingml/2006/main">
              <a:ext uri="{FF2B5EF4-FFF2-40B4-BE49-F238E27FC236}">
                <a16:creationId xmlns:a16="http://schemas.microsoft.com/office/drawing/2014/main" id="{82E75BFB-8AD0-4A92-8D96-DFE7AF4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167" name="source-16x16-r10-c11">
            <a:extLst xmlns:a="http://schemas.openxmlformats.org/drawingml/2006/main">
              <a:ext uri="{FF2B5EF4-FFF2-40B4-BE49-F238E27FC236}">
                <a16:creationId xmlns:a16="http://schemas.microsoft.com/office/drawing/2014/main" id="{FDC5E8BE-9441-45B6-90CB-868003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8" name="source-16x16-r10-c12">
            <a:extLst xmlns:a="http://schemas.openxmlformats.org/drawingml/2006/main">
              <a:ext uri="{FF2B5EF4-FFF2-40B4-BE49-F238E27FC236}">
                <a16:creationId xmlns:a16="http://schemas.microsoft.com/office/drawing/2014/main" id="{064DD4AE-8687-4505-8994-B42B0BA9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69" name="source-16x16-r10-c13">
            <a:extLst xmlns:a="http://schemas.openxmlformats.org/drawingml/2006/main">
              <a:ext uri="{FF2B5EF4-FFF2-40B4-BE49-F238E27FC236}">
                <a16:creationId xmlns:a16="http://schemas.microsoft.com/office/drawing/2014/main" id="{E7B9F646-0003-4859-A6D9-751D318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0" name="source-16x16-r10-c14">
            <a:extLst xmlns:a="http://schemas.openxmlformats.org/drawingml/2006/main">
              <a:ext uri="{FF2B5EF4-FFF2-40B4-BE49-F238E27FC236}">
                <a16:creationId xmlns:a16="http://schemas.microsoft.com/office/drawing/2014/main" id="{21404C08-0E7E-4374-B643-EC338F2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1" name="source-16x16-r10-c15">
            <a:extLst xmlns:a="http://schemas.openxmlformats.org/drawingml/2006/main">
              <a:ext uri="{FF2B5EF4-FFF2-40B4-BE49-F238E27FC236}">
                <a16:creationId xmlns:a16="http://schemas.microsoft.com/office/drawing/2014/main" id="{EA8AB56A-19D1-4626-A2B0-326314F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2" name="source-16x16-r10-c16">
            <a:extLst xmlns:a="http://schemas.openxmlformats.org/drawingml/2006/main">
              <a:ext uri="{FF2B5EF4-FFF2-40B4-BE49-F238E27FC236}">
                <a16:creationId xmlns:a16="http://schemas.microsoft.com/office/drawing/2014/main" id="{0CF5CEB2-6E7C-42E1-B3D1-41E0B723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766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3" name="source-16x16-r11-c1">
            <a:extLst xmlns:a="http://schemas.openxmlformats.org/drawingml/2006/main">
              <a:ext uri="{FF2B5EF4-FFF2-40B4-BE49-F238E27FC236}">
                <a16:creationId xmlns:a16="http://schemas.microsoft.com/office/drawing/2014/main" id="{C8CC8758-6F5E-4C24-8F9E-421FE6E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4" name="source-16x16-r11-c2">
            <a:extLst xmlns:a="http://schemas.openxmlformats.org/drawingml/2006/main">
              <a:ext uri="{FF2B5EF4-FFF2-40B4-BE49-F238E27FC236}">
                <a16:creationId xmlns:a16="http://schemas.microsoft.com/office/drawing/2014/main" id="{D7428BBA-3B52-4078-8727-7BFAE1F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5" name="source-16x16-r11-c3">
            <a:extLst xmlns:a="http://schemas.openxmlformats.org/drawingml/2006/main">
              <a:ext uri="{FF2B5EF4-FFF2-40B4-BE49-F238E27FC236}">
                <a16:creationId xmlns:a16="http://schemas.microsoft.com/office/drawing/2014/main" id="{510E2ECB-4E43-47A3-A23D-A0232E6B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6" name="source-16x16-r11-c4">
            <a:extLst xmlns:a="http://schemas.openxmlformats.org/drawingml/2006/main">
              <a:ext uri="{FF2B5EF4-FFF2-40B4-BE49-F238E27FC236}">
                <a16:creationId xmlns:a16="http://schemas.microsoft.com/office/drawing/2014/main" id="{57141AD5-EEF4-4877-BD5D-56F19FCA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7" name="source-16x16-r11-c5">
            <a:extLst xmlns:a="http://schemas.openxmlformats.org/drawingml/2006/main">
              <a:ext uri="{FF2B5EF4-FFF2-40B4-BE49-F238E27FC236}">
                <a16:creationId xmlns:a16="http://schemas.microsoft.com/office/drawing/2014/main" id="{AD07EAB2-4F51-4F67-B260-98246711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8" name="source-16x16-r11-c6">
            <a:extLst xmlns:a="http://schemas.openxmlformats.org/drawingml/2006/main">
              <a:ext uri="{FF2B5EF4-FFF2-40B4-BE49-F238E27FC236}">
                <a16:creationId xmlns:a16="http://schemas.microsoft.com/office/drawing/2014/main" id="{DFE3BDAC-218D-47DE-BED9-3B7E1E03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79" name="source-16x16-r11-c7">
            <a:extLst xmlns:a="http://schemas.openxmlformats.org/drawingml/2006/main">
              <a:ext uri="{FF2B5EF4-FFF2-40B4-BE49-F238E27FC236}">
                <a16:creationId xmlns:a16="http://schemas.microsoft.com/office/drawing/2014/main" id="{7E5ADFEB-D339-4CA0-A817-240DB8D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0" name="source-16x16-r11-c8">
            <a:extLst xmlns:a="http://schemas.openxmlformats.org/drawingml/2006/main">
              <a:ext uri="{FF2B5EF4-FFF2-40B4-BE49-F238E27FC236}">
                <a16:creationId xmlns:a16="http://schemas.microsoft.com/office/drawing/2014/main" id="{830AB0F8-BF54-42CC-961F-6DEC5680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1" name="source-16x16-r11-c9">
            <a:extLst xmlns:a="http://schemas.openxmlformats.org/drawingml/2006/main">
              <a:ext uri="{FF2B5EF4-FFF2-40B4-BE49-F238E27FC236}">
                <a16:creationId xmlns:a16="http://schemas.microsoft.com/office/drawing/2014/main" id="{E98782A2-0D9B-45BD-A146-C5680229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2" name="source-16x16-r11-c10">
            <a:extLst xmlns:a="http://schemas.openxmlformats.org/drawingml/2006/main">
              <a:ext uri="{FF2B5EF4-FFF2-40B4-BE49-F238E27FC236}">
                <a16:creationId xmlns:a16="http://schemas.microsoft.com/office/drawing/2014/main" id="{4DA76579-6C11-40CE-951C-E5C7494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3" name="source-16x16-r11-c11">
            <a:extLst xmlns:a="http://schemas.openxmlformats.org/drawingml/2006/main">
              <a:ext uri="{FF2B5EF4-FFF2-40B4-BE49-F238E27FC236}">
                <a16:creationId xmlns:a16="http://schemas.microsoft.com/office/drawing/2014/main" id="{F6B8AEB7-D218-486A-B6AC-B1A0A6E9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184" name="source-16x16-r11-c12">
            <a:extLst xmlns:a="http://schemas.openxmlformats.org/drawingml/2006/main">
              <a:ext uri="{FF2B5EF4-FFF2-40B4-BE49-F238E27FC236}">
                <a16:creationId xmlns:a16="http://schemas.microsoft.com/office/drawing/2014/main" id="{0D1ECCDD-42B3-4CE3-9C78-7CA14A44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5" name="source-16x16-r11-c13">
            <a:extLst xmlns:a="http://schemas.openxmlformats.org/drawingml/2006/main">
              <a:ext uri="{FF2B5EF4-FFF2-40B4-BE49-F238E27FC236}">
                <a16:creationId xmlns:a16="http://schemas.microsoft.com/office/drawing/2014/main" id="{537B9556-E143-4C2C-AD55-419B1C42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6" name="source-16x16-r11-c14">
            <a:extLst xmlns:a="http://schemas.openxmlformats.org/drawingml/2006/main">
              <a:ext uri="{FF2B5EF4-FFF2-40B4-BE49-F238E27FC236}">
                <a16:creationId xmlns:a16="http://schemas.microsoft.com/office/drawing/2014/main" id="{42D7BFB4-8C35-4DDE-82D3-46631E53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7" name="source-16x16-r11-c15">
            <a:extLst xmlns:a="http://schemas.openxmlformats.org/drawingml/2006/main">
              <a:ext uri="{FF2B5EF4-FFF2-40B4-BE49-F238E27FC236}">
                <a16:creationId xmlns:a16="http://schemas.microsoft.com/office/drawing/2014/main" id="{1ADD6340-5A75-45A3-90FF-93794E40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8" name="source-16x16-r11-c16">
            <a:extLst xmlns:a="http://schemas.openxmlformats.org/drawingml/2006/main">
              <a:ext uri="{FF2B5EF4-FFF2-40B4-BE49-F238E27FC236}">
                <a16:creationId xmlns:a16="http://schemas.microsoft.com/office/drawing/2014/main" id="{7B4DDD4E-621B-4DA8-9EFB-A10FC7D1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100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89" name="source-16x16-r12-c1">
            <a:extLst xmlns:a="http://schemas.openxmlformats.org/drawingml/2006/main">
              <a:ext uri="{FF2B5EF4-FFF2-40B4-BE49-F238E27FC236}">
                <a16:creationId xmlns:a16="http://schemas.microsoft.com/office/drawing/2014/main" id="{46C6605A-6FE3-4629-82A3-41A3119E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0" name="source-16x16-r12-c2">
            <a:extLst xmlns:a="http://schemas.openxmlformats.org/drawingml/2006/main">
              <a:ext uri="{FF2B5EF4-FFF2-40B4-BE49-F238E27FC236}">
                <a16:creationId xmlns:a16="http://schemas.microsoft.com/office/drawing/2014/main" id="{94ACBA6D-22AA-4F00-ADB5-ED7D59DE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1" name="source-16x16-r12-c3">
            <a:extLst xmlns:a="http://schemas.openxmlformats.org/drawingml/2006/main">
              <a:ext uri="{FF2B5EF4-FFF2-40B4-BE49-F238E27FC236}">
                <a16:creationId xmlns:a16="http://schemas.microsoft.com/office/drawing/2014/main" id="{C1103E68-933C-4B2F-870A-05049F21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2" name="source-16x16-r12-c4">
            <a:extLst xmlns:a="http://schemas.openxmlformats.org/drawingml/2006/main">
              <a:ext uri="{FF2B5EF4-FFF2-40B4-BE49-F238E27FC236}">
                <a16:creationId xmlns:a16="http://schemas.microsoft.com/office/drawing/2014/main" id="{8AB49121-62EF-4C6E-B1F0-050ACF49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3" name="source-16x16-r12-c5">
            <a:extLst xmlns:a="http://schemas.openxmlformats.org/drawingml/2006/main">
              <a:ext uri="{FF2B5EF4-FFF2-40B4-BE49-F238E27FC236}">
                <a16:creationId xmlns:a16="http://schemas.microsoft.com/office/drawing/2014/main" id="{902C3CAE-006E-42C6-9577-C0C6CBB5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4" name="source-16x16-r12-c6">
            <a:extLst xmlns:a="http://schemas.openxmlformats.org/drawingml/2006/main">
              <a:ext uri="{FF2B5EF4-FFF2-40B4-BE49-F238E27FC236}">
                <a16:creationId xmlns:a16="http://schemas.microsoft.com/office/drawing/2014/main" id="{E97577FE-F0B3-4631-98E9-AD697EED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5" name="source-16x16-r12-c7">
            <a:extLst xmlns:a="http://schemas.openxmlformats.org/drawingml/2006/main">
              <a:ext uri="{FF2B5EF4-FFF2-40B4-BE49-F238E27FC236}">
                <a16:creationId xmlns:a16="http://schemas.microsoft.com/office/drawing/2014/main" id="{3589B5BA-4040-44F1-9692-E1D29AD9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6" name="source-16x16-r12-c8">
            <a:extLst xmlns:a="http://schemas.openxmlformats.org/drawingml/2006/main">
              <a:ext uri="{FF2B5EF4-FFF2-40B4-BE49-F238E27FC236}">
                <a16:creationId xmlns:a16="http://schemas.microsoft.com/office/drawing/2014/main" id="{8167522A-418C-401C-B595-58128C50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7" name="source-16x16-r12-c9">
            <a:extLst xmlns:a="http://schemas.openxmlformats.org/drawingml/2006/main">
              <a:ext uri="{FF2B5EF4-FFF2-40B4-BE49-F238E27FC236}">
                <a16:creationId xmlns:a16="http://schemas.microsoft.com/office/drawing/2014/main" id="{451ACF1A-3000-4010-87F7-BE2F010A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8" name="source-16x16-r12-c10">
            <a:extLst xmlns:a="http://schemas.openxmlformats.org/drawingml/2006/main">
              <a:ext uri="{FF2B5EF4-FFF2-40B4-BE49-F238E27FC236}">
                <a16:creationId xmlns:a16="http://schemas.microsoft.com/office/drawing/2014/main" id="{DED3A291-CBCB-4528-A344-38EC3A84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199" name="source-16x16-r12-c11">
            <a:extLst xmlns:a="http://schemas.openxmlformats.org/drawingml/2006/main">
              <a:ext uri="{FF2B5EF4-FFF2-40B4-BE49-F238E27FC236}">
                <a16:creationId xmlns:a16="http://schemas.microsoft.com/office/drawing/2014/main" id="{52BBAF6F-D50F-4F85-A419-1FDBD7FF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0" name="source-16x16-r12-c12">
            <a:extLst xmlns:a="http://schemas.openxmlformats.org/drawingml/2006/main">
              <a:ext uri="{FF2B5EF4-FFF2-40B4-BE49-F238E27FC236}">
                <a16:creationId xmlns:a16="http://schemas.microsoft.com/office/drawing/2014/main" id="{B544EA10-5A1B-4710-839D-9FBCFCB9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01" name="source-16x16-r12-c13">
            <a:extLst xmlns:a="http://schemas.openxmlformats.org/drawingml/2006/main">
              <a:ext uri="{FF2B5EF4-FFF2-40B4-BE49-F238E27FC236}">
                <a16:creationId xmlns:a16="http://schemas.microsoft.com/office/drawing/2014/main" id="{9496C750-3357-473C-BCD5-8D0F5405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2" name="source-16x16-r12-c14">
            <a:extLst xmlns:a="http://schemas.openxmlformats.org/drawingml/2006/main">
              <a:ext uri="{FF2B5EF4-FFF2-40B4-BE49-F238E27FC236}">
                <a16:creationId xmlns:a16="http://schemas.microsoft.com/office/drawing/2014/main" id="{87D62E99-4F19-4408-98BD-570DCB38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3" name="source-16x16-r12-c15">
            <a:extLst xmlns:a="http://schemas.openxmlformats.org/drawingml/2006/main">
              <a:ext uri="{FF2B5EF4-FFF2-40B4-BE49-F238E27FC236}">
                <a16:creationId xmlns:a16="http://schemas.microsoft.com/office/drawing/2014/main" id="{0A401A13-3144-45C1-B839-B762937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4" name="source-16x16-r12-c16">
            <a:extLst xmlns:a="http://schemas.openxmlformats.org/drawingml/2006/main">
              <a:ext uri="{FF2B5EF4-FFF2-40B4-BE49-F238E27FC236}">
                <a16:creationId xmlns:a16="http://schemas.microsoft.com/office/drawing/2014/main" id="{EDD56474-54B0-40EA-AF65-52E9E8E9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433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5" name="source-16x16-r13-c1">
            <a:extLst xmlns:a="http://schemas.openxmlformats.org/drawingml/2006/main">
              <a:ext uri="{FF2B5EF4-FFF2-40B4-BE49-F238E27FC236}">
                <a16:creationId xmlns:a16="http://schemas.microsoft.com/office/drawing/2014/main" id="{2D063C83-7D34-480A-AA76-C19D5569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6" name="source-16x16-r13-c2">
            <a:extLst xmlns:a="http://schemas.openxmlformats.org/drawingml/2006/main">
              <a:ext uri="{FF2B5EF4-FFF2-40B4-BE49-F238E27FC236}">
                <a16:creationId xmlns:a16="http://schemas.microsoft.com/office/drawing/2014/main" id="{94A82ACE-E42E-403E-B954-4E00CFC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7" name="source-16x16-r13-c3">
            <a:extLst xmlns:a="http://schemas.openxmlformats.org/drawingml/2006/main">
              <a:ext uri="{FF2B5EF4-FFF2-40B4-BE49-F238E27FC236}">
                <a16:creationId xmlns:a16="http://schemas.microsoft.com/office/drawing/2014/main" id="{F0E55B4E-97FA-497F-B748-E2A6A0D7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8" name="source-16x16-r13-c4">
            <a:extLst xmlns:a="http://schemas.openxmlformats.org/drawingml/2006/main">
              <a:ext uri="{FF2B5EF4-FFF2-40B4-BE49-F238E27FC236}">
                <a16:creationId xmlns:a16="http://schemas.microsoft.com/office/drawing/2014/main" id="{22F64DBB-3EDF-42E4-95C5-4F8F11E3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09" name="source-16x16-r13-c5">
            <a:extLst xmlns:a="http://schemas.openxmlformats.org/drawingml/2006/main">
              <a:ext uri="{FF2B5EF4-FFF2-40B4-BE49-F238E27FC236}">
                <a16:creationId xmlns:a16="http://schemas.microsoft.com/office/drawing/2014/main" id="{D3964B43-BFE6-4D9A-A393-24F9BCD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0" name="source-16x16-r13-c6">
            <a:extLst xmlns:a="http://schemas.openxmlformats.org/drawingml/2006/main">
              <a:ext uri="{FF2B5EF4-FFF2-40B4-BE49-F238E27FC236}">
                <a16:creationId xmlns:a16="http://schemas.microsoft.com/office/drawing/2014/main" id="{CA354B57-A003-4BFA-B211-6875E9E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1" name="source-16x16-r13-c7">
            <a:extLst xmlns:a="http://schemas.openxmlformats.org/drawingml/2006/main">
              <a:ext uri="{FF2B5EF4-FFF2-40B4-BE49-F238E27FC236}">
                <a16:creationId xmlns:a16="http://schemas.microsoft.com/office/drawing/2014/main" id="{F971AA20-61EB-4788-AF75-19B0DEB3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2" name="source-16x16-r13-c8">
            <a:extLst xmlns:a="http://schemas.openxmlformats.org/drawingml/2006/main">
              <a:ext uri="{FF2B5EF4-FFF2-40B4-BE49-F238E27FC236}">
                <a16:creationId xmlns:a16="http://schemas.microsoft.com/office/drawing/2014/main" id="{F20C580C-B6A8-428A-A40D-4D5E440C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3" name="source-16x16-r13-c9">
            <a:extLst xmlns:a="http://schemas.openxmlformats.org/drawingml/2006/main">
              <a:ext uri="{FF2B5EF4-FFF2-40B4-BE49-F238E27FC236}">
                <a16:creationId xmlns:a16="http://schemas.microsoft.com/office/drawing/2014/main" id="{A47D995A-24CB-48D2-A929-45720D3A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4" name="source-16x16-r13-c10">
            <a:extLst xmlns:a="http://schemas.openxmlformats.org/drawingml/2006/main">
              <a:ext uri="{FF2B5EF4-FFF2-40B4-BE49-F238E27FC236}">
                <a16:creationId xmlns:a16="http://schemas.microsoft.com/office/drawing/2014/main" id="{48296A93-0927-4FD7-96EB-0ED710F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5" name="source-16x16-r13-c11">
            <a:extLst xmlns:a="http://schemas.openxmlformats.org/drawingml/2006/main">
              <a:ext uri="{FF2B5EF4-FFF2-40B4-BE49-F238E27FC236}">
                <a16:creationId xmlns:a16="http://schemas.microsoft.com/office/drawing/2014/main" id="{5EE97419-49D4-43B4-B544-E6BF3F98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6" name="source-16x16-r13-c12">
            <a:extLst xmlns:a="http://schemas.openxmlformats.org/drawingml/2006/main">
              <a:ext uri="{FF2B5EF4-FFF2-40B4-BE49-F238E27FC236}">
                <a16:creationId xmlns:a16="http://schemas.microsoft.com/office/drawing/2014/main" id="{AEDB3BB3-3CC3-4948-AA9C-8956622B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7" name="source-16x16-r13-c13">
            <a:extLst xmlns:a="http://schemas.openxmlformats.org/drawingml/2006/main">
              <a:ext uri="{FF2B5EF4-FFF2-40B4-BE49-F238E27FC236}">
                <a16:creationId xmlns:a16="http://schemas.microsoft.com/office/drawing/2014/main" id="{41E502B4-DE84-4902-AFEE-A6CA1381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18" name="source-16x16-r13-c14">
            <a:extLst xmlns:a="http://schemas.openxmlformats.org/drawingml/2006/main">
              <a:ext uri="{FF2B5EF4-FFF2-40B4-BE49-F238E27FC236}">
                <a16:creationId xmlns:a16="http://schemas.microsoft.com/office/drawing/2014/main" id="{8C807BF8-7060-4C0B-8669-BE102698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19" name="source-16x16-r13-c15">
            <a:extLst xmlns:a="http://schemas.openxmlformats.org/drawingml/2006/main">
              <a:ext uri="{FF2B5EF4-FFF2-40B4-BE49-F238E27FC236}">
                <a16:creationId xmlns:a16="http://schemas.microsoft.com/office/drawing/2014/main" id="{C09A9B4D-4F13-4D1E-8234-D7FCB2C0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0" name="source-16x16-r13-c16">
            <a:extLst xmlns:a="http://schemas.openxmlformats.org/drawingml/2006/main">
              <a:ext uri="{FF2B5EF4-FFF2-40B4-BE49-F238E27FC236}">
                <a16:creationId xmlns:a16="http://schemas.microsoft.com/office/drawing/2014/main" id="{5449568E-1498-4A4D-B06D-4C5D323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767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1" name="source-16x16-r14-c1">
            <a:extLst xmlns:a="http://schemas.openxmlformats.org/drawingml/2006/main">
              <a:ext uri="{FF2B5EF4-FFF2-40B4-BE49-F238E27FC236}">
                <a16:creationId xmlns:a16="http://schemas.microsoft.com/office/drawing/2014/main" id="{9F6D5298-845B-4BEB-96E0-D5CA189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2" name="source-16x16-r14-c2">
            <a:extLst xmlns:a="http://schemas.openxmlformats.org/drawingml/2006/main">
              <a:ext uri="{FF2B5EF4-FFF2-40B4-BE49-F238E27FC236}">
                <a16:creationId xmlns:a16="http://schemas.microsoft.com/office/drawing/2014/main" id="{DDEB96D6-540C-4150-9BAE-3F1E604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3" name="source-16x16-r14-c3">
            <a:extLst xmlns:a="http://schemas.openxmlformats.org/drawingml/2006/main">
              <a:ext uri="{FF2B5EF4-FFF2-40B4-BE49-F238E27FC236}">
                <a16:creationId xmlns:a16="http://schemas.microsoft.com/office/drawing/2014/main" id="{616A7576-F0EE-4AE3-A4CA-2BCD8252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4" name="source-16x16-r14-c4">
            <a:extLst xmlns:a="http://schemas.openxmlformats.org/drawingml/2006/main">
              <a:ext uri="{FF2B5EF4-FFF2-40B4-BE49-F238E27FC236}">
                <a16:creationId xmlns:a16="http://schemas.microsoft.com/office/drawing/2014/main" id="{18DC6D43-98FB-4EEB-BAC9-CC2B425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5" name="source-16x16-r14-c5">
            <a:extLst xmlns:a="http://schemas.openxmlformats.org/drawingml/2006/main">
              <a:ext uri="{FF2B5EF4-FFF2-40B4-BE49-F238E27FC236}">
                <a16:creationId xmlns:a16="http://schemas.microsoft.com/office/drawing/2014/main" id="{33931454-C5EF-4915-8795-F30F48F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6" name="source-16x16-r14-c6">
            <a:extLst xmlns:a="http://schemas.openxmlformats.org/drawingml/2006/main">
              <a:ext uri="{FF2B5EF4-FFF2-40B4-BE49-F238E27FC236}">
                <a16:creationId xmlns:a16="http://schemas.microsoft.com/office/drawing/2014/main" id="{29F2356A-2C95-4759-8BC6-876F881A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7" name="source-16x16-r14-c7">
            <a:extLst xmlns:a="http://schemas.openxmlformats.org/drawingml/2006/main">
              <a:ext uri="{FF2B5EF4-FFF2-40B4-BE49-F238E27FC236}">
                <a16:creationId xmlns:a16="http://schemas.microsoft.com/office/drawing/2014/main" id="{A538528F-4BE6-49F4-AE1B-B5C0564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8" name="source-16x16-r14-c8">
            <a:extLst xmlns:a="http://schemas.openxmlformats.org/drawingml/2006/main">
              <a:ext uri="{FF2B5EF4-FFF2-40B4-BE49-F238E27FC236}">
                <a16:creationId xmlns:a16="http://schemas.microsoft.com/office/drawing/2014/main" id="{30F8296C-B604-4984-A45B-ECDE1C75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29" name="source-16x16-r14-c9">
            <a:extLst xmlns:a="http://schemas.openxmlformats.org/drawingml/2006/main">
              <a:ext uri="{FF2B5EF4-FFF2-40B4-BE49-F238E27FC236}">
                <a16:creationId xmlns:a16="http://schemas.microsoft.com/office/drawing/2014/main" id="{68C2320E-0F65-4457-8A46-4FCA597D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0" name="source-16x16-r14-c10">
            <a:extLst xmlns:a="http://schemas.openxmlformats.org/drawingml/2006/main">
              <a:ext uri="{FF2B5EF4-FFF2-40B4-BE49-F238E27FC236}">
                <a16:creationId xmlns:a16="http://schemas.microsoft.com/office/drawing/2014/main" id="{586BF190-937D-4A21-A392-0344FF6F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1" name="source-16x16-r14-c11">
            <a:extLst xmlns:a="http://schemas.openxmlformats.org/drawingml/2006/main">
              <a:ext uri="{FF2B5EF4-FFF2-40B4-BE49-F238E27FC236}">
                <a16:creationId xmlns:a16="http://schemas.microsoft.com/office/drawing/2014/main" id="{46F2BF1A-2BCC-42A4-9B64-F3336E94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2" name="source-16x16-r14-c12">
            <a:extLst xmlns:a="http://schemas.openxmlformats.org/drawingml/2006/main">
              <a:ext uri="{FF2B5EF4-FFF2-40B4-BE49-F238E27FC236}">
                <a16:creationId xmlns:a16="http://schemas.microsoft.com/office/drawing/2014/main" id="{AC0AFEB1-64A0-43BC-AA40-584C44D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3" name="source-16x16-r14-c13">
            <a:extLst xmlns:a="http://schemas.openxmlformats.org/drawingml/2006/main">
              <a:ext uri="{FF2B5EF4-FFF2-40B4-BE49-F238E27FC236}">
                <a16:creationId xmlns:a16="http://schemas.microsoft.com/office/drawing/2014/main" id="{92EAC11B-57E1-40D5-88AC-511C5658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4" name="source-16x16-r14-c14">
            <a:extLst xmlns:a="http://schemas.openxmlformats.org/drawingml/2006/main">
              <a:ext uri="{FF2B5EF4-FFF2-40B4-BE49-F238E27FC236}">
                <a16:creationId xmlns:a16="http://schemas.microsoft.com/office/drawing/2014/main" id="{C98D6EB3-8740-4B73-896B-0F9B3140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35" name="source-16x16-r14-c15">
            <a:extLst xmlns:a="http://schemas.openxmlformats.org/drawingml/2006/main">
              <a:ext uri="{FF2B5EF4-FFF2-40B4-BE49-F238E27FC236}">
                <a16:creationId xmlns:a16="http://schemas.microsoft.com/office/drawing/2014/main" id="{0AB5BB9F-73F5-45C8-A583-3F0781BD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6" name="source-16x16-r14-c16">
            <a:extLst xmlns:a="http://schemas.openxmlformats.org/drawingml/2006/main">
              <a:ext uri="{FF2B5EF4-FFF2-40B4-BE49-F238E27FC236}">
                <a16:creationId xmlns:a16="http://schemas.microsoft.com/office/drawing/2014/main" id="{14C80E24-33FD-4C61-B689-C60146B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100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7" name="source-16x16-r15-c1">
            <a:extLst xmlns:a="http://schemas.openxmlformats.org/drawingml/2006/main">
              <a:ext uri="{FF2B5EF4-FFF2-40B4-BE49-F238E27FC236}">
                <a16:creationId xmlns:a16="http://schemas.microsoft.com/office/drawing/2014/main" id="{F9C7940E-DB4A-488C-9187-F6D0B936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8" name="source-16x16-r15-c2">
            <a:extLst xmlns:a="http://schemas.openxmlformats.org/drawingml/2006/main">
              <a:ext uri="{FF2B5EF4-FFF2-40B4-BE49-F238E27FC236}">
                <a16:creationId xmlns:a16="http://schemas.microsoft.com/office/drawing/2014/main" id="{55913468-BF83-4AD9-9BCA-854322AE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39" name="source-16x16-r15-c3">
            <a:extLst xmlns:a="http://schemas.openxmlformats.org/drawingml/2006/main">
              <a:ext uri="{FF2B5EF4-FFF2-40B4-BE49-F238E27FC236}">
                <a16:creationId xmlns:a16="http://schemas.microsoft.com/office/drawing/2014/main" id="{A173932B-37C0-49A0-90F1-9EC6CC4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0" name="source-16x16-r15-c4">
            <a:extLst xmlns:a="http://schemas.openxmlformats.org/drawingml/2006/main">
              <a:ext uri="{FF2B5EF4-FFF2-40B4-BE49-F238E27FC236}">
                <a16:creationId xmlns:a16="http://schemas.microsoft.com/office/drawing/2014/main" id="{3E4B0928-E3B9-4A18-BF4D-E26CDD8B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1" name="source-16x16-r15-c5">
            <a:extLst xmlns:a="http://schemas.openxmlformats.org/drawingml/2006/main">
              <a:ext uri="{FF2B5EF4-FFF2-40B4-BE49-F238E27FC236}">
                <a16:creationId xmlns:a16="http://schemas.microsoft.com/office/drawing/2014/main" id="{0C27C214-25C0-4B38-89EB-38D8D76D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2" name="source-16x16-r15-c6">
            <a:extLst xmlns:a="http://schemas.openxmlformats.org/drawingml/2006/main">
              <a:ext uri="{FF2B5EF4-FFF2-40B4-BE49-F238E27FC236}">
                <a16:creationId xmlns:a16="http://schemas.microsoft.com/office/drawing/2014/main" id="{7876AA14-EB63-4539-8DEC-8A65064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3" name="source-16x16-r15-c7">
            <a:extLst xmlns:a="http://schemas.openxmlformats.org/drawingml/2006/main">
              <a:ext uri="{FF2B5EF4-FFF2-40B4-BE49-F238E27FC236}">
                <a16:creationId xmlns:a16="http://schemas.microsoft.com/office/drawing/2014/main" id="{BD58AE77-AB23-4F5A-8CCF-8B49A09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4" name="source-16x16-r15-c8">
            <a:extLst xmlns:a="http://schemas.openxmlformats.org/drawingml/2006/main">
              <a:ext uri="{FF2B5EF4-FFF2-40B4-BE49-F238E27FC236}">
                <a16:creationId xmlns:a16="http://schemas.microsoft.com/office/drawing/2014/main" id="{B10B34F8-CA2C-40CF-9969-0280CD4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5" name="source-16x16-r15-c9">
            <a:extLst xmlns:a="http://schemas.openxmlformats.org/drawingml/2006/main">
              <a:ext uri="{FF2B5EF4-FFF2-40B4-BE49-F238E27FC236}">
                <a16:creationId xmlns:a16="http://schemas.microsoft.com/office/drawing/2014/main" id="{7EE4576F-7175-4DB3-AB55-2833D144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6" name="source-16x16-r15-c10">
            <a:extLst xmlns:a="http://schemas.openxmlformats.org/drawingml/2006/main">
              <a:ext uri="{FF2B5EF4-FFF2-40B4-BE49-F238E27FC236}">
                <a16:creationId xmlns:a16="http://schemas.microsoft.com/office/drawing/2014/main" id="{2EDBE34F-F3F7-48F4-B224-48FA23B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7" name="source-16x16-r15-c11">
            <a:extLst xmlns:a="http://schemas.openxmlformats.org/drawingml/2006/main">
              <a:ext uri="{FF2B5EF4-FFF2-40B4-BE49-F238E27FC236}">
                <a16:creationId xmlns:a16="http://schemas.microsoft.com/office/drawing/2014/main" id="{47C463FA-AC3E-49F5-B7CE-C60FCDE6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8" name="source-16x16-r15-c12">
            <a:extLst xmlns:a="http://schemas.openxmlformats.org/drawingml/2006/main">
              <a:ext uri="{FF2B5EF4-FFF2-40B4-BE49-F238E27FC236}">
                <a16:creationId xmlns:a16="http://schemas.microsoft.com/office/drawing/2014/main" id="{4F46A15F-C0A3-45DB-AA77-F9171565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49" name="source-16x16-r15-c13">
            <a:extLst xmlns:a="http://schemas.openxmlformats.org/drawingml/2006/main">
              <a:ext uri="{FF2B5EF4-FFF2-40B4-BE49-F238E27FC236}">
                <a16:creationId xmlns:a16="http://schemas.microsoft.com/office/drawing/2014/main" id="{BE5A1E6F-7A35-46E9-B160-19A6B423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0" name="source-16x16-r15-c14">
            <a:extLst xmlns:a="http://schemas.openxmlformats.org/drawingml/2006/main">
              <a:ext uri="{FF2B5EF4-FFF2-40B4-BE49-F238E27FC236}">
                <a16:creationId xmlns:a16="http://schemas.microsoft.com/office/drawing/2014/main" id="{14CC1D0B-E51B-46E6-AC9D-A9019B2E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1" name="source-16x16-r15-c15">
            <a:extLst xmlns:a="http://schemas.openxmlformats.org/drawingml/2006/main">
              <a:ext uri="{FF2B5EF4-FFF2-40B4-BE49-F238E27FC236}">
                <a16:creationId xmlns:a16="http://schemas.microsoft.com/office/drawing/2014/main" id="{73535A66-6FDB-400F-AC56-A9DC2C82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52" name="source-16x16-r15-c16">
            <a:extLst xmlns:a="http://schemas.openxmlformats.org/drawingml/2006/main">
              <a:ext uri="{FF2B5EF4-FFF2-40B4-BE49-F238E27FC236}">
                <a16:creationId xmlns:a16="http://schemas.microsoft.com/office/drawing/2014/main" id="{14E344C3-D71F-43C1-A932-DB181D4D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4340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3" name="source-16x16-r16-c1">
            <a:extLst xmlns:a="http://schemas.openxmlformats.org/drawingml/2006/main">
              <a:ext uri="{FF2B5EF4-FFF2-40B4-BE49-F238E27FC236}">
                <a16:creationId xmlns:a16="http://schemas.microsoft.com/office/drawing/2014/main" id="{3F3E72D7-D92E-4B60-BAAC-76FD7DAA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4" name="source-16x16-r16-c2">
            <a:extLst xmlns:a="http://schemas.openxmlformats.org/drawingml/2006/main">
              <a:ext uri="{FF2B5EF4-FFF2-40B4-BE49-F238E27FC236}">
                <a16:creationId xmlns:a16="http://schemas.microsoft.com/office/drawing/2014/main" id="{905F8329-F8F0-40A3-A943-2B191B8B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5" name="source-16x16-r16-c3">
            <a:extLst xmlns:a="http://schemas.openxmlformats.org/drawingml/2006/main">
              <a:ext uri="{FF2B5EF4-FFF2-40B4-BE49-F238E27FC236}">
                <a16:creationId xmlns:a16="http://schemas.microsoft.com/office/drawing/2014/main" id="{78A0D09B-CC03-44AF-9902-08C1D7E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6" name="source-16x16-r16-c4">
            <a:extLst xmlns:a="http://schemas.openxmlformats.org/drawingml/2006/main">
              <a:ext uri="{FF2B5EF4-FFF2-40B4-BE49-F238E27FC236}">
                <a16:creationId xmlns:a16="http://schemas.microsoft.com/office/drawing/2014/main" id="{CCBD622B-7296-4F60-98BC-4752E838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7" name="source-16x16-r16-c5">
            <a:extLst xmlns:a="http://schemas.openxmlformats.org/drawingml/2006/main">
              <a:ext uri="{FF2B5EF4-FFF2-40B4-BE49-F238E27FC236}">
                <a16:creationId xmlns:a16="http://schemas.microsoft.com/office/drawing/2014/main" id="{0779910E-6063-4871-B2B9-1CD4C0F4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8" name="source-16x16-r16-c6">
            <a:extLst xmlns:a="http://schemas.openxmlformats.org/drawingml/2006/main">
              <a:ext uri="{FF2B5EF4-FFF2-40B4-BE49-F238E27FC236}">
                <a16:creationId xmlns:a16="http://schemas.microsoft.com/office/drawing/2014/main" id="{DF6E72F2-77C0-42E0-A53A-0B848EF8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59" name="source-16x16-r16-c7">
            <a:extLst xmlns:a="http://schemas.openxmlformats.org/drawingml/2006/main">
              <a:ext uri="{FF2B5EF4-FFF2-40B4-BE49-F238E27FC236}">
                <a16:creationId xmlns:a16="http://schemas.microsoft.com/office/drawing/2014/main" id="{EB7FDC00-322D-4490-8F74-43F6E904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0" name="source-16x16-r16-c8">
            <a:extLst xmlns:a="http://schemas.openxmlformats.org/drawingml/2006/main">
              <a:ext uri="{FF2B5EF4-FFF2-40B4-BE49-F238E27FC236}">
                <a16:creationId xmlns:a16="http://schemas.microsoft.com/office/drawing/2014/main" id="{986A35B6-815A-4932-88F7-19DAB48E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1" name="source-16x16-r16-c9">
            <a:extLst xmlns:a="http://schemas.openxmlformats.org/drawingml/2006/main">
              <a:ext uri="{FF2B5EF4-FFF2-40B4-BE49-F238E27FC236}">
                <a16:creationId xmlns:a16="http://schemas.microsoft.com/office/drawing/2014/main" id="{C29BCF2F-8A43-49FB-811B-6CBA9202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2" name="source-16x16-r16-c10">
            <a:extLst xmlns:a="http://schemas.openxmlformats.org/drawingml/2006/main">
              <a:ext uri="{FF2B5EF4-FFF2-40B4-BE49-F238E27FC236}">
                <a16:creationId xmlns:a16="http://schemas.microsoft.com/office/drawing/2014/main" id="{ABF8AB79-CE50-4A09-AEB1-89FAE8F5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3" name="source-16x16-r16-c11">
            <a:extLst xmlns:a="http://schemas.openxmlformats.org/drawingml/2006/main">
              <a:ext uri="{FF2B5EF4-FFF2-40B4-BE49-F238E27FC236}">
                <a16:creationId xmlns:a16="http://schemas.microsoft.com/office/drawing/2014/main" id="{163C59B4-3FB6-46FC-980F-28A10FD7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4" name="source-16x16-r16-c12">
            <a:extLst xmlns:a="http://schemas.openxmlformats.org/drawingml/2006/main">
              <a:ext uri="{FF2B5EF4-FFF2-40B4-BE49-F238E27FC236}">
                <a16:creationId xmlns:a16="http://schemas.microsoft.com/office/drawing/2014/main" id="{7B63BAC3-23E7-4EB3-9DE2-8F61CF4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5" name="source-16x16-r16-c13">
            <a:extLst xmlns:a="http://schemas.openxmlformats.org/drawingml/2006/main">
              <a:ext uri="{FF2B5EF4-FFF2-40B4-BE49-F238E27FC236}">
                <a16:creationId xmlns:a16="http://schemas.microsoft.com/office/drawing/2014/main" id="{F0A41CDB-89B3-40CC-B987-1A5FDD10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6" name="source-16x16-r16-c14">
            <a:extLst xmlns:a="http://schemas.openxmlformats.org/drawingml/2006/main">
              <a:ext uri="{FF2B5EF4-FFF2-40B4-BE49-F238E27FC236}">
                <a16:creationId xmlns:a16="http://schemas.microsoft.com/office/drawing/2014/main" id="{A79775C1-42F8-472D-946C-D19E3CCA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7" name="source-16x16-r16-c15">
            <a:extLst xmlns:a="http://schemas.openxmlformats.org/drawingml/2006/main">
              <a:ext uri="{FF2B5EF4-FFF2-40B4-BE49-F238E27FC236}">
                <a16:creationId xmlns:a16="http://schemas.microsoft.com/office/drawing/2014/main" id="{47771CA8-06E9-4725-B03C-9F19B4F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68" name="source-16x16-r16-c16">
            <a:extLst xmlns:a="http://schemas.openxmlformats.org/drawingml/2006/main">
              <a:ext uri="{FF2B5EF4-FFF2-40B4-BE49-F238E27FC236}">
                <a16:creationId xmlns:a16="http://schemas.microsoft.com/office/drawing/2014/main" id="{0F5C70C8-55C4-458D-B93B-469E4E8B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76750"/>
            <a:ext cx="134112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69" name="bootstrap-top-12x12-r1-c1">
            <a:extLst xmlns:a="http://schemas.openxmlformats.org/drawingml/2006/main">
              <a:ext uri="{FF2B5EF4-FFF2-40B4-BE49-F238E27FC236}">
                <a16:creationId xmlns:a16="http://schemas.microsoft.com/office/drawing/2014/main" id="{DFEE8B94-3D45-4D65-A1AB-E63B78C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70" name="bootstrap-top-12x12-r1-c2">
            <a:extLst xmlns:a="http://schemas.openxmlformats.org/drawingml/2006/main">
              <a:ext uri="{FF2B5EF4-FFF2-40B4-BE49-F238E27FC236}">
                <a16:creationId xmlns:a16="http://schemas.microsoft.com/office/drawing/2014/main" id="{C528D85A-9861-4A5F-BFD0-15575FD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1" name="bootstrap-top-12x12-r1-c3">
            <a:extLst xmlns:a="http://schemas.openxmlformats.org/drawingml/2006/main">
              <a:ext uri="{FF2B5EF4-FFF2-40B4-BE49-F238E27FC236}">
                <a16:creationId xmlns:a16="http://schemas.microsoft.com/office/drawing/2014/main" id="{649FDB45-A55E-48E9-9D41-62DCA58E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2" name="bootstrap-top-12x12-r1-c4">
            <a:extLst xmlns:a="http://schemas.openxmlformats.org/drawingml/2006/main">
              <a:ext uri="{FF2B5EF4-FFF2-40B4-BE49-F238E27FC236}">
                <a16:creationId xmlns:a16="http://schemas.microsoft.com/office/drawing/2014/main" id="{43A414F7-564F-482C-AA29-C262882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3" name="bootstrap-top-12x12-r1-c5">
            <a:extLst xmlns:a="http://schemas.openxmlformats.org/drawingml/2006/main">
              <a:ext uri="{FF2B5EF4-FFF2-40B4-BE49-F238E27FC236}">
                <a16:creationId xmlns:a16="http://schemas.microsoft.com/office/drawing/2014/main" id="{09FFCA89-6A7C-4751-83F0-44529E64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4" name="bootstrap-top-12x12-r1-c6">
            <a:extLst xmlns:a="http://schemas.openxmlformats.org/drawingml/2006/main">
              <a:ext uri="{FF2B5EF4-FFF2-40B4-BE49-F238E27FC236}">
                <a16:creationId xmlns:a16="http://schemas.microsoft.com/office/drawing/2014/main" id="{F55B7832-C63A-4034-9BD8-78BF20C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5" name="bootstrap-top-12x12-r1-c7">
            <a:extLst xmlns:a="http://schemas.openxmlformats.org/drawingml/2006/main">
              <a:ext uri="{FF2B5EF4-FFF2-40B4-BE49-F238E27FC236}">
                <a16:creationId xmlns:a16="http://schemas.microsoft.com/office/drawing/2014/main" id="{0B905A72-8AB9-43D2-970E-D4EAF760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6" name="bootstrap-top-12x12-r1-c8">
            <a:extLst xmlns:a="http://schemas.openxmlformats.org/drawingml/2006/main">
              <a:ext uri="{FF2B5EF4-FFF2-40B4-BE49-F238E27FC236}">
                <a16:creationId xmlns:a16="http://schemas.microsoft.com/office/drawing/2014/main" id="{85600265-44D7-457C-AC55-13F085FF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7" name="bootstrap-top-12x12-r1-c9">
            <a:extLst xmlns:a="http://schemas.openxmlformats.org/drawingml/2006/main">
              <a:ext uri="{FF2B5EF4-FFF2-40B4-BE49-F238E27FC236}">
                <a16:creationId xmlns:a16="http://schemas.microsoft.com/office/drawing/2014/main" id="{B2A3437E-AFD6-42F5-B9C8-47477CD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8" name="bootstrap-top-12x12-r1-c10">
            <a:extLst xmlns:a="http://schemas.openxmlformats.org/drawingml/2006/main">
              <a:ext uri="{FF2B5EF4-FFF2-40B4-BE49-F238E27FC236}">
                <a16:creationId xmlns:a16="http://schemas.microsoft.com/office/drawing/2014/main" id="{C6FF2C44-42E9-4550-A7A4-34BB6FDD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79" name="bootstrap-top-12x12-r1-c11">
            <a:extLst xmlns:a="http://schemas.openxmlformats.org/drawingml/2006/main">
              <a:ext uri="{FF2B5EF4-FFF2-40B4-BE49-F238E27FC236}">
                <a16:creationId xmlns:a16="http://schemas.microsoft.com/office/drawing/2014/main" id="{7613EC82-ABDB-4253-BE5E-85B260AA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0" name="bootstrap-top-12x12-r1-c12">
            <a:extLst xmlns:a="http://schemas.openxmlformats.org/drawingml/2006/main">
              <a:ext uri="{FF2B5EF4-FFF2-40B4-BE49-F238E27FC236}">
                <a16:creationId xmlns:a16="http://schemas.microsoft.com/office/drawing/2014/main" id="{9B292B52-5F42-4198-890E-CB84B93E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666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1" name="bootstrap-top-12x12-r2-c1">
            <a:extLst xmlns:a="http://schemas.openxmlformats.org/drawingml/2006/main">
              <a:ext uri="{FF2B5EF4-FFF2-40B4-BE49-F238E27FC236}">
                <a16:creationId xmlns:a16="http://schemas.microsoft.com/office/drawing/2014/main" id="{33117898-7815-4346-94D7-68DF4FD1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2" name="bootstrap-top-12x12-r2-c2">
            <a:extLst xmlns:a="http://schemas.openxmlformats.org/drawingml/2006/main">
              <a:ext uri="{FF2B5EF4-FFF2-40B4-BE49-F238E27FC236}">
                <a16:creationId xmlns:a16="http://schemas.microsoft.com/office/drawing/2014/main" id="{2E1CF419-0DCB-4335-AC93-78A4C79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83" name="bootstrap-top-12x12-r2-c3">
            <a:extLst xmlns:a="http://schemas.openxmlformats.org/drawingml/2006/main">
              <a:ext uri="{FF2B5EF4-FFF2-40B4-BE49-F238E27FC236}">
                <a16:creationId xmlns:a16="http://schemas.microsoft.com/office/drawing/2014/main" id="{97427766-D927-43EF-B37B-D6F78FAD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4" name="bootstrap-top-12x12-r2-c4">
            <a:extLst xmlns:a="http://schemas.openxmlformats.org/drawingml/2006/main">
              <a:ext uri="{FF2B5EF4-FFF2-40B4-BE49-F238E27FC236}">
                <a16:creationId xmlns:a16="http://schemas.microsoft.com/office/drawing/2014/main" id="{F4055673-6AED-4C90-90F8-9B2DA30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5" name="bootstrap-top-12x12-r2-c5">
            <a:extLst xmlns:a="http://schemas.openxmlformats.org/drawingml/2006/main">
              <a:ext uri="{FF2B5EF4-FFF2-40B4-BE49-F238E27FC236}">
                <a16:creationId xmlns:a16="http://schemas.microsoft.com/office/drawing/2014/main" id="{26CBEE3B-B62F-46CC-8044-C085F5AC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6" name="bootstrap-top-12x12-r2-c6">
            <a:extLst xmlns:a="http://schemas.openxmlformats.org/drawingml/2006/main">
              <a:ext uri="{FF2B5EF4-FFF2-40B4-BE49-F238E27FC236}">
                <a16:creationId xmlns:a16="http://schemas.microsoft.com/office/drawing/2014/main" id="{246518AC-953E-4C7D-A4E2-78B81591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7" name="bootstrap-top-12x12-r2-c7">
            <a:extLst xmlns:a="http://schemas.openxmlformats.org/drawingml/2006/main">
              <a:ext uri="{FF2B5EF4-FFF2-40B4-BE49-F238E27FC236}">
                <a16:creationId xmlns:a16="http://schemas.microsoft.com/office/drawing/2014/main" id="{4F35F748-242D-46B6-9F7E-3C962AE5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8" name="bootstrap-top-12x12-r2-c8">
            <a:extLst xmlns:a="http://schemas.openxmlformats.org/drawingml/2006/main">
              <a:ext uri="{FF2B5EF4-FFF2-40B4-BE49-F238E27FC236}">
                <a16:creationId xmlns:a16="http://schemas.microsoft.com/office/drawing/2014/main" id="{0DA8D836-FBC2-4881-9A91-712FBFC4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89" name="bootstrap-top-12x12-r2-c9">
            <a:extLst xmlns:a="http://schemas.openxmlformats.org/drawingml/2006/main">
              <a:ext uri="{FF2B5EF4-FFF2-40B4-BE49-F238E27FC236}">
                <a16:creationId xmlns:a16="http://schemas.microsoft.com/office/drawing/2014/main" id="{E3842B3D-21A0-4F0D-A17B-6B6EB565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0" name="bootstrap-top-12x12-r2-c10">
            <a:extLst xmlns:a="http://schemas.openxmlformats.org/drawingml/2006/main">
              <a:ext uri="{FF2B5EF4-FFF2-40B4-BE49-F238E27FC236}">
                <a16:creationId xmlns:a16="http://schemas.microsoft.com/office/drawing/2014/main" id="{6D1E3B20-D2B1-4480-B551-6BF5D433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1" name="bootstrap-top-12x12-r2-c11">
            <a:extLst xmlns:a="http://schemas.openxmlformats.org/drawingml/2006/main">
              <a:ext uri="{FF2B5EF4-FFF2-40B4-BE49-F238E27FC236}">
                <a16:creationId xmlns:a16="http://schemas.microsoft.com/office/drawing/2014/main" id="{12B874BE-67E1-4F7F-91C1-364F52B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2" name="bootstrap-top-12x12-r2-c12">
            <a:extLst xmlns:a="http://schemas.openxmlformats.org/drawingml/2006/main">
              <a:ext uri="{FF2B5EF4-FFF2-40B4-BE49-F238E27FC236}">
                <a16:creationId xmlns:a16="http://schemas.microsoft.com/office/drawing/2014/main" id="{9D268CD0-5384-43E8-BF14-D3B3A8A1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755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3" name="bootstrap-top-12x12-r3-c1">
            <a:extLst xmlns:a="http://schemas.openxmlformats.org/drawingml/2006/main">
              <a:ext uri="{FF2B5EF4-FFF2-40B4-BE49-F238E27FC236}">
                <a16:creationId xmlns:a16="http://schemas.microsoft.com/office/drawing/2014/main" id="{EBF6577D-ACCD-4FD9-8A94-BC8D6D9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4" name="bootstrap-top-12x12-r3-c2">
            <a:extLst xmlns:a="http://schemas.openxmlformats.org/drawingml/2006/main">
              <a:ext uri="{FF2B5EF4-FFF2-40B4-BE49-F238E27FC236}">
                <a16:creationId xmlns:a16="http://schemas.microsoft.com/office/drawing/2014/main" id="{EA01DF6C-CC3C-403D-AB08-7917376E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5" name="bootstrap-top-12x12-r3-c3">
            <a:extLst xmlns:a="http://schemas.openxmlformats.org/drawingml/2006/main">
              <a:ext uri="{FF2B5EF4-FFF2-40B4-BE49-F238E27FC236}">
                <a16:creationId xmlns:a16="http://schemas.microsoft.com/office/drawing/2014/main" id="{1684D2A7-9B0B-465E-98CE-28A694F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296" name="bootstrap-top-12x12-r3-c4">
            <a:extLst xmlns:a="http://schemas.openxmlformats.org/drawingml/2006/main">
              <a:ext uri="{FF2B5EF4-FFF2-40B4-BE49-F238E27FC236}">
                <a16:creationId xmlns:a16="http://schemas.microsoft.com/office/drawing/2014/main" id="{4E41D244-2EC4-4AF1-896D-07890280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7" name="bootstrap-top-12x12-r3-c5">
            <a:extLst xmlns:a="http://schemas.openxmlformats.org/drawingml/2006/main">
              <a:ext uri="{FF2B5EF4-FFF2-40B4-BE49-F238E27FC236}">
                <a16:creationId xmlns:a16="http://schemas.microsoft.com/office/drawing/2014/main" id="{C0EB21F0-D64E-41FF-AAE9-F90CBEA1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8" name="bootstrap-top-12x12-r3-c6">
            <a:extLst xmlns:a="http://schemas.openxmlformats.org/drawingml/2006/main">
              <a:ext uri="{FF2B5EF4-FFF2-40B4-BE49-F238E27FC236}">
                <a16:creationId xmlns:a16="http://schemas.microsoft.com/office/drawing/2014/main" id="{ABB71745-B0DE-4C03-AC17-C3252D5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299" name="bootstrap-top-12x12-r3-c7">
            <a:extLst xmlns:a="http://schemas.openxmlformats.org/drawingml/2006/main">
              <a:ext uri="{FF2B5EF4-FFF2-40B4-BE49-F238E27FC236}">
                <a16:creationId xmlns:a16="http://schemas.microsoft.com/office/drawing/2014/main" id="{473EFE46-0C22-42C6-BB58-9DE70858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0" name="bootstrap-top-12x12-r3-c8">
            <a:extLst xmlns:a="http://schemas.openxmlformats.org/drawingml/2006/main">
              <a:ext uri="{FF2B5EF4-FFF2-40B4-BE49-F238E27FC236}">
                <a16:creationId xmlns:a16="http://schemas.microsoft.com/office/drawing/2014/main" id="{0554D6F1-791D-4C3A-8C8B-FF1B643D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1" name="bootstrap-top-12x12-r3-c9">
            <a:extLst xmlns:a="http://schemas.openxmlformats.org/drawingml/2006/main">
              <a:ext uri="{FF2B5EF4-FFF2-40B4-BE49-F238E27FC236}">
                <a16:creationId xmlns:a16="http://schemas.microsoft.com/office/drawing/2014/main" id="{05F9EF5D-6C57-485F-8B9A-4A5EC0D0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2" name="bootstrap-top-12x12-r3-c10">
            <a:extLst xmlns:a="http://schemas.openxmlformats.org/drawingml/2006/main">
              <a:ext uri="{FF2B5EF4-FFF2-40B4-BE49-F238E27FC236}">
                <a16:creationId xmlns:a16="http://schemas.microsoft.com/office/drawing/2014/main" id="{7DC83350-3EFF-4029-95B2-A7D38B84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3" name="bootstrap-top-12x12-r3-c11">
            <a:extLst xmlns:a="http://schemas.openxmlformats.org/drawingml/2006/main">
              <a:ext uri="{FF2B5EF4-FFF2-40B4-BE49-F238E27FC236}">
                <a16:creationId xmlns:a16="http://schemas.microsoft.com/office/drawing/2014/main" id="{B270E348-46D2-42F5-8A8E-B7B81078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4" name="bootstrap-top-12x12-r3-c12">
            <a:extLst xmlns:a="http://schemas.openxmlformats.org/drawingml/2006/main">
              <a:ext uri="{FF2B5EF4-FFF2-40B4-BE49-F238E27FC236}">
                <a16:creationId xmlns:a16="http://schemas.microsoft.com/office/drawing/2014/main" id="{069289D6-46F8-4577-8EF5-78D9061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844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5" name="bootstrap-top-12x12-r4-c1">
            <a:extLst xmlns:a="http://schemas.openxmlformats.org/drawingml/2006/main">
              <a:ext uri="{FF2B5EF4-FFF2-40B4-BE49-F238E27FC236}">
                <a16:creationId xmlns:a16="http://schemas.microsoft.com/office/drawing/2014/main" id="{F45AC7F2-2833-4F48-83CB-6D1DAC5B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6" name="bootstrap-top-12x12-r4-c2">
            <a:extLst xmlns:a="http://schemas.openxmlformats.org/drawingml/2006/main">
              <a:ext uri="{FF2B5EF4-FFF2-40B4-BE49-F238E27FC236}">
                <a16:creationId xmlns:a16="http://schemas.microsoft.com/office/drawing/2014/main" id="{43DBED08-387F-4B1C-A7B5-C7A2BDB9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7" name="bootstrap-top-12x12-r4-c3">
            <a:extLst xmlns:a="http://schemas.openxmlformats.org/drawingml/2006/main">
              <a:ext uri="{FF2B5EF4-FFF2-40B4-BE49-F238E27FC236}">
                <a16:creationId xmlns:a16="http://schemas.microsoft.com/office/drawing/2014/main" id="{E3AD7656-559D-4F61-A2C3-3CE0C3D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08" name="bootstrap-top-12x12-r4-c4">
            <a:extLst xmlns:a="http://schemas.openxmlformats.org/drawingml/2006/main">
              <a:ext uri="{FF2B5EF4-FFF2-40B4-BE49-F238E27FC236}">
                <a16:creationId xmlns:a16="http://schemas.microsoft.com/office/drawing/2014/main" id="{54D0064B-69B4-49BC-A3EE-6B8DC410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09" name="bootstrap-top-12x12-r4-c5">
            <a:extLst xmlns:a="http://schemas.openxmlformats.org/drawingml/2006/main">
              <a:ext uri="{FF2B5EF4-FFF2-40B4-BE49-F238E27FC236}">
                <a16:creationId xmlns:a16="http://schemas.microsoft.com/office/drawing/2014/main" id="{DA3DFB2C-23AA-4100-9C59-8BFE0DB5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0" name="bootstrap-top-12x12-r4-c6">
            <a:extLst xmlns:a="http://schemas.openxmlformats.org/drawingml/2006/main">
              <a:ext uri="{FF2B5EF4-FFF2-40B4-BE49-F238E27FC236}">
                <a16:creationId xmlns:a16="http://schemas.microsoft.com/office/drawing/2014/main" id="{1CDF26BB-7C95-41AA-AA41-718589F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1" name="bootstrap-top-12x12-r4-c7">
            <a:extLst xmlns:a="http://schemas.openxmlformats.org/drawingml/2006/main">
              <a:ext uri="{FF2B5EF4-FFF2-40B4-BE49-F238E27FC236}">
                <a16:creationId xmlns:a16="http://schemas.microsoft.com/office/drawing/2014/main" id="{739C8E16-A135-4992-822B-841C26DF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2" name="bootstrap-top-12x12-r4-c8">
            <a:extLst xmlns:a="http://schemas.openxmlformats.org/drawingml/2006/main">
              <a:ext uri="{FF2B5EF4-FFF2-40B4-BE49-F238E27FC236}">
                <a16:creationId xmlns:a16="http://schemas.microsoft.com/office/drawing/2014/main" id="{A808CF61-FC43-49B6-92CE-AC111AF9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3" name="bootstrap-top-12x12-r4-c9">
            <a:extLst xmlns:a="http://schemas.openxmlformats.org/drawingml/2006/main">
              <a:ext uri="{FF2B5EF4-FFF2-40B4-BE49-F238E27FC236}">
                <a16:creationId xmlns:a16="http://schemas.microsoft.com/office/drawing/2014/main" id="{1C1B528B-445F-4DDA-8B9C-F06E5E6B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4" name="bootstrap-top-12x12-r4-c10">
            <a:extLst xmlns:a="http://schemas.openxmlformats.org/drawingml/2006/main">
              <a:ext uri="{FF2B5EF4-FFF2-40B4-BE49-F238E27FC236}">
                <a16:creationId xmlns:a16="http://schemas.microsoft.com/office/drawing/2014/main" id="{27D92C6D-4E1B-4825-B328-5A75A3E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5" name="bootstrap-top-12x12-r4-c11">
            <a:extLst xmlns:a="http://schemas.openxmlformats.org/drawingml/2006/main">
              <a:ext uri="{FF2B5EF4-FFF2-40B4-BE49-F238E27FC236}">
                <a16:creationId xmlns:a16="http://schemas.microsoft.com/office/drawing/2014/main" id="{8FD37F60-F950-4CCF-8D1C-36FA27EB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6" name="bootstrap-top-12x12-r4-c12">
            <a:extLst xmlns:a="http://schemas.openxmlformats.org/drawingml/2006/main">
              <a:ext uri="{FF2B5EF4-FFF2-40B4-BE49-F238E27FC236}">
                <a16:creationId xmlns:a16="http://schemas.microsoft.com/office/drawing/2014/main" id="{B8E2B1B1-084E-4024-8299-B6194E4C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933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7" name="bootstrap-top-12x12-r5-c1">
            <a:extLst xmlns:a="http://schemas.openxmlformats.org/drawingml/2006/main">
              <a:ext uri="{FF2B5EF4-FFF2-40B4-BE49-F238E27FC236}">
                <a16:creationId xmlns:a16="http://schemas.microsoft.com/office/drawing/2014/main" id="{3CADB423-B193-43E6-8981-014D604B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8" name="bootstrap-top-12x12-r5-c2">
            <a:extLst xmlns:a="http://schemas.openxmlformats.org/drawingml/2006/main">
              <a:ext uri="{FF2B5EF4-FFF2-40B4-BE49-F238E27FC236}">
                <a16:creationId xmlns:a16="http://schemas.microsoft.com/office/drawing/2014/main" id="{4A2A5DE1-4B0D-42A7-9C2B-C85FF4D8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19" name="bootstrap-top-12x12-r5-c3">
            <a:extLst xmlns:a="http://schemas.openxmlformats.org/drawingml/2006/main">
              <a:ext uri="{FF2B5EF4-FFF2-40B4-BE49-F238E27FC236}">
                <a16:creationId xmlns:a16="http://schemas.microsoft.com/office/drawing/2014/main" id="{D384E693-CEA9-413E-B730-63049BA9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0" name="bootstrap-top-12x12-r5-c4">
            <a:extLst xmlns:a="http://schemas.openxmlformats.org/drawingml/2006/main">
              <a:ext uri="{FF2B5EF4-FFF2-40B4-BE49-F238E27FC236}">
                <a16:creationId xmlns:a16="http://schemas.microsoft.com/office/drawing/2014/main" id="{0C17E25B-EBF2-4151-B6E6-B150D893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1" name="bootstrap-top-12x12-r5-c5">
            <a:extLst xmlns:a="http://schemas.openxmlformats.org/drawingml/2006/main">
              <a:ext uri="{FF2B5EF4-FFF2-40B4-BE49-F238E27FC236}">
                <a16:creationId xmlns:a16="http://schemas.microsoft.com/office/drawing/2014/main" id="{B1B5F6F8-F31B-4D26-8F64-0BDABA5D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22" name="bootstrap-top-12x12-r5-c6">
            <a:extLst xmlns:a="http://schemas.openxmlformats.org/drawingml/2006/main">
              <a:ext uri="{FF2B5EF4-FFF2-40B4-BE49-F238E27FC236}">
                <a16:creationId xmlns:a16="http://schemas.microsoft.com/office/drawing/2014/main" id="{5CB1500A-3AEC-4B26-8085-37A15C0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3" name="bootstrap-top-12x12-r5-c7">
            <a:extLst xmlns:a="http://schemas.openxmlformats.org/drawingml/2006/main">
              <a:ext uri="{FF2B5EF4-FFF2-40B4-BE49-F238E27FC236}">
                <a16:creationId xmlns:a16="http://schemas.microsoft.com/office/drawing/2014/main" id="{0D77DD8B-FC3C-4DB0-BF54-3DBFA5D5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4" name="bootstrap-top-12x12-r5-c8">
            <a:extLst xmlns:a="http://schemas.openxmlformats.org/drawingml/2006/main">
              <a:ext uri="{FF2B5EF4-FFF2-40B4-BE49-F238E27FC236}">
                <a16:creationId xmlns:a16="http://schemas.microsoft.com/office/drawing/2014/main" id="{EEF416F3-E055-406A-B0DB-8622DF2F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5" name="bootstrap-top-12x12-r5-c9">
            <a:extLst xmlns:a="http://schemas.openxmlformats.org/drawingml/2006/main">
              <a:ext uri="{FF2B5EF4-FFF2-40B4-BE49-F238E27FC236}">
                <a16:creationId xmlns:a16="http://schemas.microsoft.com/office/drawing/2014/main" id="{62075DB6-3C7B-489F-AF67-118AF343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6" name="bootstrap-top-12x12-r5-c10">
            <a:extLst xmlns:a="http://schemas.openxmlformats.org/drawingml/2006/main">
              <a:ext uri="{FF2B5EF4-FFF2-40B4-BE49-F238E27FC236}">
                <a16:creationId xmlns:a16="http://schemas.microsoft.com/office/drawing/2014/main" id="{2CF9AA1D-25D3-4254-8657-2B0A1982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7" name="bootstrap-top-12x12-r5-c11">
            <a:extLst xmlns:a="http://schemas.openxmlformats.org/drawingml/2006/main">
              <a:ext uri="{FF2B5EF4-FFF2-40B4-BE49-F238E27FC236}">
                <a16:creationId xmlns:a16="http://schemas.microsoft.com/office/drawing/2014/main" id="{2D37E154-953A-40AD-B3AA-A21A7AC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8" name="bootstrap-top-12x12-r5-c12">
            <a:extLst xmlns:a="http://schemas.openxmlformats.org/drawingml/2006/main">
              <a:ext uri="{FF2B5EF4-FFF2-40B4-BE49-F238E27FC236}">
                <a16:creationId xmlns:a16="http://schemas.microsoft.com/office/drawing/2014/main" id="{851B08ED-722F-474C-B937-7A422D72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022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29" name="bootstrap-top-12x12-r6-c1">
            <a:extLst xmlns:a="http://schemas.openxmlformats.org/drawingml/2006/main">
              <a:ext uri="{FF2B5EF4-FFF2-40B4-BE49-F238E27FC236}">
                <a16:creationId xmlns:a16="http://schemas.microsoft.com/office/drawing/2014/main" id="{5F69F512-2A7B-49B5-BF21-FB828843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0" name="bootstrap-top-12x12-r6-c2">
            <a:extLst xmlns:a="http://schemas.openxmlformats.org/drawingml/2006/main">
              <a:ext uri="{FF2B5EF4-FFF2-40B4-BE49-F238E27FC236}">
                <a16:creationId xmlns:a16="http://schemas.microsoft.com/office/drawing/2014/main" id="{931FCA3A-4A40-4FD9-837D-DFDE1B4E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1" name="bootstrap-top-12x12-r6-c3">
            <a:extLst xmlns:a="http://schemas.openxmlformats.org/drawingml/2006/main">
              <a:ext uri="{FF2B5EF4-FFF2-40B4-BE49-F238E27FC236}">
                <a16:creationId xmlns:a16="http://schemas.microsoft.com/office/drawing/2014/main" id="{F20FEF25-D32C-4967-8255-D31CE399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2" name="bootstrap-top-12x12-r6-c4">
            <a:extLst xmlns:a="http://schemas.openxmlformats.org/drawingml/2006/main">
              <a:ext uri="{FF2B5EF4-FFF2-40B4-BE49-F238E27FC236}">
                <a16:creationId xmlns:a16="http://schemas.microsoft.com/office/drawing/2014/main" id="{DA039137-ECA9-41B1-B5F5-0565B843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3" name="bootstrap-top-12x12-r6-c5">
            <a:extLst xmlns:a="http://schemas.openxmlformats.org/drawingml/2006/main">
              <a:ext uri="{FF2B5EF4-FFF2-40B4-BE49-F238E27FC236}">
                <a16:creationId xmlns:a16="http://schemas.microsoft.com/office/drawing/2014/main" id="{93BEF50C-7F7E-437F-9FA6-09E4076B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4" name="bootstrap-top-12x12-r6-c6">
            <a:extLst xmlns:a="http://schemas.openxmlformats.org/drawingml/2006/main">
              <a:ext uri="{FF2B5EF4-FFF2-40B4-BE49-F238E27FC236}">
                <a16:creationId xmlns:a16="http://schemas.microsoft.com/office/drawing/2014/main" id="{67188450-662A-4FF2-BFD6-C7F8FA52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35" name="bootstrap-top-12x12-r6-c7">
            <a:extLst xmlns:a="http://schemas.openxmlformats.org/drawingml/2006/main">
              <a:ext uri="{FF2B5EF4-FFF2-40B4-BE49-F238E27FC236}">
                <a16:creationId xmlns:a16="http://schemas.microsoft.com/office/drawing/2014/main" id="{8342C728-E1C1-436B-B196-76C4FC9C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6" name="bootstrap-top-12x12-r6-c8">
            <a:extLst xmlns:a="http://schemas.openxmlformats.org/drawingml/2006/main">
              <a:ext uri="{FF2B5EF4-FFF2-40B4-BE49-F238E27FC236}">
                <a16:creationId xmlns:a16="http://schemas.microsoft.com/office/drawing/2014/main" id="{91CDC731-E7F0-442F-9153-EFF4CC63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7" name="bootstrap-top-12x12-r6-c9">
            <a:extLst xmlns:a="http://schemas.openxmlformats.org/drawingml/2006/main">
              <a:ext uri="{FF2B5EF4-FFF2-40B4-BE49-F238E27FC236}">
                <a16:creationId xmlns:a16="http://schemas.microsoft.com/office/drawing/2014/main" id="{29F1F2C7-382A-4D64-8736-DC19609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8" name="bootstrap-top-12x12-r6-c10">
            <a:extLst xmlns:a="http://schemas.openxmlformats.org/drawingml/2006/main">
              <a:ext uri="{FF2B5EF4-FFF2-40B4-BE49-F238E27FC236}">
                <a16:creationId xmlns:a16="http://schemas.microsoft.com/office/drawing/2014/main" id="{112E4F73-E12B-462D-8F88-8D0DE728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39" name="bootstrap-top-12x12-r6-c11">
            <a:extLst xmlns:a="http://schemas.openxmlformats.org/drawingml/2006/main">
              <a:ext uri="{FF2B5EF4-FFF2-40B4-BE49-F238E27FC236}">
                <a16:creationId xmlns:a16="http://schemas.microsoft.com/office/drawing/2014/main" id="{D6834D3E-9426-4EF1-9044-2A445C98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0" name="bootstrap-top-12x12-r6-c12">
            <a:extLst xmlns:a="http://schemas.openxmlformats.org/drawingml/2006/main">
              <a:ext uri="{FF2B5EF4-FFF2-40B4-BE49-F238E27FC236}">
                <a16:creationId xmlns:a16="http://schemas.microsoft.com/office/drawing/2014/main" id="{7B0253A8-F289-4543-9FD5-387782B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111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1" name="bootstrap-top-12x12-r7-c1">
            <a:extLst xmlns:a="http://schemas.openxmlformats.org/drawingml/2006/main">
              <a:ext uri="{FF2B5EF4-FFF2-40B4-BE49-F238E27FC236}">
                <a16:creationId xmlns:a16="http://schemas.microsoft.com/office/drawing/2014/main" id="{3F8FB347-6FAC-4080-ADEA-73AEBAB5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2" name="bootstrap-top-12x12-r7-c2">
            <a:extLst xmlns:a="http://schemas.openxmlformats.org/drawingml/2006/main">
              <a:ext uri="{FF2B5EF4-FFF2-40B4-BE49-F238E27FC236}">
                <a16:creationId xmlns:a16="http://schemas.microsoft.com/office/drawing/2014/main" id="{188643FF-BDC2-45EE-B233-9B3E945B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3" name="bootstrap-top-12x12-r7-c3">
            <a:extLst xmlns:a="http://schemas.openxmlformats.org/drawingml/2006/main">
              <a:ext uri="{FF2B5EF4-FFF2-40B4-BE49-F238E27FC236}">
                <a16:creationId xmlns:a16="http://schemas.microsoft.com/office/drawing/2014/main" id="{6B528BB5-3E39-497A-BEB8-DF5F9DB9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4" name="bootstrap-top-12x12-r7-c4">
            <a:extLst xmlns:a="http://schemas.openxmlformats.org/drawingml/2006/main">
              <a:ext uri="{FF2B5EF4-FFF2-40B4-BE49-F238E27FC236}">
                <a16:creationId xmlns:a16="http://schemas.microsoft.com/office/drawing/2014/main" id="{60870FAD-7594-42C4-BE5B-B56D6560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5" name="bootstrap-top-12x12-r7-c5">
            <a:extLst xmlns:a="http://schemas.openxmlformats.org/drawingml/2006/main">
              <a:ext uri="{FF2B5EF4-FFF2-40B4-BE49-F238E27FC236}">
                <a16:creationId xmlns:a16="http://schemas.microsoft.com/office/drawing/2014/main" id="{89972707-13AC-4A09-9731-01DCA1BC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6" name="bootstrap-top-12x12-r7-c6">
            <a:extLst xmlns:a="http://schemas.openxmlformats.org/drawingml/2006/main">
              <a:ext uri="{FF2B5EF4-FFF2-40B4-BE49-F238E27FC236}">
                <a16:creationId xmlns:a16="http://schemas.microsoft.com/office/drawing/2014/main" id="{3ABB4218-051F-4AA1-A01C-7B406E8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7" name="bootstrap-top-12x12-r7-c7">
            <a:extLst xmlns:a="http://schemas.openxmlformats.org/drawingml/2006/main">
              <a:ext uri="{FF2B5EF4-FFF2-40B4-BE49-F238E27FC236}">
                <a16:creationId xmlns:a16="http://schemas.microsoft.com/office/drawing/2014/main" id="{A548A0BF-572B-43B4-9E06-30D90A7C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48" name="bootstrap-top-12x12-r7-c8">
            <a:extLst xmlns:a="http://schemas.openxmlformats.org/drawingml/2006/main">
              <a:ext uri="{FF2B5EF4-FFF2-40B4-BE49-F238E27FC236}">
                <a16:creationId xmlns:a16="http://schemas.microsoft.com/office/drawing/2014/main" id="{3B9B48DB-7E96-441F-9C28-1C8B906F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49" name="bootstrap-top-12x12-r7-c9">
            <a:extLst xmlns:a="http://schemas.openxmlformats.org/drawingml/2006/main">
              <a:ext uri="{FF2B5EF4-FFF2-40B4-BE49-F238E27FC236}">
                <a16:creationId xmlns:a16="http://schemas.microsoft.com/office/drawing/2014/main" id="{4CFAE61A-6C4E-4A4E-B294-4EA625D8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0" name="bootstrap-top-12x12-r7-c10">
            <a:extLst xmlns:a="http://schemas.openxmlformats.org/drawingml/2006/main">
              <a:ext uri="{FF2B5EF4-FFF2-40B4-BE49-F238E27FC236}">
                <a16:creationId xmlns:a16="http://schemas.microsoft.com/office/drawing/2014/main" id="{C230563F-F437-49CB-9FC4-ACEE3696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1" name="bootstrap-top-12x12-r7-c11">
            <a:extLst xmlns:a="http://schemas.openxmlformats.org/drawingml/2006/main">
              <a:ext uri="{FF2B5EF4-FFF2-40B4-BE49-F238E27FC236}">
                <a16:creationId xmlns:a16="http://schemas.microsoft.com/office/drawing/2014/main" id="{5857A56F-EA9A-4B54-A612-B9E4AE97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2" name="bootstrap-top-12x12-r7-c12">
            <a:extLst xmlns:a="http://schemas.openxmlformats.org/drawingml/2006/main">
              <a:ext uri="{FF2B5EF4-FFF2-40B4-BE49-F238E27FC236}">
                <a16:creationId xmlns:a16="http://schemas.microsoft.com/office/drawing/2014/main" id="{3984EF99-A1CA-4C4E-B405-1A38CA16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200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3" name="bootstrap-top-12x12-r8-c1">
            <a:extLst xmlns:a="http://schemas.openxmlformats.org/drawingml/2006/main">
              <a:ext uri="{FF2B5EF4-FFF2-40B4-BE49-F238E27FC236}">
                <a16:creationId xmlns:a16="http://schemas.microsoft.com/office/drawing/2014/main" id="{C1618426-587A-4630-9AEA-FA3979AB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4" name="bootstrap-top-12x12-r8-c2">
            <a:extLst xmlns:a="http://schemas.openxmlformats.org/drawingml/2006/main">
              <a:ext uri="{FF2B5EF4-FFF2-40B4-BE49-F238E27FC236}">
                <a16:creationId xmlns:a16="http://schemas.microsoft.com/office/drawing/2014/main" id="{A1437EB7-04BB-4FD8-9157-CE9CAEB8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5" name="bootstrap-top-12x12-r8-c3">
            <a:extLst xmlns:a="http://schemas.openxmlformats.org/drawingml/2006/main">
              <a:ext uri="{FF2B5EF4-FFF2-40B4-BE49-F238E27FC236}">
                <a16:creationId xmlns:a16="http://schemas.microsoft.com/office/drawing/2014/main" id="{237E6588-CBCD-426F-8017-37218D4C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6" name="bootstrap-top-12x12-r8-c4">
            <a:extLst xmlns:a="http://schemas.openxmlformats.org/drawingml/2006/main">
              <a:ext uri="{FF2B5EF4-FFF2-40B4-BE49-F238E27FC236}">
                <a16:creationId xmlns:a16="http://schemas.microsoft.com/office/drawing/2014/main" id="{62101F05-5B5B-4FA6-AD3E-77664B10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7" name="bootstrap-top-12x12-r8-c5">
            <a:extLst xmlns:a="http://schemas.openxmlformats.org/drawingml/2006/main">
              <a:ext uri="{FF2B5EF4-FFF2-40B4-BE49-F238E27FC236}">
                <a16:creationId xmlns:a16="http://schemas.microsoft.com/office/drawing/2014/main" id="{F9C0FD07-3697-422F-B131-EEA83791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8" name="bootstrap-top-12x12-r8-c6">
            <a:extLst xmlns:a="http://schemas.openxmlformats.org/drawingml/2006/main">
              <a:ext uri="{FF2B5EF4-FFF2-40B4-BE49-F238E27FC236}">
                <a16:creationId xmlns:a16="http://schemas.microsoft.com/office/drawing/2014/main" id="{5A083458-C723-42F3-8E77-03DA7ED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59" name="bootstrap-top-12x12-r8-c7">
            <a:extLst xmlns:a="http://schemas.openxmlformats.org/drawingml/2006/main">
              <a:ext uri="{FF2B5EF4-FFF2-40B4-BE49-F238E27FC236}">
                <a16:creationId xmlns:a16="http://schemas.microsoft.com/office/drawing/2014/main" id="{2452CD5E-EC85-4DB3-A8CF-D67A966F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0" name="bootstrap-top-12x12-r8-c8">
            <a:extLst xmlns:a="http://schemas.openxmlformats.org/drawingml/2006/main">
              <a:ext uri="{FF2B5EF4-FFF2-40B4-BE49-F238E27FC236}">
                <a16:creationId xmlns:a16="http://schemas.microsoft.com/office/drawing/2014/main" id="{8C6B2716-1B25-41C7-898D-45504AE1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61" name="bootstrap-top-12x12-r8-c9">
            <a:extLst xmlns:a="http://schemas.openxmlformats.org/drawingml/2006/main">
              <a:ext uri="{FF2B5EF4-FFF2-40B4-BE49-F238E27FC236}">
                <a16:creationId xmlns:a16="http://schemas.microsoft.com/office/drawing/2014/main" id="{645713AE-F1C4-4FE9-9CD2-1D9544C5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2" name="bootstrap-top-12x12-r8-c10">
            <a:extLst xmlns:a="http://schemas.openxmlformats.org/drawingml/2006/main">
              <a:ext uri="{FF2B5EF4-FFF2-40B4-BE49-F238E27FC236}">
                <a16:creationId xmlns:a16="http://schemas.microsoft.com/office/drawing/2014/main" id="{D91D622F-2F13-4E13-8AE7-E835E67D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3" name="bootstrap-top-12x12-r8-c11">
            <a:extLst xmlns:a="http://schemas.openxmlformats.org/drawingml/2006/main">
              <a:ext uri="{FF2B5EF4-FFF2-40B4-BE49-F238E27FC236}">
                <a16:creationId xmlns:a16="http://schemas.microsoft.com/office/drawing/2014/main" id="{6BFA0EA4-E52C-4C8B-8BBE-8EABD938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4" name="bootstrap-top-12x12-r8-c12">
            <a:extLst xmlns:a="http://schemas.openxmlformats.org/drawingml/2006/main">
              <a:ext uri="{FF2B5EF4-FFF2-40B4-BE49-F238E27FC236}">
                <a16:creationId xmlns:a16="http://schemas.microsoft.com/office/drawing/2014/main" id="{DC7B9B00-7E45-4F40-9787-4B780B56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289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5" name="bootstrap-top-12x12-r9-c1">
            <a:extLst xmlns:a="http://schemas.openxmlformats.org/drawingml/2006/main">
              <a:ext uri="{FF2B5EF4-FFF2-40B4-BE49-F238E27FC236}">
                <a16:creationId xmlns:a16="http://schemas.microsoft.com/office/drawing/2014/main" id="{0B1B82D0-9147-419D-868F-6F1B100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6" name="bootstrap-top-12x12-r9-c2">
            <a:extLst xmlns:a="http://schemas.openxmlformats.org/drawingml/2006/main">
              <a:ext uri="{FF2B5EF4-FFF2-40B4-BE49-F238E27FC236}">
                <a16:creationId xmlns:a16="http://schemas.microsoft.com/office/drawing/2014/main" id="{AC46299F-EBF1-4632-8D81-5E05F7E6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7" name="bootstrap-top-12x12-r9-c3">
            <a:extLst xmlns:a="http://schemas.openxmlformats.org/drawingml/2006/main">
              <a:ext uri="{FF2B5EF4-FFF2-40B4-BE49-F238E27FC236}">
                <a16:creationId xmlns:a16="http://schemas.microsoft.com/office/drawing/2014/main" id="{074458EC-DCBF-4992-A383-9C88EF19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8" name="bootstrap-top-12x12-r9-c4">
            <a:extLst xmlns:a="http://schemas.openxmlformats.org/drawingml/2006/main">
              <a:ext uri="{FF2B5EF4-FFF2-40B4-BE49-F238E27FC236}">
                <a16:creationId xmlns:a16="http://schemas.microsoft.com/office/drawing/2014/main" id="{52AA8DDF-9B4B-4FA6-8A38-6FFBCCE7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69" name="bootstrap-top-12x12-r9-c5">
            <a:extLst xmlns:a="http://schemas.openxmlformats.org/drawingml/2006/main">
              <a:ext uri="{FF2B5EF4-FFF2-40B4-BE49-F238E27FC236}">
                <a16:creationId xmlns:a16="http://schemas.microsoft.com/office/drawing/2014/main" id="{20731FF2-9912-49C7-82F9-0A5D9967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0" name="bootstrap-top-12x12-r9-c6">
            <a:extLst xmlns:a="http://schemas.openxmlformats.org/drawingml/2006/main">
              <a:ext uri="{FF2B5EF4-FFF2-40B4-BE49-F238E27FC236}">
                <a16:creationId xmlns:a16="http://schemas.microsoft.com/office/drawing/2014/main" id="{717A84B1-0118-4EFA-8BCC-C2393FB9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1" name="bootstrap-top-12x12-r9-c7">
            <a:extLst xmlns:a="http://schemas.openxmlformats.org/drawingml/2006/main">
              <a:ext uri="{FF2B5EF4-FFF2-40B4-BE49-F238E27FC236}">
                <a16:creationId xmlns:a16="http://schemas.microsoft.com/office/drawing/2014/main" id="{76E1D658-1690-4C6E-989E-5B95C6B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2" name="bootstrap-top-12x12-r9-c8">
            <a:extLst xmlns:a="http://schemas.openxmlformats.org/drawingml/2006/main">
              <a:ext uri="{FF2B5EF4-FFF2-40B4-BE49-F238E27FC236}">
                <a16:creationId xmlns:a16="http://schemas.microsoft.com/office/drawing/2014/main" id="{0CC0C54F-49D6-46C4-8328-DACD343C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3" name="bootstrap-top-12x12-r9-c9">
            <a:extLst xmlns:a="http://schemas.openxmlformats.org/drawingml/2006/main">
              <a:ext uri="{FF2B5EF4-FFF2-40B4-BE49-F238E27FC236}">
                <a16:creationId xmlns:a16="http://schemas.microsoft.com/office/drawing/2014/main" id="{E4601D7C-CACB-460C-B0E5-253752A6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74" name="bootstrap-top-12x12-r9-c10">
            <a:extLst xmlns:a="http://schemas.openxmlformats.org/drawingml/2006/main">
              <a:ext uri="{FF2B5EF4-FFF2-40B4-BE49-F238E27FC236}">
                <a16:creationId xmlns:a16="http://schemas.microsoft.com/office/drawing/2014/main" id="{925A2F86-1CF6-4A77-94EF-ACE14930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5" name="bootstrap-top-12x12-r9-c11">
            <a:extLst xmlns:a="http://schemas.openxmlformats.org/drawingml/2006/main">
              <a:ext uri="{FF2B5EF4-FFF2-40B4-BE49-F238E27FC236}">
                <a16:creationId xmlns:a16="http://schemas.microsoft.com/office/drawing/2014/main" id="{3298810E-03BE-4EBF-852A-9A7CF43E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6" name="bootstrap-top-12x12-r9-c12">
            <a:extLst xmlns:a="http://schemas.openxmlformats.org/drawingml/2006/main">
              <a:ext uri="{FF2B5EF4-FFF2-40B4-BE49-F238E27FC236}">
                <a16:creationId xmlns:a16="http://schemas.microsoft.com/office/drawing/2014/main" id="{AC5E8327-2747-4B9B-8CE4-1EA93B0B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378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7" name="bootstrap-top-12x12-r10-c1">
            <a:extLst xmlns:a="http://schemas.openxmlformats.org/drawingml/2006/main">
              <a:ext uri="{FF2B5EF4-FFF2-40B4-BE49-F238E27FC236}">
                <a16:creationId xmlns:a16="http://schemas.microsoft.com/office/drawing/2014/main" id="{F518AFAE-1A58-4355-8309-2CA3F24F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8" name="bootstrap-top-12x12-r10-c2">
            <a:extLst xmlns:a="http://schemas.openxmlformats.org/drawingml/2006/main">
              <a:ext uri="{FF2B5EF4-FFF2-40B4-BE49-F238E27FC236}">
                <a16:creationId xmlns:a16="http://schemas.microsoft.com/office/drawing/2014/main" id="{F9309196-BB61-4269-8DB8-1AC849F1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79" name="bootstrap-top-12x12-r10-c3">
            <a:extLst xmlns:a="http://schemas.openxmlformats.org/drawingml/2006/main">
              <a:ext uri="{FF2B5EF4-FFF2-40B4-BE49-F238E27FC236}">
                <a16:creationId xmlns:a16="http://schemas.microsoft.com/office/drawing/2014/main" id="{1C0805CB-027A-42CC-A58B-11377A4F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0" name="bootstrap-top-12x12-r10-c4">
            <a:extLst xmlns:a="http://schemas.openxmlformats.org/drawingml/2006/main">
              <a:ext uri="{FF2B5EF4-FFF2-40B4-BE49-F238E27FC236}">
                <a16:creationId xmlns:a16="http://schemas.microsoft.com/office/drawing/2014/main" id="{44167B27-E4C2-47A8-9A6A-DFB51839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1" name="bootstrap-top-12x12-r10-c5">
            <a:extLst xmlns:a="http://schemas.openxmlformats.org/drawingml/2006/main">
              <a:ext uri="{FF2B5EF4-FFF2-40B4-BE49-F238E27FC236}">
                <a16:creationId xmlns:a16="http://schemas.microsoft.com/office/drawing/2014/main" id="{2677A6A6-0110-4349-AC7C-CE5B343D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2" name="bootstrap-top-12x12-r10-c6">
            <a:extLst xmlns:a="http://schemas.openxmlformats.org/drawingml/2006/main">
              <a:ext uri="{FF2B5EF4-FFF2-40B4-BE49-F238E27FC236}">
                <a16:creationId xmlns:a16="http://schemas.microsoft.com/office/drawing/2014/main" id="{1A662C13-D395-4995-B5C5-96E44A8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3" name="bootstrap-top-12x12-r10-c7">
            <a:extLst xmlns:a="http://schemas.openxmlformats.org/drawingml/2006/main">
              <a:ext uri="{FF2B5EF4-FFF2-40B4-BE49-F238E27FC236}">
                <a16:creationId xmlns:a16="http://schemas.microsoft.com/office/drawing/2014/main" id="{5ACAB86D-75FF-41E1-85AC-7BBF434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4" name="bootstrap-top-12x12-r10-c8">
            <a:extLst xmlns:a="http://schemas.openxmlformats.org/drawingml/2006/main">
              <a:ext uri="{FF2B5EF4-FFF2-40B4-BE49-F238E27FC236}">
                <a16:creationId xmlns:a16="http://schemas.microsoft.com/office/drawing/2014/main" id="{B831A730-A4D4-4FAA-94E5-3AA3BE2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5" name="bootstrap-top-12x12-r10-c9">
            <a:extLst xmlns:a="http://schemas.openxmlformats.org/drawingml/2006/main">
              <a:ext uri="{FF2B5EF4-FFF2-40B4-BE49-F238E27FC236}">
                <a16:creationId xmlns:a16="http://schemas.microsoft.com/office/drawing/2014/main" id="{714F8B63-F4F1-41D2-952B-FC170D90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6" name="bootstrap-top-12x12-r10-c10">
            <a:extLst xmlns:a="http://schemas.openxmlformats.org/drawingml/2006/main">
              <a:ext uri="{FF2B5EF4-FFF2-40B4-BE49-F238E27FC236}">
                <a16:creationId xmlns:a16="http://schemas.microsoft.com/office/drawing/2014/main" id="{5DB12C20-21A7-4C8D-AC63-70DCB84D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387" name="bootstrap-top-12x12-r10-c11">
            <a:extLst xmlns:a="http://schemas.openxmlformats.org/drawingml/2006/main">
              <a:ext uri="{FF2B5EF4-FFF2-40B4-BE49-F238E27FC236}">
                <a16:creationId xmlns:a16="http://schemas.microsoft.com/office/drawing/2014/main" id="{2861614E-8BA9-4D7E-AAFC-990BBF77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8" name="bootstrap-top-12x12-r10-c12">
            <a:extLst xmlns:a="http://schemas.openxmlformats.org/drawingml/2006/main">
              <a:ext uri="{FF2B5EF4-FFF2-40B4-BE49-F238E27FC236}">
                <a16:creationId xmlns:a16="http://schemas.microsoft.com/office/drawing/2014/main" id="{D7DDFC30-C54C-4F2B-A8F9-91ECB11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466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89" name="bootstrap-top-12x12-r11-c1">
            <a:extLst xmlns:a="http://schemas.openxmlformats.org/drawingml/2006/main">
              <a:ext uri="{FF2B5EF4-FFF2-40B4-BE49-F238E27FC236}">
                <a16:creationId xmlns:a16="http://schemas.microsoft.com/office/drawing/2014/main" id="{9271C0D3-B848-4DBD-9FB3-C5650455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0" name="bootstrap-top-12x12-r11-c2">
            <a:extLst xmlns:a="http://schemas.openxmlformats.org/drawingml/2006/main">
              <a:ext uri="{FF2B5EF4-FFF2-40B4-BE49-F238E27FC236}">
                <a16:creationId xmlns:a16="http://schemas.microsoft.com/office/drawing/2014/main" id="{179D4288-BEB4-4C06-8EC9-E40FB273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1" name="bootstrap-top-12x12-r11-c3">
            <a:extLst xmlns:a="http://schemas.openxmlformats.org/drawingml/2006/main">
              <a:ext uri="{FF2B5EF4-FFF2-40B4-BE49-F238E27FC236}">
                <a16:creationId xmlns:a16="http://schemas.microsoft.com/office/drawing/2014/main" id="{B325C31E-C1A2-4618-B35C-027326C8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2" name="bootstrap-top-12x12-r11-c4">
            <a:extLst xmlns:a="http://schemas.openxmlformats.org/drawingml/2006/main">
              <a:ext uri="{FF2B5EF4-FFF2-40B4-BE49-F238E27FC236}">
                <a16:creationId xmlns:a16="http://schemas.microsoft.com/office/drawing/2014/main" id="{72D82E10-29E1-46F8-815B-FB50DAE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3" name="bootstrap-top-12x12-r11-c5">
            <a:extLst xmlns:a="http://schemas.openxmlformats.org/drawingml/2006/main">
              <a:ext uri="{FF2B5EF4-FFF2-40B4-BE49-F238E27FC236}">
                <a16:creationId xmlns:a16="http://schemas.microsoft.com/office/drawing/2014/main" id="{54F10DBA-59AD-471C-B827-BE93CA5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4" name="bootstrap-top-12x12-r11-c6">
            <a:extLst xmlns:a="http://schemas.openxmlformats.org/drawingml/2006/main">
              <a:ext uri="{FF2B5EF4-FFF2-40B4-BE49-F238E27FC236}">
                <a16:creationId xmlns:a16="http://schemas.microsoft.com/office/drawing/2014/main" id="{B5BF7618-85E8-4B7E-A9C7-84CE0DBD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5" name="bootstrap-top-12x12-r11-c7">
            <a:extLst xmlns:a="http://schemas.openxmlformats.org/drawingml/2006/main">
              <a:ext uri="{FF2B5EF4-FFF2-40B4-BE49-F238E27FC236}">
                <a16:creationId xmlns:a16="http://schemas.microsoft.com/office/drawing/2014/main" id="{F34BCE29-9C14-49B2-9D77-76353CE8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6" name="bootstrap-top-12x12-r11-c8">
            <a:extLst xmlns:a="http://schemas.openxmlformats.org/drawingml/2006/main">
              <a:ext uri="{FF2B5EF4-FFF2-40B4-BE49-F238E27FC236}">
                <a16:creationId xmlns:a16="http://schemas.microsoft.com/office/drawing/2014/main" id="{BEE8F1A5-9CF5-4211-AFDD-DE8F28B4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7" name="bootstrap-top-12x12-r11-c9">
            <a:extLst xmlns:a="http://schemas.openxmlformats.org/drawingml/2006/main">
              <a:ext uri="{FF2B5EF4-FFF2-40B4-BE49-F238E27FC236}">
                <a16:creationId xmlns:a16="http://schemas.microsoft.com/office/drawing/2014/main" id="{CA67CDB6-9B3D-420A-9B3B-C4786FFF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8" name="bootstrap-top-12x12-r11-c10">
            <a:extLst xmlns:a="http://schemas.openxmlformats.org/drawingml/2006/main">
              <a:ext uri="{FF2B5EF4-FFF2-40B4-BE49-F238E27FC236}">
                <a16:creationId xmlns:a16="http://schemas.microsoft.com/office/drawing/2014/main" id="{A3F4A0DA-E8E3-4524-93DA-1547A41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399" name="bootstrap-top-12x12-r11-c11">
            <a:extLst xmlns:a="http://schemas.openxmlformats.org/drawingml/2006/main">
              <a:ext uri="{FF2B5EF4-FFF2-40B4-BE49-F238E27FC236}">
                <a16:creationId xmlns:a16="http://schemas.microsoft.com/office/drawing/2014/main" id="{AD8DF8EA-6427-400D-BE6D-3DA786B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00" name="bootstrap-top-12x12-r11-c12">
            <a:extLst xmlns:a="http://schemas.openxmlformats.org/drawingml/2006/main">
              <a:ext uri="{FF2B5EF4-FFF2-40B4-BE49-F238E27FC236}">
                <a16:creationId xmlns:a16="http://schemas.microsoft.com/office/drawing/2014/main" id="{CA48731F-8D07-4484-A51A-9F13873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555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1" name="bootstrap-top-12x12-r12-c1">
            <a:extLst xmlns:a="http://schemas.openxmlformats.org/drawingml/2006/main">
              <a:ext uri="{FF2B5EF4-FFF2-40B4-BE49-F238E27FC236}">
                <a16:creationId xmlns:a16="http://schemas.microsoft.com/office/drawing/2014/main" id="{484BAE11-C282-4736-B3D5-6D92CC88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2" name="bootstrap-top-12x12-r12-c2">
            <a:extLst xmlns:a="http://schemas.openxmlformats.org/drawingml/2006/main">
              <a:ext uri="{FF2B5EF4-FFF2-40B4-BE49-F238E27FC236}">
                <a16:creationId xmlns:a16="http://schemas.microsoft.com/office/drawing/2014/main" id="{E09BB989-28EC-40B3-B43D-FC857D55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3" name="bootstrap-top-12x12-r12-c3">
            <a:extLst xmlns:a="http://schemas.openxmlformats.org/drawingml/2006/main">
              <a:ext uri="{FF2B5EF4-FFF2-40B4-BE49-F238E27FC236}">
                <a16:creationId xmlns:a16="http://schemas.microsoft.com/office/drawing/2014/main" id="{5989AE7C-D42A-4006-AF8D-0B4F25F2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4" name="bootstrap-top-12x12-r12-c4">
            <a:extLst xmlns:a="http://schemas.openxmlformats.org/drawingml/2006/main">
              <a:ext uri="{FF2B5EF4-FFF2-40B4-BE49-F238E27FC236}">
                <a16:creationId xmlns:a16="http://schemas.microsoft.com/office/drawing/2014/main" id="{BD9B64BE-BCF8-4C0A-B6BC-7EC8417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5" name="bootstrap-top-12x12-r12-c5">
            <a:extLst xmlns:a="http://schemas.openxmlformats.org/drawingml/2006/main">
              <a:ext uri="{FF2B5EF4-FFF2-40B4-BE49-F238E27FC236}">
                <a16:creationId xmlns:a16="http://schemas.microsoft.com/office/drawing/2014/main" id="{4B1FEBA5-E86C-4DDF-9379-000D48D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6" name="bootstrap-top-12x12-r12-c6">
            <a:extLst xmlns:a="http://schemas.openxmlformats.org/drawingml/2006/main">
              <a:ext uri="{FF2B5EF4-FFF2-40B4-BE49-F238E27FC236}">
                <a16:creationId xmlns:a16="http://schemas.microsoft.com/office/drawing/2014/main" id="{74ECF283-C44D-4284-A999-36A7DE37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7" name="bootstrap-top-12x12-r12-c7">
            <a:extLst xmlns:a="http://schemas.openxmlformats.org/drawingml/2006/main">
              <a:ext uri="{FF2B5EF4-FFF2-40B4-BE49-F238E27FC236}">
                <a16:creationId xmlns:a16="http://schemas.microsoft.com/office/drawing/2014/main" id="{45451968-8FD4-4CEB-A1DA-5DEE7F2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8" name="bootstrap-top-12x12-r12-c8">
            <a:extLst xmlns:a="http://schemas.openxmlformats.org/drawingml/2006/main">
              <a:ext uri="{FF2B5EF4-FFF2-40B4-BE49-F238E27FC236}">
                <a16:creationId xmlns:a16="http://schemas.microsoft.com/office/drawing/2014/main" id="{74162375-125A-42DC-B079-8B4872F7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09" name="bootstrap-top-12x12-r12-c9">
            <a:extLst xmlns:a="http://schemas.openxmlformats.org/drawingml/2006/main">
              <a:ext uri="{FF2B5EF4-FFF2-40B4-BE49-F238E27FC236}">
                <a16:creationId xmlns:a16="http://schemas.microsoft.com/office/drawing/2014/main" id="{CCC652F1-DF03-4E57-94FF-011DC67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0" name="bootstrap-top-12x12-r12-c10">
            <a:extLst xmlns:a="http://schemas.openxmlformats.org/drawingml/2006/main">
              <a:ext uri="{FF2B5EF4-FFF2-40B4-BE49-F238E27FC236}">
                <a16:creationId xmlns:a16="http://schemas.microsoft.com/office/drawing/2014/main" id="{BA5E4BD8-5031-454D-89FA-79DCDD31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1" name="bootstrap-top-12x12-r12-c11">
            <a:extLst xmlns:a="http://schemas.openxmlformats.org/drawingml/2006/main">
              <a:ext uri="{FF2B5EF4-FFF2-40B4-BE49-F238E27FC236}">
                <a16:creationId xmlns:a16="http://schemas.microsoft.com/office/drawing/2014/main" id="{85CF4B38-101C-4659-89AE-8B03D2CD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2" name="bootstrap-top-12x12-r12-c12">
            <a:extLst xmlns:a="http://schemas.openxmlformats.org/drawingml/2006/main">
              <a:ext uri="{FF2B5EF4-FFF2-40B4-BE49-F238E27FC236}">
                <a16:creationId xmlns:a16="http://schemas.microsoft.com/office/drawing/2014/main" id="{582E4375-D4D8-4A8F-B46F-6599B0CD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644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13" name="bootstrap-middle-12x12-r1-c1">
            <a:extLst xmlns:a="http://schemas.openxmlformats.org/drawingml/2006/main">
              <a:ext uri="{FF2B5EF4-FFF2-40B4-BE49-F238E27FC236}">
                <a16:creationId xmlns:a16="http://schemas.microsoft.com/office/drawing/2014/main" id="{029DA05E-B90A-4D58-8020-28847D4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14" name="bootstrap-middle-12x12-r1-c2">
            <a:extLst xmlns:a="http://schemas.openxmlformats.org/drawingml/2006/main">
              <a:ext uri="{FF2B5EF4-FFF2-40B4-BE49-F238E27FC236}">
                <a16:creationId xmlns:a16="http://schemas.microsoft.com/office/drawing/2014/main" id="{3E1C2C6D-6901-4577-A1D6-71D6577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5" name="bootstrap-middle-12x12-r1-c3">
            <a:extLst xmlns:a="http://schemas.openxmlformats.org/drawingml/2006/main">
              <a:ext uri="{FF2B5EF4-FFF2-40B4-BE49-F238E27FC236}">
                <a16:creationId xmlns:a16="http://schemas.microsoft.com/office/drawing/2014/main" id="{F77F83EA-7022-47C2-A67B-8FF7A6B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6" name="bootstrap-middle-12x12-r1-c4">
            <a:extLst xmlns:a="http://schemas.openxmlformats.org/drawingml/2006/main">
              <a:ext uri="{FF2B5EF4-FFF2-40B4-BE49-F238E27FC236}">
                <a16:creationId xmlns:a16="http://schemas.microsoft.com/office/drawing/2014/main" id="{270D8389-CA60-42AF-A4FA-C5930604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7" name="bootstrap-middle-12x12-r1-c5">
            <a:extLst xmlns:a="http://schemas.openxmlformats.org/drawingml/2006/main">
              <a:ext uri="{FF2B5EF4-FFF2-40B4-BE49-F238E27FC236}">
                <a16:creationId xmlns:a16="http://schemas.microsoft.com/office/drawing/2014/main" id="{59CEE48F-6FE3-4435-81C3-3CB1DE85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8" name="bootstrap-middle-12x12-r1-c6">
            <a:extLst xmlns:a="http://schemas.openxmlformats.org/drawingml/2006/main">
              <a:ext uri="{FF2B5EF4-FFF2-40B4-BE49-F238E27FC236}">
                <a16:creationId xmlns:a16="http://schemas.microsoft.com/office/drawing/2014/main" id="{D6983ADF-08A8-4245-8369-08B6CD8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19" name="bootstrap-middle-12x12-r1-c7">
            <a:extLst xmlns:a="http://schemas.openxmlformats.org/drawingml/2006/main">
              <a:ext uri="{FF2B5EF4-FFF2-40B4-BE49-F238E27FC236}">
                <a16:creationId xmlns:a16="http://schemas.microsoft.com/office/drawing/2014/main" id="{427B832B-9B15-4BAD-A5A4-B54D93B0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0" name="bootstrap-middle-12x12-r1-c8">
            <a:extLst xmlns:a="http://schemas.openxmlformats.org/drawingml/2006/main">
              <a:ext uri="{FF2B5EF4-FFF2-40B4-BE49-F238E27FC236}">
                <a16:creationId xmlns:a16="http://schemas.microsoft.com/office/drawing/2014/main" id="{7110CB6B-46B4-4E49-A9C7-9B3016C4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1" name="bootstrap-middle-12x12-r1-c9">
            <a:extLst xmlns:a="http://schemas.openxmlformats.org/drawingml/2006/main">
              <a:ext uri="{FF2B5EF4-FFF2-40B4-BE49-F238E27FC236}">
                <a16:creationId xmlns:a16="http://schemas.microsoft.com/office/drawing/2014/main" id="{72FA7D7E-091F-4F7E-B2DB-7A65EBCF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2" name="bootstrap-middle-12x12-r1-c10">
            <a:extLst xmlns:a="http://schemas.openxmlformats.org/drawingml/2006/main">
              <a:ext uri="{FF2B5EF4-FFF2-40B4-BE49-F238E27FC236}">
                <a16:creationId xmlns:a16="http://schemas.microsoft.com/office/drawing/2014/main" id="{69D6B9F0-2BBA-4782-8826-B79F4597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3" name="bootstrap-middle-12x12-r1-c11">
            <a:extLst xmlns:a="http://schemas.openxmlformats.org/drawingml/2006/main">
              <a:ext uri="{FF2B5EF4-FFF2-40B4-BE49-F238E27FC236}">
                <a16:creationId xmlns:a16="http://schemas.microsoft.com/office/drawing/2014/main" id="{53FF907A-E83D-41B8-8CEC-5D17E746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4" name="bootstrap-middle-12x12-r1-c12">
            <a:extLst xmlns:a="http://schemas.openxmlformats.org/drawingml/2006/main">
              <a:ext uri="{FF2B5EF4-FFF2-40B4-BE49-F238E27FC236}">
                <a16:creationId xmlns:a16="http://schemas.microsoft.com/office/drawing/2014/main" id="{9D9956E6-5944-4411-87AE-F05DA422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286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5" name="bootstrap-middle-12x12-r2-c1">
            <a:extLst xmlns:a="http://schemas.openxmlformats.org/drawingml/2006/main">
              <a:ext uri="{FF2B5EF4-FFF2-40B4-BE49-F238E27FC236}">
                <a16:creationId xmlns:a16="http://schemas.microsoft.com/office/drawing/2014/main" id="{ADBE5EE7-DBD0-45FA-BE9B-7E0F7E39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6" name="bootstrap-middle-12x12-r2-c2">
            <a:extLst xmlns:a="http://schemas.openxmlformats.org/drawingml/2006/main">
              <a:ext uri="{FF2B5EF4-FFF2-40B4-BE49-F238E27FC236}">
                <a16:creationId xmlns:a16="http://schemas.microsoft.com/office/drawing/2014/main" id="{B5CC01B3-A985-4BBF-97F0-66648E43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27" name="bootstrap-middle-12x12-r2-c3">
            <a:extLst xmlns:a="http://schemas.openxmlformats.org/drawingml/2006/main">
              <a:ext uri="{FF2B5EF4-FFF2-40B4-BE49-F238E27FC236}">
                <a16:creationId xmlns:a16="http://schemas.microsoft.com/office/drawing/2014/main" id="{4D82A7D4-2F87-460C-82D7-E431B87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8" name="bootstrap-middle-12x12-r2-c4">
            <a:extLst xmlns:a="http://schemas.openxmlformats.org/drawingml/2006/main">
              <a:ext uri="{FF2B5EF4-FFF2-40B4-BE49-F238E27FC236}">
                <a16:creationId xmlns:a16="http://schemas.microsoft.com/office/drawing/2014/main" id="{D524ECB9-6D6C-444F-8F22-98847504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29" name="bootstrap-middle-12x12-r2-c5">
            <a:extLst xmlns:a="http://schemas.openxmlformats.org/drawingml/2006/main">
              <a:ext uri="{FF2B5EF4-FFF2-40B4-BE49-F238E27FC236}">
                <a16:creationId xmlns:a16="http://schemas.microsoft.com/office/drawing/2014/main" id="{A835419B-0534-455C-88E7-4BF6992C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0" name="bootstrap-middle-12x12-r2-c6">
            <a:extLst xmlns:a="http://schemas.openxmlformats.org/drawingml/2006/main">
              <a:ext uri="{FF2B5EF4-FFF2-40B4-BE49-F238E27FC236}">
                <a16:creationId xmlns:a16="http://schemas.microsoft.com/office/drawing/2014/main" id="{A5D6E927-527D-444D-8A95-ED6AF16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1" name="bootstrap-middle-12x12-r2-c7">
            <a:extLst xmlns:a="http://schemas.openxmlformats.org/drawingml/2006/main">
              <a:ext uri="{FF2B5EF4-FFF2-40B4-BE49-F238E27FC236}">
                <a16:creationId xmlns:a16="http://schemas.microsoft.com/office/drawing/2014/main" id="{4A802536-4C25-4F17-A0D5-536F6530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2" name="bootstrap-middle-12x12-r2-c8">
            <a:extLst xmlns:a="http://schemas.openxmlformats.org/drawingml/2006/main">
              <a:ext uri="{FF2B5EF4-FFF2-40B4-BE49-F238E27FC236}">
                <a16:creationId xmlns:a16="http://schemas.microsoft.com/office/drawing/2014/main" id="{42BA3755-B3E0-4E30-9503-33D0450A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3" name="bootstrap-middle-12x12-r2-c9">
            <a:extLst xmlns:a="http://schemas.openxmlformats.org/drawingml/2006/main">
              <a:ext uri="{FF2B5EF4-FFF2-40B4-BE49-F238E27FC236}">
                <a16:creationId xmlns:a16="http://schemas.microsoft.com/office/drawing/2014/main" id="{2D84F2CC-8080-401B-BB0F-9B1E2F64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4" name="bootstrap-middle-12x12-r2-c10">
            <a:extLst xmlns:a="http://schemas.openxmlformats.org/drawingml/2006/main">
              <a:ext uri="{FF2B5EF4-FFF2-40B4-BE49-F238E27FC236}">
                <a16:creationId xmlns:a16="http://schemas.microsoft.com/office/drawing/2014/main" id="{D958B745-0B84-4F00-BD5E-14F5219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5" name="bootstrap-middle-12x12-r2-c11">
            <a:extLst xmlns:a="http://schemas.openxmlformats.org/drawingml/2006/main">
              <a:ext uri="{FF2B5EF4-FFF2-40B4-BE49-F238E27FC236}">
                <a16:creationId xmlns:a16="http://schemas.microsoft.com/office/drawing/2014/main" id="{837EC71D-5FF2-497A-8378-9F460C92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6" name="bootstrap-middle-12x12-r2-c12">
            <a:extLst xmlns:a="http://schemas.openxmlformats.org/drawingml/2006/main">
              <a:ext uri="{FF2B5EF4-FFF2-40B4-BE49-F238E27FC236}">
                <a16:creationId xmlns:a16="http://schemas.microsoft.com/office/drawing/2014/main" id="{B024181C-1E6A-420F-846E-19D9A340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375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7" name="bootstrap-middle-12x12-r3-c1">
            <a:extLst xmlns:a="http://schemas.openxmlformats.org/drawingml/2006/main">
              <a:ext uri="{FF2B5EF4-FFF2-40B4-BE49-F238E27FC236}">
                <a16:creationId xmlns:a16="http://schemas.microsoft.com/office/drawing/2014/main" id="{62E3749E-498F-4C37-8739-8D273C0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8" name="bootstrap-middle-12x12-r3-c2">
            <a:extLst xmlns:a="http://schemas.openxmlformats.org/drawingml/2006/main">
              <a:ext uri="{FF2B5EF4-FFF2-40B4-BE49-F238E27FC236}">
                <a16:creationId xmlns:a16="http://schemas.microsoft.com/office/drawing/2014/main" id="{E981D9C9-4061-4338-B921-E920C8AB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39" name="bootstrap-middle-12x12-r3-c3">
            <a:extLst xmlns:a="http://schemas.openxmlformats.org/drawingml/2006/main">
              <a:ext uri="{FF2B5EF4-FFF2-40B4-BE49-F238E27FC236}">
                <a16:creationId xmlns:a16="http://schemas.microsoft.com/office/drawing/2014/main" id="{A7E98321-35F6-4794-BE87-AD244619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40" name="bootstrap-middle-12x12-r3-c4">
            <a:extLst xmlns:a="http://schemas.openxmlformats.org/drawingml/2006/main">
              <a:ext uri="{FF2B5EF4-FFF2-40B4-BE49-F238E27FC236}">
                <a16:creationId xmlns:a16="http://schemas.microsoft.com/office/drawing/2014/main" id="{6D8F0707-1917-48B9-AB1A-D2D157F5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1" name="bootstrap-middle-12x12-r3-c5">
            <a:extLst xmlns:a="http://schemas.openxmlformats.org/drawingml/2006/main">
              <a:ext uri="{FF2B5EF4-FFF2-40B4-BE49-F238E27FC236}">
                <a16:creationId xmlns:a16="http://schemas.microsoft.com/office/drawing/2014/main" id="{B88BB3C2-859A-4D22-A9E7-EA70A93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2" name="bootstrap-middle-12x12-r3-c6">
            <a:extLst xmlns:a="http://schemas.openxmlformats.org/drawingml/2006/main">
              <a:ext uri="{FF2B5EF4-FFF2-40B4-BE49-F238E27FC236}">
                <a16:creationId xmlns:a16="http://schemas.microsoft.com/office/drawing/2014/main" id="{59975FD4-5616-4CAD-8134-C53ED3FD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3" name="bootstrap-middle-12x12-r3-c7">
            <a:extLst xmlns:a="http://schemas.openxmlformats.org/drawingml/2006/main">
              <a:ext uri="{FF2B5EF4-FFF2-40B4-BE49-F238E27FC236}">
                <a16:creationId xmlns:a16="http://schemas.microsoft.com/office/drawing/2014/main" id="{BF4AFEB1-47B1-4C96-919F-2A13F03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4" name="bootstrap-middle-12x12-r3-c8">
            <a:extLst xmlns:a="http://schemas.openxmlformats.org/drawingml/2006/main">
              <a:ext uri="{FF2B5EF4-FFF2-40B4-BE49-F238E27FC236}">
                <a16:creationId xmlns:a16="http://schemas.microsoft.com/office/drawing/2014/main" id="{329BD983-F2B5-4A53-B7C1-FCA8779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5" name="bootstrap-middle-12x12-r3-c9">
            <a:extLst xmlns:a="http://schemas.openxmlformats.org/drawingml/2006/main">
              <a:ext uri="{FF2B5EF4-FFF2-40B4-BE49-F238E27FC236}">
                <a16:creationId xmlns:a16="http://schemas.microsoft.com/office/drawing/2014/main" id="{4F18351F-15D3-4A97-A938-24363516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6" name="bootstrap-middle-12x12-r3-c10">
            <a:extLst xmlns:a="http://schemas.openxmlformats.org/drawingml/2006/main">
              <a:ext uri="{FF2B5EF4-FFF2-40B4-BE49-F238E27FC236}">
                <a16:creationId xmlns:a16="http://schemas.microsoft.com/office/drawing/2014/main" id="{027AB370-E67B-4447-A256-CDE6BEF5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7" name="bootstrap-middle-12x12-r3-c11">
            <a:extLst xmlns:a="http://schemas.openxmlformats.org/drawingml/2006/main">
              <a:ext uri="{FF2B5EF4-FFF2-40B4-BE49-F238E27FC236}">
                <a16:creationId xmlns:a16="http://schemas.microsoft.com/office/drawing/2014/main" id="{816EC057-AC70-4C5A-A154-83E8B7E7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8" name="bootstrap-middle-12x12-r3-c12">
            <a:extLst xmlns:a="http://schemas.openxmlformats.org/drawingml/2006/main">
              <a:ext uri="{FF2B5EF4-FFF2-40B4-BE49-F238E27FC236}">
                <a16:creationId xmlns:a16="http://schemas.microsoft.com/office/drawing/2014/main" id="{E6EF1580-E67D-47AA-9005-35E7B586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4639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49" name="bootstrap-middle-12x12-r4-c1">
            <a:extLst xmlns:a="http://schemas.openxmlformats.org/drawingml/2006/main">
              <a:ext uri="{FF2B5EF4-FFF2-40B4-BE49-F238E27FC236}">
                <a16:creationId xmlns:a16="http://schemas.microsoft.com/office/drawing/2014/main" id="{BFFC44B5-DCC8-4AA2-81E3-2B929EFB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0" name="bootstrap-middle-12x12-r4-c2">
            <a:extLst xmlns:a="http://schemas.openxmlformats.org/drawingml/2006/main">
              <a:ext uri="{FF2B5EF4-FFF2-40B4-BE49-F238E27FC236}">
                <a16:creationId xmlns:a16="http://schemas.microsoft.com/office/drawing/2014/main" id="{77216BF1-1AF3-4019-B718-E64EFED1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1" name="bootstrap-middle-12x12-r4-c3">
            <a:extLst xmlns:a="http://schemas.openxmlformats.org/drawingml/2006/main">
              <a:ext uri="{FF2B5EF4-FFF2-40B4-BE49-F238E27FC236}">
                <a16:creationId xmlns:a16="http://schemas.microsoft.com/office/drawing/2014/main" id="{353A637A-0966-44C6-924A-98F7877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2" name="bootstrap-middle-12x12-r4-c4">
            <a:extLst xmlns:a="http://schemas.openxmlformats.org/drawingml/2006/main">
              <a:ext uri="{FF2B5EF4-FFF2-40B4-BE49-F238E27FC236}">
                <a16:creationId xmlns:a16="http://schemas.microsoft.com/office/drawing/2014/main" id="{152E91BA-8876-444C-842D-E8D8E608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53" name="bootstrap-middle-12x12-r4-c5">
            <a:extLst xmlns:a="http://schemas.openxmlformats.org/drawingml/2006/main">
              <a:ext uri="{FF2B5EF4-FFF2-40B4-BE49-F238E27FC236}">
                <a16:creationId xmlns:a16="http://schemas.microsoft.com/office/drawing/2014/main" id="{D73AE8C5-E76F-44E1-BD05-760862C9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4" name="bootstrap-middle-12x12-r4-c6">
            <a:extLst xmlns:a="http://schemas.openxmlformats.org/drawingml/2006/main">
              <a:ext uri="{FF2B5EF4-FFF2-40B4-BE49-F238E27FC236}">
                <a16:creationId xmlns:a16="http://schemas.microsoft.com/office/drawing/2014/main" id="{71626915-5BBC-4CDE-B02D-4C1F263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5" name="bootstrap-middle-12x12-r4-c7">
            <a:extLst xmlns:a="http://schemas.openxmlformats.org/drawingml/2006/main">
              <a:ext uri="{FF2B5EF4-FFF2-40B4-BE49-F238E27FC236}">
                <a16:creationId xmlns:a16="http://schemas.microsoft.com/office/drawing/2014/main" id="{D8F50C85-40C9-41A7-93DE-B187964B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6" name="bootstrap-middle-12x12-r4-c8">
            <a:extLst xmlns:a="http://schemas.openxmlformats.org/drawingml/2006/main">
              <a:ext uri="{FF2B5EF4-FFF2-40B4-BE49-F238E27FC236}">
                <a16:creationId xmlns:a16="http://schemas.microsoft.com/office/drawing/2014/main" id="{D5E6B15D-450C-428C-8A86-53DF927C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7" name="bootstrap-middle-12x12-r4-c9">
            <a:extLst xmlns:a="http://schemas.openxmlformats.org/drawingml/2006/main">
              <a:ext uri="{FF2B5EF4-FFF2-40B4-BE49-F238E27FC236}">
                <a16:creationId xmlns:a16="http://schemas.microsoft.com/office/drawing/2014/main" id="{5D0231A6-0488-429C-93F6-C8D3CF2D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8" name="bootstrap-middle-12x12-r4-c10">
            <a:extLst xmlns:a="http://schemas.openxmlformats.org/drawingml/2006/main">
              <a:ext uri="{FF2B5EF4-FFF2-40B4-BE49-F238E27FC236}">
                <a16:creationId xmlns:a16="http://schemas.microsoft.com/office/drawing/2014/main" id="{0CD82310-D29F-4790-B459-C7C4F20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59" name="bootstrap-middle-12x12-r4-c11">
            <a:extLst xmlns:a="http://schemas.openxmlformats.org/drawingml/2006/main">
              <a:ext uri="{FF2B5EF4-FFF2-40B4-BE49-F238E27FC236}">
                <a16:creationId xmlns:a16="http://schemas.microsoft.com/office/drawing/2014/main" id="{3D8FE60B-5372-4271-AF66-AD42AA63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0" name="bootstrap-middle-12x12-r4-c12">
            <a:extLst xmlns:a="http://schemas.openxmlformats.org/drawingml/2006/main">
              <a:ext uri="{FF2B5EF4-FFF2-40B4-BE49-F238E27FC236}">
                <a16:creationId xmlns:a16="http://schemas.microsoft.com/office/drawing/2014/main" id="{9DC0725E-0836-49A0-B868-5AADEEE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5528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1" name="bootstrap-middle-12x12-r5-c1">
            <a:extLst xmlns:a="http://schemas.openxmlformats.org/drawingml/2006/main">
              <a:ext uri="{FF2B5EF4-FFF2-40B4-BE49-F238E27FC236}">
                <a16:creationId xmlns:a16="http://schemas.microsoft.com/office/drawing/2014/main" id="{37A64A5B-9862-45E2-B865-62371DBF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2" name="bootstrap-middle-12x12-r5-c2">
            <a:extLst xmlns:a="http://schemas.openxmlformats.org/drawingml/2006/main">
              <a:ext uri="{FF2B5EF4-FFF2-40B4-BE49-F238E27FC236}">
                <a16:creationId xmlns:a16="http://schemas.microsoft.com/office/drawing/2014/main" id="{FBD1F843-E008-45C7-AA5D-930402FA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3" name="bootstrap-middle-12x12-r5-c3">
            <a:extLst xmlns:a="http://schemas.openxmlformats.org/drawingml/2006/main">
              <a:ext uri="{FF2B5EF4-FFF2-40B4-BE49-F238E27FC236}">
                <a16:creationId xmlns:a16="http://schemas.microsoft.com/office/drawing/2014/main" id="{20C4B86C-619B-4BE9-9F42-E2CBE78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4" name="bootstrap-middle-12x12-r5-c4">
            <a:extLst xmlns:a="http://schemas.openxmlformats.org/drawingml/2006/main">
              <a:ext uri="{FF2B5EF4-FFF2-40B4-BE49-F238E27FC236}">
                <a16:creationId xmlns:a16="http://schemas.microsoft.com/office/drawing/2014/main" id="{97D09342-63E3-4B20-B67E-3B0722E6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5" name="bootstrap-middle-12x12-r5-c5">
            <a:extLst xmlns:a="http://schemas.openxmlformats.org/drawingml/2006/main">
              <a:ext uri="{FF2B5EF4-FFF2-40B4-BE49-F238E27FC236}">
                <a16:creationId xmlns:a16="http://schemas.microsoft.com/office/drawing/2014/main" id="{6CE6AFAE-4C26-4BF1-A7FF-1D1224C8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66" name="bootstrap-middle-12x12-r5-c6">
            <a:extLst xmlns:a="http://schemas.openxmlformats.org/drawingml/2006/main">
              <a:ext uri="{FF2B5EF4-FFF2-40B4-BE49-F238E27FC236}">
                <a16:creationId xmlns:a16="http://schemas.microsoft.com/office/drawing/2014/main" id="{D7F80A05-FEB4-4B30-846D-81F7B260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7" name="bootstrap-middle-12x12-r5-c7">
            <a:extLst xmlns:a="http://schemas.openxmlformats.org/drawingml/2006/main">
              <a:ext uri="{FF2B5EF4-FFF2-40B4-BE49-F238E27FC236}">
                <a16:creationId xmlns:a16="http://schemas.microsoft.com/office/drawing/2014/main" id="{610F0C6A-D1AD-4C02-8B98-F199553F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8" name="bootstrap-middle-12x12-r5-c8">
            <a:extLst xmlns:a="http://schemas.openxmlformats.org/drawingml/2006/main">
              <a:ext uri="{FF2B5EF4-FFF2-40B4-BE49-F238E27FC236}">
                <a16:creationId xmlns:a16="http://schemas.microsoft.com/office/drawing/2014/main" id="{60F9CB14-14CD-4436-AA7B-44F90980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69" name="bootstrap-middle-12x12-r5-c9">
            <a:extLst xmlns:a="http://schemas.openxmlformats.org/drawingml/2006/main">
              <a:ext uri="{FF2B5EF4-FFF2-40B4-BE49-F238E27FC236}">
                <a16:creationId xmlns:a16="http://schemas.microsoft.com/office/drawing/2014/main" id="{27699079-F90B-42DA-A4CE-78B3ED58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0" name="bootstrap-middle-12x12-r5-c10">
            <a:extLst xmlns:a="http://schemas.openxmlformats.org/drawingml/2006/main">
              <a:ext uri="{FF2B5EF4-FFF2-40B4-BE49-F238E27FC236}">
                <a16:creationId xmlns:a16="http://schemas.microsoft.com/office/drawing/2014/main" id="{D54BD547-57CF-4F87-93C9-1A329B1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1" name="bootstrap-middle-12x12-r5-c11">
            <a:extLst xmlns:a="http://schemas.openxmlformats.org/drawingml/2006/main">
              <a:ext uri="{FF2B5EF4-FFF2-40B4-BE49-F238E27FC236}">
                <a16:creationId xmlns:a16="http://schemas.microsoft.com/office/drawing/2014/main" id="{A51C5DC5-5BF5-49C3-84E2-387AD6ED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2" name="bootstrap-middle-12x12-r5-c12">
            <a:extLst xmlns:a="http://schemas.openxmlformats.org/drawingml/2006/main">
              <a:ext uri="{FF2B5EF4-FFF2-40B4-BE49-F238E27FC236}">
                <a16:creationId xmlns:a16="http://schemas.microsoft.com/office/drawing/2014/main" id="{DE84C500-4A43-4CA0-AC08-0697842B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6417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3" name="bootstrap-middle-12x12-r6-c1">
            <a:extLst xmlns:a="http://schemas.openxmlformats.org/drawingml/2006/main">
              <a:ext uri="{FF2B5EF4-FFF2-40B4-BE49-F238E27FC236}">
                <a16:creationId xmlns:a16="http://schemas.microsoft.com/office/drawing/2014/main" id="{E4FC14D6-F30A-42E2-880C-0B1DEC3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4" name="bootstrap-middle-12x12-r6-c2">
            <a:extLst xmlns:a="http://schemas.openxmlformats.org/drawingml/2006/main">
              <a:ext uri="{FF2B5EF4-FFF2-40B4-BE49-F238E27FC236}">
                <a16:creationId xmlns:a16="http://schemas.microsoft.com/office/drawing/2014/main" id="{99B6B00B-37E5-4FD5-808C-9BA17A93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5" name="bootstrap-middle-12x12-r6-c3">
            <a:extLst xmlns:a="http://schemas.openxmlformats.org/drawingml/2006/main">
              <a:ext uri="{FF2B5EF4-FFF2-40B4-BE49-F238E27FC236}">
                <a16:creationId xmlns:a16="http://schemas.microsoft.com/office/drawing/2014/main" id="{6EF2379C-56A0-4609-AF88-469D77B9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6" name="bootstrap-middle-12x12-r6-c4">
            <a:extLst xmlns:a="http://schemas.openxmlformats.org/drawingml/2006/main">
              <a:ext uri="{FF2B5EF4-FFF2-40B4-BE49-F238E27FC236}">
                <a16:creationId xmlns:a16="http://schemas.microsoft.com/office/drawing/2014/main" id="{D693568E-4020-4E71-99A5-979047AC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7" name="bootstrap-middle-12x12-r6-c5">
            <a:extLst xmlns:a="http://schemas.openxmlformats.org/drawingml/2006/main">
              <a:ext uri="{FF2B5EF4-FFF2-40B4-BE49-F238E27FC236}">
                <a16:creationId xmlns:a16="http://schemas.microsoft.com/office/drawing/2014/main" id="{CFCCB4D6-AB04-4224-941C-A820DDC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78" name="bootstrap-middle-12x12-r6-c6">
            <a:extLst xmlns:a="http://schemas.openxmlformats.org/drawingml/2006/main">
              <a:ext uri="{FF2B5EF4-FFF2-40B4-BE49-F238E27FC236}">
                <a16:creationId xmlns:a16="http://schemas.microsoft.com/office/drawing/2014/main" id="{B30A6B0D-7B49-414C-B8D0-4FBB58EA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79" name="bootstrap-middle-12x12-r6-c7">
            <a:extLst xmlns:a="http://schemas.openxmlformats.org/drawingml/2006/main">
              <a:ext uri="{FF2B5EF4-FFF2-40B4-BE49-F238E27FC236}">
                <a16:creationId xmlns:a16="http://schemas.microsoft.com/office/drawing/2014/main" id="{A4F8D017-2039-45C9-97FA-440EE5C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0" name="bootstrap-middle-12x12-r6-c8">
            <a:extLst xmlns:a="http://schemas.openxmlformats.org/drawingml/2006/main">
              <a:ext uri="{FF2B5EF4-FFF2-40B4-BE49-F238E27FC236}">
                <a16:creationId xmlns:a16="http://schemas.microsoft.com/office/drawing/2014/main" id="{6C3C8CBE-8A5C-4317-914C-0E3EF5C7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1" name="bootstrap-middle-12x12-r6-c9">
            <a:extLst xmlns:a="http://schemas.openxmlformats.org/drawingml/2006/main">
              <a:ext uri="{FF2B5EF4-FFF2-40B4-BE49-F238E27FC236}">
                <a16:creationId xmlns:a16="http://schemas.microsoft.com/office/drawing/2014/main" id="{51A65BD8-5C29-419F-8E80-00B738FE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2" name="bootstrap-middle-12x12-r6-c10">
            <a:extLst xmlns:a="http://schemas.openxmlformats.org/drawingml/2006/main">
              <a:ext uri="{FF2B5EF4-FFF2-40B4-BE49-F238E27FC236}">
                <a16:creationId xmlns:a16="http://schemas.microsoft.com/office/drawing/2014/main" id="{0B6D60B0-766D-4A9C-8214-4784B2C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3" name="bootstrap-middle-12x12-r6-c11">
            <a:extLst xmlns:a="http://schemas.openxmlformats.org/drawingml/2006/main">
              <a:ext uri="{FF2B5EF4-FFF2-40B4-BE49-F238E27FC236}">
                <a16:creationId xmlns:a16="http://schemas.microsoft.com/office/drawing/2014/main" id="{A91C8F56-5A2A-4B0A-A201-844ADF4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4" name="bootstrap-middle-12x12-r6-c12">
            <a:extLst xmlns:a="http://schemas.openxmlformats.org/drawingml/2006/main">
              <a:ext uri="{FF2B5EF4-FFF2-40B4-BE49-F238E27FC236}">
                <a16:creationId xmlns:a16="http://schemas.microsoft.com/office/drawing/2014/main" id="{4CBA29DB-6B3F-470E-BF45-6FA6B2CE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7306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5" name="bootstrap-middle-12x12-r7-c1">
            <a:extLst xmlns:a="http://schemas.openxmlformats.org/drawingml/2006/main">
              <a:ext uri="{FF2B5EF4-FFF2-40B4-BE49-F238E27FC236}">
                <a16:creationId xmlns:a16="http://schemas.microsoft.com/office/drawing/2014/main" id="{72D66861-917C-4029-AC07-0F5DFF2F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6" name="bootstrap-middle-12x12-r7-c2">
            <a:extLst xmlns:a="http://schemas.openxmlformats.org/drawingml/2006/main">
              <a:ext uri="{FF2B5EF4-FFF2-40B4-BE49-F238E27FC236}">
                <a16:creationId xmlns:a16="http://schemas.microsoft.com/office/drawing/2014/main" id="{8AC1AE26-2444-4A8F-A19D-349380CF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7" name="bootstrap-middle-12x12-r7-c3">
            <a:extLst xmlns:a="http://schemas.openxmlformats.org/drawingml/2006/main">
              <a:ext uri="{FF2B5EF4-FFF2-40B4-BE49-F238E27FC236}">
                <a16:creationId xmlns:a16="http://schemas.microsoft.com/office/drawing/2014/main" id="{714F3683-6FB7-4C02-9359-07DBED4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8" name="bootstrap-middle-12x12-r7-c4">
            <a:extLst xmlns:a="http://schemas.openxmlformats.org/drawingml/2006/main">
              <a:ext uri="{FF2B5EF4-FFF2-40B4-BE49-F238E27FC236}">
                <a16:creationId xmlns:a16="http://schemas.microsoft.com/office/drawing/2014/main" id="{BF1B0110-D53B-4E58-B0EF-040AEBF9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89" name="bootstrap-middle-12x12-r7-c5">
            <a:extLst xmlns:a="http://schemas.openxmlformats.org/drawingml/2006/main">
              <a:ext uri="{FF2B5EF4-FFF2-40B4-BE49-F238E27FC236}">
                <a16:creationId xmlns:a16="http://schemas.microsoft.com/office/drawing/2014/main" id="{124AA695-0FE1-41EC-8796-BD3D1D4F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0" name="bootstrap-middle-12x12-r7-c6">
            <a:extLst xmlns:a="http://schemas.openxmlformats.org/drawingml/2006/main">
              <a:ext uri="{FF2B5EF4-FFF2-40B4-BE49-F238E27FC236}">
                <a16:creationId xmlns:a16="http://schemas.microsoft.com/office/drawing/2014/main" id="{009E5F81-D838-4B62-AF60-DDB542EF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1" name="bootstrap-middle-12x12-r7-c7">
            <a:extLst xmlns:a="http://schemas.openxmlformats.org/drawingml/2006/main">
              <a:ext uri="{FF2B5EF4-FFF2-40B4-BE49-F238E27FC236}">
                <a16:creationId xmlns:a16="http://schemas.microsoft.com/office/drawing/2014/main" id="{1FC5F331-DD34-4DD3-8B51-4DDDACF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492" name="bootstrap-middle-12x12-r7-c8">
            <a:extLst xmlns:a="http://schemas.openxmlformats.org/drawingml/2006/main">
              <a:ext uri="{FF2B5EF4-FFF2-40B4-BE49-F238E27FC236}">
                <a16:creationId xmlns:a16="http://schemas.microsoft.com/office/drawing/2014/main" id="{9F26A9EB-32BC-4EA6-ABA8-717DCC0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3" name="bootstrap-middle-12x12-r7-c9">
            <a:extLst xmlns:a="http://schemas.openxmlformats.org/drawingml/2006/main">
              <a:ext uri="{FF2B5EF4-FFF2-40B4-BE49-F238E27FC236}">
                <a16:creationId xmlns:a16="http://schemas.microsoft.com/office/drawing/2014/main" id="{11C990BE-CF9B-4CA2-97F7-9D3860D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4" name="bootstrap-middle-12x12-r7-c10">
            <a:extLst xmlns:a="http://schemas.openxmlformats.org/drawingml/2006/main">
              <a:ext uri="{FF2B5EF4-FFF2-40B4-BE49-F238E27FC236}">
                <a16:creationId xmlns:a16="http://schemas.microsoft.com/office/drawing/2014/main" id="{A8AF3FF7-FB2B-467A-80C8-4677C70A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5" name="bootstrap-middle-12x12-r7-c11">
            <a:extLst xmlns:a="http://schemas.openxmlformats.org/drawingml/2006/main">
              <a:ext uri="{FF2B5EF4-FFF2-40B4-BE49-F238E27FC236}">
                <a16:creationId xmlns:a16="http://schemas.microsoft.com/office/drawing/2014/main" id="{103C9C23-985C-4CC2-AAC0-BF648EDB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6" name="bootstrap-middle-12x12-r7-c12">
            <a:extLst xmlns:a="http://schemas.openxmlformats.org/drawingml/2006/main">
              <a:ext uri="{FF2B5EF4-FFF2-40B4-BE49-F238E27FC236}">
                <a16:creationId xmlns:a16="http://schemas.microsoft.com/office/drawing/2014/main" id="{59A5243E-DBF3-4360-94E9-C2882DE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8195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7" name="bootstrap-middle-12x12-r8-c1">
            <a:extLst xmlns:a="http://schemas.openxmlformats.org/drawingml/2006/main">
              <a:ext uri="{FF2B5EF4-FFF2-40B4-BE49-F238E27FC236}">
                <a16:creationId xmlns:a16="http://schemas.microsoft.com/office/drawing/2014/main" id="{8E3BFAE6-B2FB-4196-A71F-E4742FE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8" name="bootstrap-middle-12x12-r8-c2">
            <a:extLst xmlns:a="http://schemas.openxmlformats.org/drawingml/2006/main">
              <a:ext uri="{FF2B5EF4-FFF2-40B4-BE49-F238E27FC236}">
                <a16:creationId xmlns:a16="http://schemas.microsoft.com/office/drawing/2014/main" id="{FA9696F8-6F13-4896-BA91-303D5A17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499" name="bootstrap-middle-12x12-r8-c3">
            <a:extLst xmlns:a="http://schemas.openxmlformats.org/drawingml/2006/main">
              <a:ext uri="{FF2B5EF4-FFF2-40B4-BE49-F238E27FC236}">
                <a16:creationId xmlns:a16="http://schemas.microsoft.com/office/drawing/2014/main" id="{84D080B5-7DBD-44D4-AF23-D5BE9D21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0" name="bootstrap-middle-12x12-r8-c4">
            <a:extLst xmlns:a="http://schemas.openxmlformats.org/drawingml/2006/main">
              <a:ext uri="{FF2B5EF4-FFF2-40B4-BE49-F238E27FC236}">
                <a16:creationId xmlns:a16="http://schemas.microsoft.com/office/drawing/2014/main" id="{03528C31-1307-49A9-8359-60A010C4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1" name="bootstrap-middle-12x12-r8-c5">
            <a:extLst xmlns:a="http://schemas.openxmlformats.org/drawingml/2006/main">
              <a:ext uri="{FF2B5EF4-FFF2-40B4-BE49-F238E27FC236}">
                <a16:creationId xmlns:a16="http://schemas.microsoft.com/office/drawing/2014/main" id="{55067C54-8F99-40CF-8E10-4BB94949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2" name="bootstrap-middle-12x12-r8-c6">
            <a:extLst xmlns:a="http://schemas.openxmlformats.org/drawingml/2006/main">
              <a:ext uri="{FF2B5EF4-FFF2-40B4-BE49-F238E27FC236}">
                <a16:creationId xmlns:a16="http://schemas.microsoft.com/office/drawing/2014/main" id="{09FAE27C-4656-43A1-937C-116DBFF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3" name="bootstrap-middle-12x12-r8-c7">
            <a:extLst xmlns:a="http://schemas.openxmlformats.org/drawingml/2006/main">
              <a:ext uri="{FF2B5EF4-FFF2-40B4-BE49-F238E27FC236}">
                <a16:creationId xmlns:a16="http://schemas.microsoft.com/office/drawing/2014/main" id="{FF6C7AA8-A407-4FE6-80F6-A35FF275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4" name="bootstrap-middle-12x12-r8-c8">
            <a:extLst xmlns:a="http://schemas.openxmlformats.org/drawingml/2006/main">
              <a:ext uri="{FF2B5EF4-FFF2-40B4-BE49-F238E27FC236}">
                <a16:creationId xmlns:a16="http://schemas.microsoft.com/office/drawing/2014/main" id="{1E8EF170-C081-4CF4-BA75-4D3C06D8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05" name="bootstrap-middle-12x12-r8-c9">
            <a:extLst xmlns:a="http://schemas.openxmlformats.org/drawingml/2006/main">
              <a:ext uri="{FF2B5EF4-FFF2-40B4-BE49-F238E27FC236}">
                <a16:creationId xmlns:a16="http://schemas.microsoft.com/office/drawing/2014/main" id="{055B05F5-7C2A-4D14-8FD4-D6EE0F32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6" name="bootstrap-middle-12x12-r8-c10">
            <a:extLst xmlns:a="http://schemas.openxmlformats.org/drawingml/2006/main">
              <a:ext uri="{FF2B5EF4-FFF2-40B4-BE49-F238E27FC236}">
                <a16:creationId xmlns:a16="http://schemas.microsoft.com/office/drawing/2014/main" id="{FFE13439-4A28-4288-BFE9-F36B28E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7" name="bootstrap-middle-12x12-r8-c11">
            <a:extLst xmlns:a="http://schemas.openxmlformats.org/drawingml/2006/main">
              <a:ext uri="{FF2B5EF4-FFF2-40B4-BE49-F238E27FC236}">
                <a16:creationId xmlns:a16="http://schemas.microsoft.com/office/drawing/2014/main" id="{3E259ACD-5F56-43D0-8C58-9C21B148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8" name="bootstrap-middle-12x12-r8-c12">
            <a:extLst xmlns:a="http://schemas.openxmlformats.org/drawingml/2006/main">
              <a:ext uri="{FF2B5EF4-FFF2-40B4-BE49-F238E27FC236}">
                <a16:creationId xmlns:a16="http://schemas.microsoft.com/office/drawing/2014/main" id="{136338B6-A20E-453D-8475-EFD00780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9084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09" name="bootstrap-middle-12x12-r9-c1">
            <a:extLst xmlns:a="http://schemas.openxmlformats.org/drawingml/2006/main">
              <a:ext uri="{FF2B5EF4-FFF2-40B4-BE49-F238E27FC236}">
                <a16:creationId xmlns:a16="http://schemas.microsoft.com/office/drawing/2014/main" id="{4980E711-A881-4D4B-A955-66A2B69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0" name="bootstrap-middle-12x12-r9-c2">
            <a:extLst xmlns:a="http://schemas.openxmlformats.org/drawingml/2006/main">
              <a:ext uri="{FF2B5EF4-FFF2-40B4-BE49-F238E27FC236}">
                <a16:creationId xmlns:a16="http://schemas.microsoft.com/office/drawing/2014/main" id="{9E683E01-BB20-47B7-B37C-38D68C71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1" name="bootstrap-middle-12x12-r9-c3">
            <a:extLst xmlns:a="http://schemas.openxmlformats.org/drawingml/2006/main">
              <a:ext uri="{FF2B5EF4-FFF2-40B4-BE49-F238E27FC236}">
                <a16:creationId xmlns:a16="http://schemas.microsoft.com/office/drawing/2014/main" id="{2E58CF46-C9D6-4A21-B4B2-7819969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2" name="bootstrap-middle-12x12-r9-c4">
            <a:extLst xmlns:a="http://schemas.openxmlformats.org/drawingml/2006/main">
              <a:ext uri="{FF2B5EF4-FFF2-40B4-BE49-F238E27FC236}">
                <a16:creationId xmlns:a16="http://schemas.microsoft.com/office/drawing/2014/main" id="{172125B1-2C64-4C17-9434-0B3EEB0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3" name="bootstrap-middle-12x12-r9-c5">
            <a:extLst xmlns:a="http://schemas.openxmlformats.org/drawingml/2006/main">
              <a:ext uri="{FF2B5EF4-FFF2-40B4-BE49-F238E27FC236}">
                <a16:creationId xmlns:a16="http://schemas.microsoft.com/office/drawing/2014/main" id="{1A3952CB-34B6-4A2E-A9B3-7FF994F9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4" name="bootstrap-middle-12x12-r9-c6">
            <a:extLst xmlns:a="http://schemas.openxmlformats.org/drawingml/2006/main">
              <a:ext uri="{FF2B5EF4-FFF2-40B4-BE49-F238E27FC236}">
                <a16:creationId xmlns:a16="http://schemas.microsoft.com/office/drawing/2014/main" id="{0BD23D1D-33BE-49D6-A287-594E5DBE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5" name="bootstrap-middle-12x12-r9-c7">
            <a:extLst xmlns:a="http://schemas.openxmlformats.org/drawingml/2006/main">
              <a:ext uri="{FF2B5EF4-FFF2-40B4-BE49-F238E27FC236}">
                <a16:creationId xmlns:a16="http://schemas.microsoft.com/office/drawing/2014/main" id="{5924D43D-0761-4E9C-9D0C-8C357A5A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6" name="bootstrap-middle-12x12-r9-c8">
            <a:extLst xmlns:a="http://schemas.openxmlformats.org/drawingml/2006/main">
              <a:ext uri="{FF2B5EF4-FFF2-40B4-BE49-F238E27FC236}">
                <a16:creationId xmlns:a16="http://schemas.microsoft.com/office/drawing/2014/main" id="{18E89323-CC10-46FF-AE12-1DC600E2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7" name="bootstrap-middle-12x12-r9-c9">
            <a:extLst xmlns:a="http://schemas.openxmlformats.org/drawingml/2006/main">
              <a:ext uri="{FF2B5EF4-FFF2-40B4-BE49-F238E27FC236}">
                <a16:creationId xmlns:a16="http://schemas.microsoft.com/office/drawing/2014/main" id="{5364A48F-FBE8-4299-882F-5AE4732A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18" name="bootstrap-middle-12x12-r9-c10">
            <a:extLst xmlns:a="http://schemas.openxmlformats.org/drawingml/2006/main">
              <a:ext uri="{FF2B5EF4-FFF2-40B4-BE49-F238E27FC236}">
                <a16:creationId xmlns:a16="http://schemas.microsoft.com/office/drawing/2014/main" id="{1A7E188C-ED07-48DA-AD85-D69CD1B6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19" name="bootstrap-middle-12x12-r9-c11">
            <a:extLst xmlns:a="http://schemas.openxmlformats.org/drawingml/2006/main">
              <a:ext uri="{FF2B5EF4-FFF2-40B4-BE49-F238E27FC236}">
                <a16:creationId xmlns:a16="http://schemas.microsoft.com/office/drawing/2014/main" id="{2E83C29E-5F94-42FC-A7E3-C416CF21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0" name="bootstrap-middle-12x12-r9-c12">
            <a:extLst xmlns:a="http://schemas.openxmlformats.org/drawingml/2006/main">
              <a:ext uri="{FF2B5EF4-FFF2-40B4-BE49-F238E27FC236}">
                <a16:creationId xmlns:a16="http://schemas.microsoft.com/office/drawing/2014/main" id="{288A3EC2-4353-44FE-8ABA-03B23ED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9973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1" name="bootstrap-middle-12x12-r10-c1">
            <a:extLst xmlns:a="http://schemas.openxmlformats.org/drawingml/2006/main">
              <a:ext uri="{FF2B5EF4-FFF2-40B4-BE49-F238E27FC236}">
                <a16:creationId xmlns:a16="http://schemas.microsoft.com/office/drawing/2014/main" id="{244C5EB6-1797-4ED9-B368-9B50667F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2" name="bootstrap-middle-12x12-r10-c2">
            <a:extLst xmlns:a="http://schemas.openxmlformats.org/drawingml/2006/main">
              <a:ext uri="{FF2B5EF4-FFF2-40B4-BE49-F238E27FC236}">
                <a16:creationId xmlns:a16="http://schemas.microsoft.com/office/drawing/2014/main" id="{9FC8A35B-0B28-4E3D-A87D-0760B24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3" name="bootstrap-middle-12x12-r10-c3">
            <a:extLst xmlns:a="http://schemas.openxmlformats.org/drawingml/2006/main">
              <a:ext uri="{FF2B5EF4-FFF2-40B4-BE49-F238E27FC236}">
                <a16:creationId xmlns:a16="http://schemas.microsoft.com/office/drawing/2014/main" id="{C9FF6FA8-4B79-45CD-B2A6-69DE34C0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4" name="bootstrap-middle-12x12-r10-c4">
            <a:extLst xmlns:a="http://schemas.openxmlformats.org/drawingml/2006/main">
              <a:ext uri="{FF2B5EF4-FFF2-40B4-BE49-F238E27FC236}">
                <a16:creationId xmlns:a16="http://schemas.microsoft.com/office/drawing/2014/main" id="{F0389132-171E-4BFA-9711-C9EF8285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5" name="bootstrap-middle-12x12-r10-c5">
            <a:extLst xmlns:a="http://schemas.openxmlformats.org/drawingml/2006/main">
              <a:ext uri="{FF2B5EF4-FFF2-40B4-BE49-F238E27FC236}">
                <a16:creationId xmlns:a16="http://schemas.microsoft.com/office/drawing/2014/main" id="{6F5A948C-7F26-4573-B72C-823062CE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6" name="bootstrap-middle-12x12-r10-c6">
            <a:extLst xmlns:a="http://schemas.openxmlformats.org/drawingml/2006/main">
              <a:ext uri="{FF2B5EF4-FFF2-40B4-BE49-F238E27FC236}">
                <a16:creationId xmlns:a16="http://schemas.microsoft.com/office/drawing/2014/main" id="{620C3D6A-3E42-4E16-ABFF-3DFA8E66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7" name="bootstrap-middle-12x12-r10-c7">
            <a:extLst xmlns:a="http://schemas.openxmlformats.org/drawingml/2006/main">
              <a:ext uri="{FF2B5EF4-FFF2-40B4-BE49-F238E27FC236}">
                <a16:creationId xmlns:a16="http://schemas.microsoft.com/office/drawing/2014/main" id="{928A42AA-9661-47B1-A4EA-4D6E88F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8" name="bootstrap-middle-12x12-r10-c8">
            <a:extLst xmlns:a="http://schemas.openxmlformats.org/drawingml/2006/main">
              <a:ext uri="{FF2B5EF4-FFF2-40B4-BE49-F238E27FC236}">
                <a16:creationId xmlns:a16="http://schemas.microsoft.com/office/drawing/2014/main" id="{6E36ED74-C7A2-49BC-A328-A5D1B859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29" name="bootstrap-middle-12x12-r10-c9">
            <a:extLst xmlns:a="http://schemas.openxmlformats.org/drawingml/2006/main">
              <a:ext uri="{FF2B5EF4-FFF2-40B4-BE49-F238E27FC236}">
                <a16:creationId xmlns:a16="http://schemas.microsoft.com/office/drawing/2014/main" id="{E621A6D9-68D9-4814-9453-F3DA2234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0" name="bootstrap-middle-12x12-r10-c10">
            <a:extLst xmlns:a="http://schemas.openxmlformats.org/drawingml/2006/main">
              <a:ext uri="{FF2B5EF4-FFF2-40B4-BE49-F238E27FC236}">
                <a16:creationId xmlns:a16="http://schemas.microsoft.com/office/drawing/2014/main" id="{9DF3CD1F-C104-496F-8B8E-DE4958D8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31" name="bootstrap-middle-12x12-r10-c11">
            <a:extLst xmlns:a="http://schemas.openxmlformats.org/drawingml/2006/main">
              <a:ext uri="{FF2B5EF4-FFF2-40B4-BE49-F238E27FC236}">
                <a16:creationId xmlns:a16="http://schemas.microsoft.com/office/drawing/2014/main" id="{E4D050D8-1307-445E-B801-5258C05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2" name="bootstrap-middle-12x12-r10-c12">
            <a:extLst xmlns:a="http://schemas.openxmlformats.org/drawingml/2006/main">
              <a:ext uri="{FF2B5EF4-FFF2-40B4-BE49-F238E27FC236}">
                <a16:creationId xmlns:a16="http://schemas.microsoft.com/office/drawing/2014/main" id="{113AADD5-7000-45D4-8FF1-E1DEBA02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0862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3" name="bootstrap-middle-12x12-r11-c1">
            <a:extLst xmlns:a="http://schemas.openxmlformats.org/drawingml/2006/main">
              <a:ext uri="{FF2B5EF4-FFF2-40B4-BE49-F238E27FC236}">
                <a16:creationId xmlns:a16="http://schemas.microsoft.com/office/drawing/2014/main" id="{152996FA-30C9-4C88-8DE6-2B37EC75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4" name="bootstrap-middle-12x12-r11-c2">
            <a:extLst xmlns:a="http://schemas.openxmlformats.org/drawingml/2006/main">
              <a:ext uri="{FF2B5EF4-FFF2-40B4-BE49-F238E27FC236}">
                <a16:creationId xmlns:a16="http://schemas.microsoft.com/office/drawing/2014/main" id="{6A81F22D-D529-46A0-A1D1-5B9CE6A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5" name="bootstrap-middle-12x12-r11-c3">
            <a:extLst xmlns:a="http://schemas.openxmlformats.org/drawingml/2006/main">
              <a:ext uri="{FF2B5EF4-FFF2-40B4-BE49-F238E27FC236}">
                <a16:creationId xmlns:a16="http://schemas.microsoft.com/office/drawing/2014/main" id="{A2A6A4BB-CD3E-4499-9063-F4C3209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6" name="bootstrap-middle-12x12-r11-c4">
            <a:extLst xmlns:a="http://schemas.openxmlformats.org/drawingml/2006/main">
              <a:ext uri="{FF2B5EF4-FFF2-40B4-BE49-F238E27FC236}">
                <a16:creationId xmlns:a16="http://schemas.microsoft.com/office/drawing/2014/main" id="{417B6D1E-C2BA-4A5B-86FA-CCCDEC45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7" name="bootstrap-middle-12x12-r11-c5">
            <a:extLst xmlns:a="http://schemas.openxmlformats.org/drawingml/2006/main">
              <a:ext uri="{FF2B5EF4-FFF2-40B4-BE49-F238E27FC236}">
                <a16:creationId xmlns:a16="http://schemas.microsoft.com/office/drawing/2014/main" id="{44FD4929-AFCD-4398-8EAF-C1082D3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8" name="bootstrap-middle-12x12-r11-c6">
            <a:extLst xmlns:a="http://schemas.openxmlformats.org/drawingml/2006/main">
              <a:ext uri="{FF2B5EF4-FFF2-40B4-BE49-F238E27FC236}">
                <a16:creationId xmlns:a16="http://schemas.microsoft.com/office/drawing/2014/main" id="{52B0250E-5729-4F14-9701-6ED12593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39" name="bootstrap-middle-12x12-r11-c7">
            <a:extLst xmlns:a="http://schemas.openxmlformats.org/drawingml/2006/main">
              <a:ext uri="{FF2B5EF4-FFF2-40B4-BE49-F238E27FC236}">
                <a16:creationId xmlns:a16="http://schemas.microsoft.com/office/drawing/2014/main" id="{6D8802B9-644E-4C97-99FC-7FD3DD1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0" name="bootstrap-middle-12x12-r11-c8">
            <a:extLst xmlns:a="http://schemas.openxmlformats.org/drawingml/2006/main">
              <a:ext uri="{FF2B5EF4-FFF2-40B4-BE49-F238E27FC236}">
                <a16:creationId xmlns:a16="http://schemas.microsoft.com/office/drawing/2014/main" id="{CDA8F50E-6DED-4FE4-B262-5BFB3B0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1" name="bootstrap-middle-12x12-r11-c9">
            <a:extLst xmlns:a="http://schemas.openxmlformats.org/drawingml/2006/main">
              <a:ext uri="{FF2B5EF4-FFF2-40B4-BE49-F238E27FC236}">
                <a16:creationId xmlns:a16="http://schemas.microsoft.com/office/drawing/2014/main" id="{773B52BE-8860-4552-85CC-9054F0E8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2" name="bootstrap-middle-12x12-r11-c10">
            <a:extLst xmlns:a="http://schemas.openxmlformats.org/drawingml/2006/main">
              <a:ext uri="{FF2B5EF4-FFF2-40B4-BE49-F238E27FC236}">
                <a16:creationId xmlns:a16="http://schemas.microsoft.com/office/drawing/2014/main" id="{53341D59-A46D-4160-9CD9-EDBEC122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3" name="bootstrap-middle-12x12-r11-c11">
            <a:extLst xmlns:a="http://schemas.openxmlformats.org/drawingml/2006/main">
              <a:ext uri="{FF2B5EF4-FFF2-40B4-BE49-F238E27FC236}">
                <a16:creationId xmlns:a16="http://schemas.microsoft.com/office/drawing/2014/main" id="{B5847E6D-368B-44EB-A4CD-509A0677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44" name="bootstrap-middle-12x12-r11-c12">
            <a:extLst xmlns:a="http://schemas.openxmlformats.org/drawingml/2006/main">
              <a:ext uri="{FF2B5EF4-FFF2-40B4-BE49-F238E27FC236}">
                <a16:creationId xmlns:a16="http://schemas.microsoft.com/office/drawing/2014/main" id="{CBF3C55A-3D62-4F36-A243-8166483F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1751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5" name="bootstrap-middle-12x12-r12-c1">
            <a:extLst xmlns:a="http://schemas.openxmlformats.org/drawingml/2006/main">
              <a:ext uri="{FF2B5EF4-FFF2-40B4-BE49-F238E27FC236}">
                <a16:creationId xmlns:a16="http://schemas.microsoft.com/office/drawing/2014/main" id="{1E35DB65-1E5C-4CE4-A3F2-7A14665C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6" name="bootstrap-middle-12x12-r12-c2">
            <a:extLst xmlns:a="http://schemas.openxmlformats.org/drawingml/2006/main">
              <a:ext uri="{FF2B5EF4-FFF2-40B4-BE49-F238E27FC236}">
                <a16:creationId xmlns:a16="http://schemas.microsoft.com/office/drawing/2014/main" id="{3BDCB9F9-B943-46F0-B5D9-AE078628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7" name="bootstrap-middle-12x12-r12-c3">
            <a:extLst xmlns:a="http://schemas.openxmlformats.org/drawingml/2006/main">
              <a:ext uri="{FF2B5EF4-FFF2-40B4-BE49-F238E27FC236}">
                <a16:creationId xmlns:a16="http://schemas.microsoft.com/office/drawing/2014/main" id="{8FFB5284-8484-4A6E-B305-BE9E1E1B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8" name="bootstrap-middle-12x12-r12-c4">
            <a:extLst xmlns:a="http://schemas.openxmlformats.org/drawingml/2006/main">
              <a:ext uri="{FF2B5EF4-FFF2-40B4-BE49-F238E27FC236}">
                <a16:creationId xmlns:a16="http://schemas.microsoft.com/office/drawing/2014/main" id="{247EDD42-9475-4E10-A033-C3D2F999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49" name="bootstrap-middle-12x12-r12-c5">
            <a:extLst xmlns:a="http://schemas.openxmlformats.org/drawingml/2006/main">
              <a:ext uri="{FF2B5EF4-FFF2-40B4-BE49-F238E27FC236}">
                <a16:creationId xmlns:a16="http://schemas.microsoft.com/office/drawing/2014/main" id="{33FEBE0F-4CDA-456A-99C1-608A507C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0" name="bootstrap-middle-12x12-r12-c6">
            <a:extLst xmlns:a="http://schemas.openxmlformats.org/drawingml/2006/main">
              <a:ext uri="{FF2B5EF4-FFF2-40B4-BE49-F238E27FC236}">
                <a16:creationId xmlns:a16="http://schemas.microsoft.com/office/drawing/2014/main" id="{6DE3965F-4CD5-4881-BE60-A08FBE6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1" name="bootstrap-middle-12x12-r12-c7">
            <a:extLst xmlns:a="http://schemas.openxmlformats.org/drawingml/2006/main">
              <a:ext uri="{FF2B5EF4-FFF2-40B4-BE49-F238E27FC236}">
                <a16:creationId xmlns:a16="http://schemas.microsoft.com/office/drawing/2014/main" id="{F00B99ED-E892-45E0-89A1-7F86F1A1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2" name="bootstrap-middle-12x12-r12-c8">
            <a:extLst xmlns:a="http://schemas.openxmlformats.org/drawingml/2006/main">
              <a:ext uri="{FF2B5EF4-FFF2-40B4-BE49-F238E27FC236}">
                <a16:creationId xmlns:a16="http://schemas.microsoft.com/office/drawing/2014/main" id="{AEFFC641-C751-4A1A-AC92-ECE514C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3" name="bootstrap-middle-12x12-r12-c9">
            <a:extLst xmlns:a="http://schemas.openxmlformats.org/drawingml/2006/main">
              <a:ext uri="{FF2B5EF4-FFF2-40B4-BE49-F238E27FC236}">
                <a16:creationId xmlns:a16="http://schemas.microsoft.com/office/drawing/2014/main" id="{CF7074C1-1F3C-4BF6-A411-86A8AA49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4" name="bootstrap-middle-12x12-r12-c10">
            <a:extLst xmlns:a="http://schemas.openxmlformats.org/drawingml/2006/main">
              <a:ext uri="{FF2B5EF4-FFF2-40B4-BE49-F238E27FC236}">
                <a16:creationId xmlns:a16="http://schemas.microsoft.com/office/drawing/2014/main" id="{214101D0-3BDC-46AE-9C03-1A1CE8DF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5" name="bootstrap-middle-12x12-r12-c11">
            <a:extLst xmlns:a="http://schemas.openxmlformats.org/drawingml/2006/main">
              <a:ext uri="{FF2B5EF4-FFF2-40B4-BE49-F238E27FC236}">
                <a16:creationId xmlns:a16="http://schemas.microsoft.com/office/drawing/2014/main" id="{26B1EB5A-4F4C-4197-B8FD-CF4311B3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6" name="bootstrap-middle-12x12-r12-c12">
            <a:extLst xmlns:a="http://schemas.openxmlformats.org/drawingml/2006/main">
              <a:ext uri="{FF2B5EF4-FFF2-40B4-BE49-F238E27FC236}">
                <a16:creationId xmlns:a16="http://schemas.microsoft.com/office/drawing/2014/main" id="{A6F0FE02-BE25-44D4-84B3-FF9225A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26402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57" name="bootstrap-bottom-12x12-r1-c1">
            <a:extLst xmlns:a="http://schemas.openxmlformats.org/drawingml/2006/main">
              <a:ext uri="{FF2B5EF4-FFF2-40B4-BE49-F238E27FC236}">
                <a16:creationId xmlns:a16="http://schemas.microsoft.com/office/drawing/2014/main" id="{61570322-F50F-4580-8F9F-693A8A6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58" name="bootstrap-bottom-12x12-r1-c2">
            <a:extLst xmlns:a="http://schemas.openxmlformats.org/drawingml/2006/main">
              <a:ext uri="{FF2B5EF4-FFF2-40B4-BE49-F238E27FC236}">
                <a16:creationId xmlns:a16="http://schemas.microsoft.com/office/drawing/2014/main" id="{529D2235-44BF-433F-80AD-2DEEBD74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59" name="bootstrap-bottom-12x12-r1-c3">
            <a:extLst xmlns:a="http://schemas.openxmlformats.org/drawingml/2006/main">
              <a:ext uri="{FF2B5EF4-FFF2-40B4-BE49-F238E27FC236}">
                <a16:creationId xmlns:a16="http://schemas.microsoft.com/office/drawing/2014/main" id="{251B84B2-64EF-47D9-AAFB-4808D33F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0" name="bootstrap-bottom-12x12-r1-c4">
            <a:extLst xmlns:a="http://schemas.openxmlformats.org/drawingml/2006/main">
              <a:ext uri="{FF2B5EF4-FFF2-40B4-BE49-F238E27FC236}">
                <a16:creationId xmlns:a16="http://schemas.microsoft.com/office/drawing/2014/main" id="{00FFB89E-CAE8-4F7D-B7E9-3E50B9D7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1" name="bootstrap-bottom-12x12-r1-c5">
            <a:extLst xmlns:a="http://schemas.openxmlformats.org/drawingml/2006/main">
              <a:ext uri="{FF2B5EF4-FFF2-40B4-BE49-F238E27FC236}">
                <a16:creationId xmlns:a16="http://schemas.microsoft.com/office/drawing/2014/main" id="{1286B48D-C982-4103-B4C0-9887FAB4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2" name="bootstrap-bottom-12x12-r1-c6">
            <a:extLst xmlns:a="http://schemas.openxmlformats.org/drawingml/2006/main">
              <a:ext uri="{FF2B5EF4-FFF2-40B4-BE49-F238E27FC236}">
                <a16:creationId xmlns:a16="http://schemas.microsoft.com/office/drawing/2014/main" id="{87469302-ED2A-4572-81B7-0152D012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3" name="bootstrap-bottom-12x12-r1-c7">
            <a:extLst xmlns:a="http://schemas.openxmlformats.org/drawingml/2006/main">
              <a:ext uri="{FF2B5EF4-FFF2-40B4-BE49-F238E27FC236}">
                <a16:creationId xmlns:a16="http://schemas.microsoft.com/office/drawing/2014/main" id="{09FFA136-AC5A-47B1-BA11-72E7A85B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4" name="bootstrap-bottom-12x12-r1-c8">
            <a:extLst xmlns:a="http://schemas.openxmlformats.org/drawingml/2006/main">
              <a:ext uri="{FF2B5EF4-FFF2-40B4-BE49-F238E27FC236}">
                <a16:creationId xmlns:a16="http://schemas.microsoft.com/office/drawing/2014/main" id="{10E35F53-6B95-4DEB-8820-E31A9CB5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5" name="bootstrap-bottom-12x12-r1-c9">
            <a:extLst xmlns:a="http://schemas.openxmlformats.org/drawingml/2006/main">
              <a:ext uri="{FF2B5EF4-FFF2-40B4-BE49-F238E27FC236}">
                <a16:creationId xmlns:a16="http://schemas.microsoft.com/office/drawing/2014/main" id="{30C248BA-7189-4DA9-A934-209FAA2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6" name="bootstrap-bottom-12x12-r1-c10">
            <a:extLst xmlns:a="http://schemas.openxmlformats.org/drawingml/2006/main">
              <a:ext uri="{FF2B5EF4-FFF2-40B4-BE49-F238E27FC236}">
                <a16:creationId xmlns:a16="http://schemas.microsoft.com/office/drawing/2014/main" id="{A98524C2-A20E-44E6-A518-ACA1B27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7" name="bootstrap-bottom-12x12-r1-c11">
            <a:extLst xmlns:a="http://schemas.openxmlformats.org/drawingml/2006/main">
              <a:ext uri="{FF2B5EF4-FFF2-40B4-BE49-F238E27FC236}">
                <a16:creationId xmlns:a16="http://schemas.microsoft.com/office/drawing/2014/main" id="{09D4E5E1-3B6B-408E-A2EE-94B036B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8" name="bootstrap-bottom-12x12-r1-c12">
            <a:extLst xmlns:a="http://schemas.openxmlformats.org/drawingml/2006/main">
              <a:ext uri="{FF2B5EF4-FFF2-40B4-BE49-F238E27FC236}">
                <a16:creationId xmlns:a16="http://schemas.microsoft.com/office/drawing/2014/main" id="{C12B9D0D-2696-4C02-AE56-C3C6F38F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905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69" name="bootstrap-bottom-12x12-r2-c1">
            <a:extLst xmlns:a="http://schemas.openxmlformats.org/drawingml/2006/main">
              <a:ext uri="{FF2B5EF4-FFF2-40B4-BE49-F238E27FC236}">
                <a16:creationId xmlns:a16="http://schemas.microsoft.com/office/drawing/2014/main" id="{1D5D2106-1E12-4823-B4B2-697BE415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0" name="bootstrap-bottom-12x12-r2-c2">
            <a:extLst xmlns:a="http://schemas.openxmlformats.org/drawingml/2006/main">
              <a:ext uri="{FF2B5EF4-FFF2-40B4-BE49-F238E27FC236}">
                <a16:creationId xmlns:a16="http://schemas.microsoft.com/office/drawing/2014/main" id="{960B1150-4B5B-4384-8200-146D738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71" name="bootstrap-bottom-12x12-r2-c3">
            <a:extLst xmlns:a="http://schemas.openxmlformats.org/drawingml/2006/main">
              <a:ext uri="{FF2B5EF4-FFF2-40B4-BE49-F238E27FC236}">
                <a16:creationId xmlns:a16="http://schemas.microsoft.com/office/drawing/2014/main" id="{B185DAD7-9504-4035-B643-7259B665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2" name="bootstrap-bottom-12x12-r2-c4">
            <a:extLst xmlns:a="http://schemas.openxmlformats.org/drawingml/2006/main">
              <a:ext uri="{FF2B5EF4-FFF2-40B4-BE49-F238E27FC236}">
                <a16:creationId xmlns:a16="http://schemas.microsoft.com/office/drawing/2014/main" id="{171CB50F-DCA9-4353-AAF5-11C8AB9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3" name="bootstrap-bottom-12x12-r2-c5">
            <a:extLst xmlns:a="http://schemas.openxmlformats.org/drawingml/2006/main">
              <a:ext uri="{FF2B5EF4-FFF2-40B4-BE49-F238E27FC236}">
                <a16:creationId xmlns:a16="http://schemas.microsoft.com/office/drawing/2014/main" id="{456679F7-2A60-4813-8B47-59E47127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4" name="bootstrap-bottom-12x12-r2-c6">
            <a:extLst xmlns:a="http://schemas.openxmlformats.org/drawingml/2006/main">
              <a:ext uri="{FF2B5EF4-FFF2-40B4-BE49-F238E27FC236}">
                <a16:creationId xmlns:a16="http://schemas.microsoft.com/office/drawing/2014/main" id="{4A507B0C-F329-4EB9-8085-8A58F33D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5" name="bootstrap-bottom-12x12-r2-c7">
            <a:extLst xmlns:a="http://schemas.openxmlformats.org/drawingml/2006/main">
              <a:ext uri="{FF2B5EF4-FFF2-40B4-BE49-F238E27FC236}">
                <a16:creationId xmlns:a16="http://schemas.microsoft.com/office/drawing/2014/main" id="{E4EAD62F-F36F-4DEF-B45F-5D30D103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6" name="bootstrap-bottom-12x12-r2-c8">
            <a:extLst xmlns:a="http://schemas.openxmlformats.org/drawingml/2006/main">
              <a:ext uri="{FF2B5EF4-FFF2-40B4-BE49-F238E27FC236}">
                <a16:creationId xmlns:a16="http://schemas.microsoft.com/office/drawing/2014/main" id="{24D4BF9D-0F40-43AB-8D3A-63AD661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7" name="bootstrap-bottom-12x12-r2-c9">
            <a:extLst xmlns:a="http://schemas.openxmlformats.org/drawingml/2006/main">
              <a:ext uri="{FF2B5EF4-FFF2-40B4-BE49-F238E27FC236}">
                <a16:creationId xmlns:a16="http://schemas.microsoft.com/office/drawing/2014/main" id="{3E272687-75CC-4393-B887-6511F02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8" name="bootstrap-bottom-12x12-r2-c10">
            <a:extLst xmlns:a="http://schemas.openxmlformats.org/drawingml/2006/main">
              <a:ext uri="{FF2B5EF4-FFF2-40B4-BE49-F238E27FC236}">
                <a16:creationId xmlns:a16="http://schemas.microsoft.com/office/drawing/2014/main" id="{098B9E1F-8759-486D-9ECB-162C7CBE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79" name="bootstrap-bottom-12x12-r2-c11">
            <a:extLst xmlns:a="http://schemas.openxmlformats.org/drawingml/2006/main">
              <a:ext uri="{FF2B5EF4-FFF2-40B4-BE49-F238E27FC236}">
                <a16:creationId xmlns:a16="http://schemas.microsoft.com/office/drawing/2014/main" id="{29FF9F89-326B-41E7-A72F-E22D70E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0" name="bootstrap-bottom-12x12-r2-c12">
            <a:extLst xmlns:a="http://schemas.openxmlformats.org/drawingml/2006/main">
              <a:ext uri="{FF2B5EF4-FFF2-40B4-BE49-F238E27FC236}">
                <a16:creationId xmlns:a16="http://schemas.microsoft.com/office/drawing/2014/main" id="{B7A1A48F-B45E-4113-81E5-FF64652D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994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1" name="bootstrap-bottom-12x12-r3-c1">
            <a:extLst xmlns:a="http://schemas.openxmlformats.org/drawingml/2006/main">
              <a:ext uri="{FF2B5EF4-FFF2-40B4-BE49-F238E27FC236}">
                <a16:creationId xmlns:a16="http://schemas.microsoft.com/office/drawing/2014/main" id="{33578F58-23F2-42DD-B9FC-B03E4FC1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2" name="bootstrap-bottom-12x12-r3-c2">
            <a:extLst xmlns:a="http://schemas.openxmlformats.org/drawingml/2006/main">
              <a:ext uri="{FF2B5EF4-FFF2-40B4-BE49-F238E27FC236}">
                <a16:creationId xmlns:a16="http://schemas.microsoft.com/office/drawing/2014/main" id="{8A6BDF00-CF55-4F71-A96C-0FB0E90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3" name="bootstrap-bottom-12x12-r3-c3">
            <a:extLst xmlns:a="http://schemas.openxmlformats.org/drawingml/2006/main">
              <a:ext uri="{FF2B5EF4-FFF2-40B4-BE49-F238E27FC236}">
                <a16:creationId xmlns:a16="http://schemas.microsoft.com/office/drawing/2014/main" id="{ACDE6F51-DEE0-4A61-AE75-FFF2C282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84" name="bootstrap-bottom-12x12-r3-c4">
            <a:extLst xmlns:a="http://schemas.openxmlformats.org/drawingml/2006/main">
              <a:ext uri="{FF2B5EF4-FFF2-40B4-BE49-F238E27FC236}">
                <a16:creationId xmlns:a16="http://schemas.microsoft.com/office/drawing/2014/main" id="{55753B84-CBDC-49A9-88EE-4E86F57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5" name="bootstrap-bottom-12x12-r3-c5">
            <a:extLst xmlns:a="http://schemas.openxmlformats.org/drawingml/2006/main">
              <a:ext uri="{FF2B5EF4-FFF2-40B4-BE49-F238E27FC236}">
                <a16:creationId xmlns:a16="http://schemas.microsoft.com/office/drawing/2014/main" id="{B9516245-51C8-47D1-8B9F-1A6DCED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6" name="bootstrap-bottom-12x12-r3-c6">
            <a:extLst xmlns:a="http://schemas.openxmlformats.org/drawingml/2006/main">
              <a:ext uri="{FF2B5EF4-FFF2-40B4-BE49-F238E27FC236}">
                <a16:creationId xmlns:a16="http://schemas.microsoft.com/office/drawing/2014/main" id="{69774872-B9D2-4C5E-960E-ED3DA37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7" name="bootstrap-bottom-12x12-r3-c7">
            <a:extLst xmlns:a="http://schemas.openxmlformats.org/drawingml/2006/main">
              <a:ext uri="{FF2B5EF4-FFF2-40B4-BE49-F238E27FC236}">
                <a16:creationId xmlns:a16="http://schemas.microsoft.com/office/drawing/2014/main" id="{38270044-CD38-4AE4-A3F5-D2A1CF8A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8" name="bootstrap-bottom-12x12-r3-c8">
            <a:extLst xmlns:a="http://schemas.openxmlformats.org/drawingml/2006/main">
              <a:ext uri="{FF2B5EF4-FFF2-40B4-BE49-F238E27FC236}">
                <a16:creationId xmlns:a16="http://schemas.microsoft.com/office/drawing/2014/main" id="{FEFCB030-1A6C-4C84-938A-0412D739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89" name="bootstrap-bottom-12x12-r3-c9">
            <a:extLst xmlns:a="http://schemas.openxmlformats.org/drawingml/2006/main">
              <a:ext uri="{FF2B5EF4-FFF2-40B4-BE49-F238E27FC236}">
                <a16:creationId xmlns:a16="http://schemas.microsoft.com/office/drawing/2014/main" id="{DB170394-5B77-4BEC-839C-F16C97B1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0" name="bootstrap-bottom-12x12-r3-c10">
            <a:extLst xmlns:a="http://schemas.openxmlformats.org/drawingml/2006/main">
              <a:ext uri="{FF2B5EF4-FFF2-40B4-BE49-F238E27FC236}">
                <a16:creationId xmlns:a16="http://schemas.microsoft.com/office/drawing/2014/main" id="{FBD4E921-B285-44FA-B5FF-8CA0637A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1" name="bootstrap-bottom-12x12-r3-c11">
            <a:extLst xmlns:a="http://schemas.openxmlformats.org/drawingml/2006/main">
              <a:ext uri="{FF2B5EF4-FFF2-40B4-BE49-F238E27FC236}">
                <a16:creationId xmlns:a16="http://schemas.microsoft.com/office/drawing/2014/main" id="{8D0C096E-F682-46A6-9F2B-72BBD8B4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2" name="bootstrap-bottom-12x12-r3-c12">
            <a:extLst xmlns:a="http://schemas.openxmlformats.org/drawingml/2006/main">
              <a:ext uri="{FF2B5EF4-FFF2-40B4-BE49-F238E27FC236}">
                <a16:creationId xmlns:a16="http://schemas.microsoft.com/office/drawing/2014/main" id="{5DBFDE5B-49D6-40AB-B9D5-94B182F1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0831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3" name="bootstrap-bottom-12x12-r4-c1">
            <a:extLst xmlns:a="http://schemas.openxmlformats.org/drawingml/2006/main">
              <a:ext uri="{FF2B5EF4-FFF2-40B4-BE49-F238E27FC236}">
                <a16:creationId xmlns:a16="http://schemas.microsoft.com/office/drawing/2014/main" id="{238B8228-42A3-4DB5-BE1A-F705F0B5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4" name="bootstrap-bottom-12x12-r4-c2">
            <a:extLst xmlns:a="http://schemas.openxmlformats.org/drawingml/2006/main">
              <a:ext uri="{FF2B5EF4-FFF2-40B4-BE49-F238E27FC236}">
                <a16:creationId xmlns:a16="http://schemas.microsoft.com/office/drawing/2014/main" id="{B05A5476-D474-4988-B058-1155A1D5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5" name="bootstrap-bottom-12x12-r4-c3">
            <a:extLst xmlns:a="http://schemas.openxmlformats.org/drawingml/2006/main">
              <a:ext uri="{FF2B5EF4-FFF2-40B4-BE49-F238E27FC236}">
                <a16:creationId xmlns:a16="http://schemas.microsoft.com/office/drawing/2014/main" id="{5753745A-6611-48FF-9470-5838308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6" name="bootstrap-bottom-12x12-r4-c4">
            <a:extLst xmlns:a="http://schemas.openxmlformats.org/drawingml/2006/main">
              <a:ext uri="{FF2B5EF4-FFF2-40B4-BE49-F238E27FC236}">
                <a16:creationId xmlns:a16="http://schemas.microsoft.com/office/drawing/2014/main" id="{07300D14-293C-473F-A16E-A6C6AF08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597" name="bootstrap-bottom-12x12-r4-c5">
            <a:extLst xmlns:a="http://schemas.openxmlformats.org/drawingml/2006/main">
              <a:ext uri="{FF2B5EF4-FFF2-40B4-BE49-F238E27FC236}">
                <a16:creationId xmlns:a16="http://schemas.microsoft.com/office/drawing/2014/main" id="{EBAC8F74-AD97-4CB2-B2B5-7D76AB41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8" name="bootstrap-bottom-12x12-r4-c6">
            <a:extLst xmlns:a="http://schemas.openxmlformats.org/drawingml/2006/main">
              <a:ext uri="{FF2B5EF4-FFF2-40B4-BE49-F238E27FC236}">
                <a16:creationId xmlns:a16="http://schemas.microsoft.com/office/drawing/2014/main" id="{28F72DCC-F39B-4D92-8E3E-CB4D7FCE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599" name="bootstrap-bottom-12x12-r4-c7">
            <a:extLst xmlns:a="http://schemas.openxmlformats.org/drawingml/2006/main">
              <a:ext uri="{FF2B5EF4-FFF2-40B4-BE49-F238E27FC236}">
                <a16:creationId xmlns:a16="http://schemas.microsoft.com/office/drawing/2014/main" id="{92840948-207A-42E4-9829-B98FD354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0" name="bootstrap-bottom-12x12-r4-c8">
            <a:extLst xmlns:a="http://schemas.openxmlformats.org/drawingml/2006/main">
              <a:ext uri="{FF2B5EF4-FFF2-40B4-BE49-F238E27FC236}">
                <a16:creationId xmlns:a16="http://schemas.microsoft.com/office/drawing/2014/main" id="{BCD981B7-5BF6-4E83-B80D-E14F86DA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1" name="bootstrap-bottom-12x12-r4-c9">
            <a:extLst xmlns:a="http://schemas.openxmlformats.org/drawingml/2006/main">
              <a:ext uri="{FF2B5EF4-FFF2-40B4-BE49-F238E27FC236}">
                <a16:creationId xmlns:a16="http://schemas.microsoft.com/office/drawing/2014/main" id="{FCF2BCD6-9F8D-44EF-A15D-A5AD8AA8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2" name="bootstrap-bottom-12x12-r4-c10">
            <a:extLst xmlns:a="http://schemas.openxmlformats.org/drawingml/2006/main">
              <a:ext uri="{FF2B5EF4-FFF2-40B4-BE49-F238E27FC236}">
                <a16:creationId xmlns:a16="http://schemas.microsoft.com/office/drawing/2014/main" id="{EC69829A-43CC-4E73-8728-A94057B4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3" name="bootstrap-bottom-12x12-r4-c11">
            <a:extLst xmlns:a="http://schemas.openxmlformats.org/drawingml/2006/main">
              <a:ext uri="{FF2B5EF4-FFF2-40B4-BE49-F238E27FC236}">
                <a16:creationId xmlns:a16="http://schemas.microsoft.com/office/drawing/2014/main" id="{2F342AFA-4779-407B-8761-88D94BC7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4" name="bootstrap-bottom-12x12-r4-c12">
            <a:extLst xmlns:a="http://schemas.openxmlformats.org/drawingml/2006/main">
              <a:ext uri="{FF2B5EF4-FFF2-40B4-BE49-F238E27FC236}">
                <a16:creationId xmlns:a16="http://schemas.microsoft.com/office/drawing/2014/main" id="{1A70568C-46DF-4F78-9B95-0D10935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1720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5" name="bootstrap-bottom-12x12-r5-c1">
            <a:extLst xmlns:a="http://schemas.openxmlformats.org/drawingml/2006/main">
              <a:ext uri="{FF2B5EF4-FFF2-40B4-BE49-F238E27FC236}">
                <a16:creationId xmlns:a16="http://schemas.microsoft.com/office/drawing/2014/main" id="{AD3CF289-634A-41AC-816B-59AC658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6" name="bootstrap-bottom-12x12-r5-c2">
            <a:extLst xmlns:a="http://schemas.openxmlformats.org/drawingml/2006/main">
              <a:ext uri="{FF2B5EF4-FFF2-40B4-BE49-F238E27FC236}">
                <a16:creationId xmlns:a16="http://schemas.microsoft.com/office/drawing/2014/main" id="{147EBEC5-4D61-47C4-8A52-89838D6B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7" name="bootstrap-bottom-12x12-r5-c3">
            <a:extLst xmlns:a="http://schemas.openxmlformats.org/drawingml/2006/main">
              <a:ext uri="{FF2B5EF4-FFF2-40B4-BE49-F238E27FC236}">
                <a16:creationId xmlns:a16="http://schemas.microsoft.com/office/drawing/2014/main" id="{6D466B11-E256-4980-B6D0-48460154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8" name="bootstrap-bottom-12x12-r5-c4">
            <a:extLst xmlns:a="http://schemas.openxmlformats.org/drawingml/2006/main">
              <a:ext uri="{FF2B5EF4-FFF2-40B4-BE49-F238E27FC236}">
                <a16:creationId xmlns:a16="http://schemas.microsoft.com/office/drawing/2014/main" id="{57A92049-1601-454A-9F26-AF38BEA9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09" name="bootstrap-bottom-12x12-r5-c5">
            <a:extLst xmlns:a="http://schemas.openxmlformats.org/drawingml/2006/main">
              <a:ext uri="{FF2B5EF4-FFF2-40B4-BE49-F238E27FC236}">
                <a16:creationId xmlns:a16="http://schemas.microsoft.com/office/drawing/2014/main" id="{A4B52E0C-8CEE-4124-8D48-3927BAB7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10" name="bootstrap-bottom-12x12-r5-c6">
            <a:extLst xmlns:a="http://schemas.openxmlformats.org/drawingml/2006/main">
              <a:ext uri="{FF2B5EF4-FFF2-40B4-BE49-F238E27FC236}">
                <a16:creationId xmlns:a16="http://schemas.microsoft.com/office/drawing/2014/main" id="{1BC69751-2D8F-44B1-BDD3-992074BB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1" name="bootstrap-bottom-12x12-r5-c7">
            <a:extLst xmlns:a="http://schemas.openxmlformats.org/drawingml/2006/main">
              <a:ext uri="{FF2B5EF4-FFF2-40B4-BE49-F238E27FC236}">
                <a16:creationId xmlns:a16="http://schemas.microsoft.com/office/drawing/2014/main" id="{92046575-4695-4120-BC2C-C60FE72F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2" name="bootstrap-bottom-12x12-r5-c8">
            <a:extLst xmlns:a="http://schemas.openxmlformats.org/drawingml/2006/main">
              <a:ext uri="{FF2B5EF4-FFF2-40B4-BE49-F238E27FC236}">
                <a16:creationId xmlns:a16="http://schemas.microsoft.com/office/drawing/2014/main" id="{F6937C7F-2939-495F-99DA-664BA5F5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3" name="bootstrap-bottom-12x12-r5-c9">
            <a:extLst xmlns:a="http://schemas.openxmlformats.org/drawingml/2006/main">
              <a:ext uri="{FF2B5EF4-FFF2-40B4-BE49-F238E27FC236}">
                <a16:creationId xmlns:a16="http://schemas.microsoft.com/office/drawing/2014/main" id="{88937CA8-DF73-4D46-A051-CCB5AC82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4" name="bootstrap-bottom-12x12-r5-c10">
            <a:extLst xmlns:a="http://schemas.openxmlformats.org/drawingml/2006/main">
              <a:ext uri="{FF2B5EF4-FFF2-40B4-BE49-F238E27FC236}">
                <a16:creationId xmlns:a16="http://schemas.microsoft.com/office/drawing/2014/main" id="{E4A6909D-01EB-423C-8845-E5CC994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5" name="bootstrap-bottom-12x12-r5-c11">
            <a:extLst xmlns:a="http://schemas.openxmlformats.org/drawingml/2006/main">
              <a:ext uri="{FF2B5EF4-FFF2-40B4-BE49-F238E27FC236}">
                <a16:creationId xmlns:a16="http://schemas.microsoft.com/office/drawing/2014/main" id="{796EE74D-6D93-4AE5-A9A0-B635EAC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6" name="bootstrap-bottom-12x12-r5-c12">
            <a:extLst xmlns:a="http://schemas.openxmlformats.org/drawingml/2006/main">
              <a:ext uri="{FF2B5EF4-FFF2-40B4-BE49-F238E27FC236}">
                <a16:creationId xmlns:a16="http://schemas.microsoft.com/office/drawing/2014/main" id="{3B786CF5-6997-4613-B856-612D916B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2609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7" name="bootstrap-bottom-12x12-r6-c1">
            <a:extLst xmlns:a="http://schemas.openxmlformats.org/drawingml/2006/main">
              <a:ext uri="{FF2B5EF4-FFF2-40B4-BE49-F238E27FC236}">
                <a16:creationId xmlns:a16="http://schemas.microsoft.com/office/drawing/2014/main" id="{89226836-AAAA-4E55-A55E-C7B16BB8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8" name="bootstrap-bottom-12x12-r6-c2">
            <a:extLst xmlns:a="http://schemas.openxmlformats.org/drawingml/2006/main">
              <a:ext uri="{FF2B5EF4-FFF2-40B4-BE49-F238E27FC236}">
                <a16:creationId xmlns:a16="http://schemas.microsoft.com/office/drawing/2014/main" id="{EFAA1042-39E7-4F24-B235-D502E37D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19" name="bootstrap-bottom-12x12-r6-c3">
            <a:extLst xmlns:a="http://schemas.openxmlformats.org/drawingml/2006/main">
              <a:ext uri="{FF2B5EF4-FFF2-40B4-BE49-F238E27FC236}">
                <a16:creationId xmlns:a16="http://schemas.microsoft.com/office/drawing/2014/main" id="{E82917B8-185D-47D9-9A33-E0B45ECB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0" name="bootstrap-bottom-12x12-r6-c4">
            <a:extLst xmlns:a="http://schemas.openxmlformats.org/drawingml/2006/main">
              <a:ext uri="{FF2B5EF4-FFF2-40B4-BE49-F238E27FC236}">
                <a16:creationId xmlns:a16="http://schemas.microsoft.com/office/drawing/2014/main" id="{32A50095-E5DB-45AE-844C-973E24B9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1" name="bootstrap-bottom-12x12-r6-c5">
            <a:extLst xmlns:a="http://schemas.openxmlformats.org/drawingml/2006/main">
              <a:ext uri="{FF2B5EF4-FFF2-40B4-BE49-F238E27FC236}">
                <a16:creationId xmlns:a16="http://schemas.microsoft.com/office/drawing/2014/main" id="{364CF455-AF0B-4B15-BE01-ACB9FB7F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2" name="bootstrap-bottom-12x12-r6-c6">
            <a:extLst xmlns:a="http://schemas.openxmlformats.org/drawingml/2006/main">
              <a:ext uri="{FF2B5EF4-FFF2-40B4-BE49-F238E27FC236}">
                <a16:creationId xmlns:a16="http://schemas.microsoft.com/office/drawing/2014/main" id="{2CAD239C-F5C6-458F-A37F-14004BF5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23" name="bootstrap-bottom-12x12-r6-c7">
            <a:extLst xmlns:a="http://schemas.openxmlformats.org/drawingml/2006/main">
              <a:ext uri="{FF2B5EF4-FFF2-40B4-BE49-F238E27FC236}">
                <a16:creationId xmlns:a16="http://schemas.microsoft.com/office/drawing/2014/main" id="{A9E595D0-1A88-4717-B5DC-25719527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4" name="bootstrap-bottom-12x12-r6-c8">
            <a:extLst xmlns:a="http://schemas.openxmlformats.org/drawingml/2006/main">
              <a:ext uri="{FF2B5EF4-FFF2-40B4-BE49-F238E27FC236}">
                <a16:creationId xmlns:a16="http://schemas.microsoft.com/office/drawing/2014/main" id="{BD171D96-C118-4AAC-B907-6269C0D2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5" name="bootstrap-bottom-12x12-r6-c9">
            <a:extLst xmlns:a="http://schemas.openxmlformats.org/drawingml/2006/main">
              <a:ext uri="{FF2B5EF4-FFF2-40B4-BE49-F238E27FC236}">
                <a16:creationId xmlns:a16="http://schemas.microsoft.com/office/drawing/2014/main" id="{E2AE522B-9BB9-4EAA-8C17-FF642C99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6" name="bootstrap-bottom-12x12-r6-c10">
            <a:extLst xmlns:a="http://schemas.openxmlformats.org/drawingml/2006/main">
              <a:ext uri="{FF2B5EF4-FFF2-40B4-BE49-F238E27FC236}">
                <a16:creationId xmlns:a16="http://schemas.microsoft.com/office/drawing/2014/main" id="{2AB72A8D-A320-485E-9D8F-0FB8915D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7" name="bootstrap-bottom-12x12-r6-c11">
            <a:extLst xmlns:a="http://schemas.openxmlformats.org/drawingml/2006/main">
              <a:ext uri="{FF2B5EF4-FFF2-40B4-BE49-F238E27FC236}">
                <a16:creationId xmlns:a16="http://schemas.microsoft.com/office/drawing/2014/main" id="{1B31702C-37A6-4D49-BFAA-AA67AEDE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8" name="bootstrap-bottom-12x12-r6-c12">
            <a:extLst xmlns:a="http://schemas.openxmlformats.org/drawingml/2006/main">
              <a:ext uri="{FF2B5EF4-FFF2-40B4-BE49-F238E27FC236}">
                <a16:creationId xmlns:a16="http://schemas.microsoft.com/office/drawing/2014/main" id="{73B9D230-FF90-43CD-B234-B03390BE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3498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29" name="bootstrap-bottom-12x12-r7-c1">
            <a:extLst xmlns:a="http://schemas.openxmlformats.org/drawingml/2006/main">
              <a:ext uri="{FF2B5EF4-FFF2-40B4-BE49-F238E27FC236}">
                <a16:creationId xmlns:a16="http://schemas.microsoft.com/office/drawing/2014/main" id="{4C977B62-E086-4015-80F6-250CBC61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0" name="bootstrap-bottom-12x12-r7-c2">
            <a:extLst xmlns:a="http://schemas.openxmlformats.org/drawingml/2006/main">
              <a:ext uri="{FF2B5EF4-FFF2-40B4-BE49-F238E27FC236}">
                <a16:creationId xmlns:a16="http://schemas.microsoft.com/office/drawing/2014/main" id="{392C237C-34D6-458E-A053-756CE155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1" name="bootstrap-bottom-12x12-r7-c3">
            <a:extLst xmlns:a="http://schemas.openxmlformats.org/drawingml/2006/main">
              <a:ext uri="{FF2B5EF4-FFF2-40B4-BE49-F238E27FC236}">
                <a16:creationId xmlns:a16="http://schemas.microsoft.com/office/drawing/2014/main" id="{01610B10-6961-49C1-86A0-A3BA1B0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2" name="bootstrap-bottom-12x12-r7-c4">
            <a:extLst xmlns:a="http://schemas.openxmlformats.org/drawingml/2006/main">
              <a:ext uri="{FF2B5EF4-FFF2-40B4-BE49-F238E27FC236}">
                <a16:creationId xmlns:a16="http://schemas.microsoft.com/office/drawing/2014/main" id="{C24BC95B-D7BD-4B93-8A74-AEB46F51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3" name="bootstrap-bottom-12x12-r7-c5">
            <a:extLst xmlns:a="http://schemas.openxmlformats.org/drawingml/2006/main">
              <a:ext uri="{FF2B5EF4-FFF2-40B4-BE49-F238E27FC236}">
                <a16:creationId xmlns:a16="http://schemas.microsoft.com/office/drawing/2014/main" id="{6D4251E1-5503-4D15-9F3D-EAF1DC8D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4" name="bootstrap-bottom-12x12-r7-c6">
            <a:extLst xmlns:a="http://schemas.openxmlformats.org/drawingml/2006/main">
              <a:ext uri="{FF2B5EF4-FFF2-40B4-BE49-F238E27FC236}">
                <a16:creationId xmlns:a16="http://schemas.microsoft.com/office/drawing/2014/main" id="{B490E97B-91BF-4A8C-B56A-03AF1078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5" name="bootstrap-bottom-12x12-r7-c7">
            <a:extLst xmlns:a="http://schemas.openxmlformats.org/drawingml/2006/main">
              <a:ext uri="{FF2B5EF4-FFF2-40B4-BE49-F238E27FC236}">
                <a16:creationId xmlns:a16="http://schemas.microsoft.com/office/drawing/2014/main" id="{584E508B-24CA-4A8E-9D2B-68A015A1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36" name="bootstrap-bottom-12x12-r7-c8">
            <a:extLst xmlns:a="http://schemas.openxmlformats.org/drawingml/2006/main">
              <a:ext uri="{FF2B5EF4-FFF2-40B4-BE49-F238E27FC236}">
                <a16:creationId xmlns:a16="http://schemas.microsoft.com/office/drawing/2014/main" id="{4461F3C0-ADF3-4EFA-BA39-8627D922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7" name="bootstrap-bottom-12x12-r7-c9">
            <a:extLst xmlns:a="http://schemas.openxmlformats.org/drawingml/2006/main">
              <a:ext uri="{FF2B5EF4-FFF2-40B4-BE49-F238E27FC236}">
                <a16:creationId xmlns:a16="http://schemas.microsoft.com/office/drawing/2014/main" id="{93DFFCC9-950F-4F4B-9C9C-C880A730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8" name="bootstrap-bottom-12x12-r7-c10">
            <a:extLst xmlns:a="http://schemas.openxmlformats.org/drawingml/2006/main">
              <a:ext uri="{FF2B5EF4-FFF2-40B4-BE49-F238E27FC236}">
                <a16:creationId xmlns:a16="http://schemas.microsoft.com/office/drawing/2014/main" id="{4577D9B8-97BF-4AC8-A161-102AA499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39" name="bootstrap-bottom-12x12-r7-c11">
            <a:extLst xmlns:a="http://schemas.openxmlformats.org/drawingml/2006/main">
              <a:ext uri="{FF2B5EF4-FFF2-40B4-BE49-F238E27FC236}">
                <a16:creationId xmlns:a16="http://schemas.microsoft.com/office/drawing/2014/main" id="{33751C3F-0E63-4FB4-81A4-4A44652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0" name="bootstrap-bottom-12x12-r7-c12">
            <a:extLst xmlns:a="http://schemas.openxmlformats.org/drawingml/2006/main">
              <a:ext uri="{FF2B5EF4-FFF2-40B4-BE49-F238E27FC236}">
                <a16:creationId xmlns:a16="http://schemas.microsoft.com/office/drawing/2014/main" id="{77183484-41CD-4D9A-8E2F-8CD09DBC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4387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1" name="bootstrap-bottom-12x12-r8-c1">
            <a:extLst xmlns:a="http://schemas.openxmlformats.org/drawingml/2006/main">
              <a:ext uri="{FF2B5EF4-FFF2-40B4-BE49-F238E27FC236}">
                <a16:creationId xmlns:a16="http://schemas.microsoft.com/office/drawing/2014/main" id="{0A84B858-0248-4E44-A12B-E8F94693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2" name="bootstrap-bottom-12x12-r8-c2">
            <a:extLst xmlns:a="http://schemas.openxmlformats.org/drawingml/2006/main">
              <a:ext uri="{FF2B5EF4-FFF2-40B4-BE49-F238E27FC236}">
                <a16:creationId xmlns:a16="http://schemas.microsoft.com/office/drawing/2014/main" id="{70A670C5-5DC9-45A2-B36F-94677850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3" name="bootstrap-bottom-12x12-r8-c3">
            <a:extLst xmlns:a="http://schemas.openxmlformats.org/drawingml/2006/main">
              <a:ext uri="{FF2B5EF4-FFF2-40B4-BE49-F238E27FC236}">
                <a16:creationId xmlns:a16="http://schemas.microsoft.com/office/drawing/2014/main" id="{A64CF4BB-4239-41EC-B858-2CCEB6ED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4" name="bootstrap-bottom-12x12-r8-c4">
            <a:extLst xmlns:a="http://schemas.openxmlformats.org/drawingml/2006/main">
              <a:ext uri="{FF2B5EF4-FFF2-40B4-BE49-F238E27FC236}">
                <a16:creationId xmlns:a16="http://schemas.microsoft.com/office/drawing/2014/main" id="{82C6ACE6-33FA-40ED-86D9-1E8622BB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5" name="bootstrap-bottom-12x12-r8-c5">
            <a:extLst xmlns:a="http://schemas.openxmlformats.org/drawingml/2006/main">
              <a:ext uri="{FF2B5EF4-FFF2-40B4-BE49-F238E27FC236}">
                <a16:creationId xmlns:a16="http://schemas.microsoft.com/office/drawing/2014/main" id="{D586B6A9-1F74-4F7E-BBD2-D176FADA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6" name="bootstrap-bottom-12x12-r8-c6">
            <a:extLst xmlns:a="http://schemas.openxmlformats.org/drawingml/2006/main">
              <a:ext uri="{FF2B5EF4-FFF2-40B4-BE49-F238E27FC236}">
                <a16:creationId xmlns:a16="http://schemas.microsoft.com/office/drawing/2014/main" id="{DA755F30-2410-4CA5-9AFA-35E7EBA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7" name="bootstrap-bottom-12x12-r8-c7">
            <a:extLst xmlns:a="http://schemas.openxmlformats.org/drawingml/2006/main">
              <a:ext uri="{FF2B5EF4-FFF2-40B4-BE49-F238E27FC236}">
                <a16:creationId xmlns:a16="http://schemas.microsoft.com/office/drawing/2014/main" id="{50898009-A3FC-4542-9224-A7C86A4B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48" name="bootstrap-bottom-12x12-r8-c8">
            <a:extLst xmlns:a="http://schemas.openxmlformats.org/drawingml/2006/main">
              <a:ext uri="{FF2B5EF4-FFF2-40B4-BE49-F238E27FC236}">
                <a16:creationId xmlns:a16="http://schemas.microsoft.com/office/drawing/2014/main" id="{73E3B529-A568-4799-BEC3-CF0498A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49" name="bootstrap-bottom-12x12-r8-c9">
            <a:extLst xmlns:a="http://schemas.openxmlformats.org/drawingml/2006/main">
              <a:ext uri="{FF2B5EF4-FFF2-40B4-BE49-F238E27FC236}">
                <a16:creationId xmlns:a16="http://schemas.microsoft.com/office/drawing/2014/main" id="{7B66E6B3-4C17-418A-BD2C-04D53DD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0" name="bootstrap-bottom-12x12-r8-c10">
            <a:extLst xmlns:a="http://schemas.openxmlformats.org/drawingml/2006/main">
              <a:ext uri="{FF2B5EF4-FFF2-40B4-BE49-F238E27FC236}">
                <a16:creationId xmlns:a16="http://schemas.microsoft.com/office/drawing/2014/main" id="{E7AD9581-6AE6-4C93-95F8-DBFB88F5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1" name="bootstrap-bottom-12x12-r8-c11">
            <a:extLst xmlns:a="http://schemas.openxmlformats.org/drawingml/2006/main">
              <a:ext uri="{FF2B5EF4-FFF2-40B4-BE49-F238E27FC236}">
                <a16:creationId xmlns:a16="http://schemas.microsoft.com/office/drawing/2014/main" id="{215DFF8F-A3B8-492C-98B9-E37F379C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2" name="bootstrap-bottom-12x12-r8-c12">
            <a:extLst xmlns:a="http://schemas.openxmlformats.org/drawingml/2006/main">
              <a:ext uri="{FF2B5EF4-FFF2-40B4-BE49-F238E27FC236}">
                <a16:creationId xmlns:a16="http://schemas.microsoft.com/office/drawing/2014/main" id="{012131E6-35F6-49A0-A51D-908C6260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5276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3" name="bootstrap-bottom-12x12-r9-c1">
            <a:extLst xmlns:a="http://schemas.openxmlformats.org/drawingml/2006/main">
              <a:ext uri="{FF2B5EF4-FFF2-40B4-BE49-F238E27FC236}">
                <a16:creationId xmlns:a16="http://schemas.microsoft.com/office/drawing/2014/main" id="{398848B6-6F78-46E3-84BA-AFAB613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4" name="bootstrap-bottom-12x12-r9-c2">
            <a:extLst xmlns:a="http://schemas.openxmlformats.org/drawingml/2006/main">
              <a:ext uri="{FF2B5EF4-FFF2-40B4-BE49-F238E27FC236}">
                <a16:creationId xmlns:a16="http://schemas.microsoft.com/office/drawing/2014/main" id="{3BEC87FE-5511-4A7F-8598-D695C059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5" name="bootstrap-bottom-12x12-r9-c3">
            <a:extLst xmlns:a="http://schemas.openxmlformats.org/drawingml/2006/main">
              <a:ext uri="{FF2B5EF4-FFF2-40B4-BE49-F238E27FC236}">
                <a16:creationId xmlns:a16="http://schemas.microsoft.com/office/drawing/2014/main" id="{B068C59E-737E-4DD1-BFF7-33DE421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6" name="bootstrap-bottom-12x12-r9-c4">
            <a:extLst xmlns:a="http://schemas.openxmlformats.org/drawingml/2006/main">
              <a:ext uri="{FF2B5EF4-FFF2-40B4-BE49-F238E27FC236}">
                <a16:creationId xmlns:a16="http://schemas.microsoft.com/office/drawing/2014/main" id="{0D50AEBF-F597-45D6-A5B6-8962D79A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7" name="bootstrap-bottom-12x12-r9-c5">
            <a:extLst xmlns:a="http://schemas.openxmlformats.org/drawingml/2006/main">
              <a:ext uri="{FF2B5EF4-FFF2-40B4-BE49-F238E27FC236}">
                <a16:creationId xmlns:a16="http://schemas.microsoft.com/office/drawing/2014/main" id="{ECA55A20-D01A-4B27-883D-8B82A56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8" name="bootstrap-bottom-12x12-r9-c6">
            <a:extLst xmlns:a="http://schemas.openxmlformats.org/drawingml/2006/main">
              <a:ext uri="{FF2B5EF4-FFF2-40B4-BE49-F238E27FC236}">
                <a16:creationId xmlns:a16="http://schemas.microsoft.com/office/drawing/2014/main" id="{85A85920-3105-4D40-84BC-4F6C8FA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59" name="bootstrap-bottom-12x12-r9-c7">
            <a:extLst xmlns:a="http://schemas.openxmlformats.org/drawingml/2006/main">
              <a:ext uri="{FF2B5EF4-FFF2-40B4-BE49-F238E27FC236}">
                <a16:creationId xmlns:a16="http://schemas.microsoft.com/office/drawing/2014/main" id="{AA850444-0019-423B-AA86-D1DA957F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0" name="bootstrap-bottom-12x12-r9-c8">
            <a:extLst xmlns:a="http://schemas.openxmlformats.org/drawingml/2006/main">
              <a:ext uri="{FF2B5EF4-FFF2-40B4-BE49-F238E27FC236}">
                <a16:creationId xmlns:a16="http://schemas.microsoft.com/office/drawing/2014/main" id="{6FB5E8A5-F82B-43DB-85C3-13555A02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1" name="bootstrap-bottom-12x12-r9-c9">
            <a:extLst xmlns:a="http://schemas.openxmlformats.org/drawingml/2006/main">
              <a:ext uri="{FF2B5EF4-FFF2-40B4-BE49-F238E27FC236}">
                <a16:creationId xmlns:a16="http://schemas.microsoft.com/office/drawing/2014/main" id="{806CFE2B-4ECF-47DF-9BC0-2FB46DE7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62" name="bootstrap-bottom-12x12-r9-c10">
            <a:extLst xmlns:a="http://schemas.openxmlformats.org/drawingml/2006/main">
              <a:ext uri="{FF2B5EF4-FFF2-40B4-BE49-F238E27FC236}">
                <a16:creationId xmlns:a16="http://schemas.microsoft.com/office/drawing/2014/main" id="{DC7F5568-8E1E-4E46-9989-F049DD0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3" name="bootstrap-bottom-12x12-r9-c11">
            <a:extLst xmlns:a="http://schemas.openxmlformats.org/drawingml/2006/main">
              <a:ext uri="{FF2B5EF4-FFF2-40B4-BE49-F238E27FC236}">
                <a16:creationId xmlns:a16="http://schemas.microsoft.com/office/drawing/2014/main" id="{5A09B539-040C-49CC-8611-047E1EC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4" name="bootstrap-bottom-12x12-r9-c12">
            <a:extLst xmlns:a="http://schemas.openxmlformats.org/drawingml/2006/main">
              <a:ext uri="{FF2B5EF4-FFF2-40B4-BE49-F238E27FC236}">
                <a16:creationId xmlns:a16="http://schemas.microsoft.com/office/drawing/2014/main" id="{4E7A94D4-FE27-49A2-9CC5-052D28CC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6165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5" name="bootstrap-bottom-12x12-r10-c1">
            <a:extLst xmlns:a="http://schemas.openxmlformats.org/drawingml/2006/main">
              <a:ext uri="{FF2B5EF4-FFF2-40B4-BE49-F238E27FC236}">
                <a16:creationId xmlns:a16="http://schemas.microsoft.com/office/drawing/2014/main" id="{7802A194-6E9D-44E9-B81B-92AB333B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6" name="bootstrap-bottom-12x12-r10-c2">
            <a:extLst xmlns:a="http://schemas.openxmlformats.org/drawingml/2006/main">
              <a:ext uri="{FF2B5EF4-FFF2-40B4-BE49-F238E27FC236}">
                <a16:creationId xmlns:a16="http://schemas.microsoft.com/office/drawing/2014/main" id="{B8A05D71-CAF5-49E1-9CD8-D2F3740C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7" name="bootstrap-bottom-12x12-r10-c3">
            <a:extLst xmlns:a="http://schemas.openxmlformats.org/drawingml/2006/main">
              <a:ext uri="{FF2B5EF4-FFF2-40B4-BE49-F238E27FC236}">
                <a16:creationId xmlns:a16="http://schemas.microsoft.com/office/drawing/2014/main" id="{1A8ECE02-8DBC-4BDD-AA04-1A5D9914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8" name="bootstrap-bottom-12x12-r10-c4">
            <a:extLst xmlns:a="http://schemas.openxmlformats.org/drawingml/2006/main">
              <a:ext uri="{FF2B5EF4-FFF2-40B4-BE49-F238E27FC236}">
                <a16:creationId xmlns:a16="http://schemas.microsoft.com/office/drawing/2014/main" id="{319BC1E4-AEB2-4136-8D7D-101BCC81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69" name="bootstrap-bottom-12x12-r10-c5">
            <a:extLst xmlns:a="http://schemas.openxmlformats.org/drawingml/2006/main">
              <a:ext uri="{FF2B5EF4-FFF2-40B4-BE49-F238E27FC236}">
                <a16:creationId xmlns:a16="http://schemas.microsoft.com/office/drawing/2014/main" id="{9D51BEE7-1D66-41CA-9B37-5AA8D0D7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0" name="bootstrap-bottom-12x12-r10-c6">
            <a:extLst xmlns:a="http://schemas.openxmlformats.org/drawingml/2006/main">
              <a:ext uri="{FF2B5EF4-FFF2-40B4-BE49-F238E27FC236}">
                <a16:creationId xmlns:a16="http://schemas.microsoft.com/office/drawing/2014/main" id="{45E621A5-5DA7-448D-AE72-413D59CF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1" name="bootstrap-bottom-12x12-r10-c7">
            <a:extLst xmlns:a="http://schemas.openxmlformats.org/drawingml/2006/main">
              <a:ext uri="{FF2B5EF4-FFF2-40B4-BE49-F238E27FC236}">
                <a16:creationId xmlns:a16="http://schemas.microsoft.com/office/drawing/2014/main" id="{E342A3D0-69BB-4C58-BC59-7268A5D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2" name="bootstrap-bottom-12x12-r10-c8">
            <a:extLst xmlns:a="http://schemas.openxmlformats.org/drawingml/2006/main">
              <a:ext uri="{FF2B5EF4-FFF2-40B4-BE49-F238E27FC236}">
                <a16:creationId xmlns:a16="http://schemas.microsoft.com/office/drawing/2014/main" id="{751325C4-24DD-46FB-851B-0CCEDD1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3" name="bootstrap-bottom-12x12-r10-c9">
            <a:extLst xmlns:a="http://schemas.openxmlformats.org/drawingml/2006/main">
              <a:ext uri="{FF2B5EF4-FFF2-40B4-BE49-F238E27FC236}">
                <a16:creationId xmlns:a16="http://schemas.microsoft.com/office/drawing/2014/main" id="{44E61A38-C5E7-48C8-B442-C4C72BA4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4" name="bootstrap-bottom-12x12-r10-c10">
            <a:extLst xmlns:a="http://schemas.openxmlformats.org/drawingml/2006/main">
              <a:ext uri="{FF2B5EF4-FFF2-40B4-BE49-F238E27FC236}">
                <a16:creationId xmlns:a16="http://schemas.microsoft.com/office/drawing/2014/main" id="{A1DDF09E-F85E-4192-8D69-9404165E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75" name="bootstrap-bottom-12x12-r10-c11">
            <a:extLst xmlns:a="http://schemas.openxmlformats.org/drawingml/2006/main">
              <a:ext uri="{FF2B5EF4-FFF2-40B4-BE49-F238E27FC236}">
                <a16:creationId xmlns:a16="http://schemas.microsoft.com/office/drawing/2014/main" id="{82ECC30A-B78B-492D-A255-913EA93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6" name="bootstrap-bottom-12x12-r10-c12">
            <a:extLst xmlns:a="http://schemas.openxmlformats.org/drawingml/2006/main">
              <a:ext uri="{FF2B5EF4-FFF2-40B4-BE49-F238E27FC236}">
                <a16:creationId xmlns:a16="http://schemas.microsoft.com/office/drawing/2014/main" id="{B2EA648C-42D2-4202-8FC1-10486B41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7054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7" name="bootstrap-bottom-12x12-r11-c1">
            <a:extLst xmlns:a="http://schemas.openxmlformats.org/drawingml/2006/main">
              <a:ext uri="{FF2B5EF4-FFF2-40B4-BE49-F238E27FC236}">
                <a16:creationId xmlns:a16="http://schemas.microsoft.com/office/drawing/2014/main" id="{629BE5F4-3B11-4FAE-BD65-B169E4FE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8" name="bootstrap-bottom-12x12-r11-c2">
            <a:extLst xmlns:a="http://schemas.openxmlformats.org/drawingml/2006/main">
              <a:ext uri="{FF2B5EF4-FFF2-40B4-BE49-F238E27FC236}">
                <a16:creationId xmlns:a16="http://schemas.microsoft.com/office/drawing/2014/main" id="{B3C37AD1-6CA3-495A-9757-D157D05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79" name="bootstrap-bottom-12x12-r11-c3">
            <a:extLst xmlns:a="http://schemas.openxmlformats.org/drawingml/2006/main">
              <a:ext uri="{FF2B5EF4-FFF2-40B4-BE49-F238E27FC236}">
                <a16:creationId xmlns:a16="http://schemas.microsoft.com/office/drawing/2014/main" id="{91FD63DD-F6B2-4BD2-881F-996A08F7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0" name="bootstrap-bottom-12x12-r11-c4">
            <a:extLst xmlns:a="http://schemas.openxmlformats.org/drawingml/2006/main">
              <a:ext uri="{FF2B5EF4-FFF2-40B4-BE49-F238E27FC236}">
                <a16:creationId xmlns:a16="http://schemas.microsoft.com/office/drawing/2014/main" id="{C04B4517-4A9B-4268-AE18-B5A590B1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1" name="bootstrap-bottom-12x12-r11-c5">
            <a:extLst xmlns:a="http://schemas.openxmlformats.org/drawingml/2006/main">
              <a:ext uri="{FF2B5EF4-FFF2-40B4-BE49-F238E27FC236}">
                <a16:creationId xmlns:a16="http://schemas.microsoft.com/office/drawing/2014/main" id="{47B78DC4-CCB5-4076-9F08-7784C8B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2" name="bootstrap-bottom-12x12-r11-c6">
            <a:extLst xmlns:a="http://schemas.openxmlformats.org/drawingml/2006/main">
              <a:ext uri="{FF2B5EF4-FFF2-40B4-BE49-F238E27FC236}">
                <a16:creationId xmlns:a16="http://schemas.microsoft.com/office/drawing/2014/main" id="{C184BE2C-4422-4916-A182-74FDD38C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D7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3" name="bootstrap-bottom-12x12-r11-c7">
            <a:extLst xmlns:a="http://schemas.openxmlformats.org/drawingml/2006/main">
              <a:ext uri="{FF2B5EF4-FFF2-40B4-BE49-F238E27FC236}">
                <a16:creationId xmlns:a16="http://schemas.microsoft.com/office/drawing/2014/main" id="{B986E55B-A129-40A9-9325-BC57371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4" name="bootstrap-bottom-12x12-r11-c8">
            <a:extLst xmlns:a="http://schemas.openxmlformats.org/drawingml/2006/main">
              <a:ext uri="{FF2B5EF4-FFF2-40B4-BE49-F238E27FC236}">
                <a16:creationId xmlns:a16="http://schemas.microsoft.com/office/drawing/2014/main" id="{52D64246-A90A-4DA9-BC24-CAD8F529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6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5" name="bootstrap-bottom-12x12-r11-c9">
            <a:extLst xmlns:a="http://schemas.openxmlformats.org/drawingml/2006/main">
              <a:ext uri="{FF2B5EF4-FFF2-40B4-BE49-F238E27FC236}">
                <a16:creationId xmlns:a16="http://schemas.microsoft.com/office/drawing/2014/main" id="{6B3BDBA5-A2C3-49BC-BD77-D615FB78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6" name="bootstrap-bottom-12x12-r11-c10">
            <a:extLst xmlns:a="http://schemas.openxmlformats.org/drawingml/2006/main">
              <a:ext uri="{FF2B5EF4-FFF2-40B4-BE49-F238E27FC236}">
                <a16:creationId xmlns:a16="http://schemas.microsoft.com/office/drawing/2014/main" id="{8807F950-71B1-4C26-8192-8A9A7211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0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7" name="bootstrap-bottom-12x12-r11-c11">
            <a:extLst xmlns:a="http://schemas.openxmlformats.org/drawingml/2006/main">
              <a:ext uri="{FF2B5EF4-FFF2-40B4-BE49-F238E27FC236}">
                <a16:creationId xmlns:a16="http://schemas.microsoft.com/office/drawing/2014/main" id="{E22D481C-C7AE-4C83-92E9-DD1F47CA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688" name="bootstrap-bottom-12x12-r11-c12">
            <a:extLst xmlns:a="http://schemas.openxmlformats.org/drawingml/2006/main">
              <a:ext uri="{FF2B5EF4-FFF2-40B4-BE49-F238E27FC236}">
                <a16:creationId xmlns:a16="http://schemas.microsoft.com/office/drawing/2014/main" id="{CD187873-A396-4A69-8AEA-7767D138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7943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89" name="bootstrap-bottom-12x12-r12-c1">
            <a:extLst xmlns:a="http://schemas.openxmlformats.org/drawingml/2006/main">
              <a:ext uri="{FF2B5EF4-FFF2-40B4-BE49-F238E27FC236}">
                <a16:creationId xmlns:a16="http://schemas.microsoft.com/office/drawing/2014/main" id="{73C50C7F-6533-4C6A-89B1-BF60D627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0" name="bootstrap-bottom-12x12-r12-c2">
            <a:extLst xmlns:a="http://schemas.openxmlformats.org/drawingml/2006/main">
              <a:ext uri="{FF2B5EF4-FFF2-40B4-BE49-F238E27FC236}">
                <a16:creationId xmlns:a16="http://schemas.microsoft.com/office/drawing/2014/main" id="{BF8C28C3-DD3C-424E-AF4A-917296DF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1" name="bootstrap-bottom-12x12-r12-c3">
            <a:extLst xmlns:a="http://schemas.openxmlformats.org/drawingml/2006/main">
              <a:ext uri="{FF2B5EF4-FFF2-40B4-BE49-F238E27FC236}">
                <a16:creationId xmlns:a16="http://schemas.microsoft.com/office/drawing/2014/main" id="{020CD864-744F-4655-A146-AFC28B8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2" name="bootstrap-bottom-12x12-r12-c4">
            <a:extLst xmlns:a="http://schemas.openxmlformats.org/drawingml/2006/main">
              <a:ext uri="{FF2B5EF4-FFF2-40B4-BE49-F238E27FC236}">
                <a16:creationId xmlns:a16="http://schemas.microsoft.com/office/drawing/2014/main" id="{19EED626-33BB-4307-B3B4-2FAEAA34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3" name="bootstrap-bottom-12x12-r12-c5">
            <a:extLst xmlns:a="http://schemas.openxmlformats.org/drawingml/2006/main">
              <a:ext uri="{FF2B5EF4-FFF2-40B4-BE49-F238E27FC236}">
                <a16:creationId xmlns:a16="http://schemas.microsoft.com/office/drawing/2014/main" id="{1E7A893E-496A-421C-AA15-0EF4E347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875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4" name="bootstrap-bottom-12x12-r12-c6">
            <a:extLst xmlns:a="http://schemas.openxmlformats.org/drawingml/2006/main">
              <a:ext uri="{FF2B5EF4-FFF2-40B4-BE49-F238E27FC236}">
                <a16:creationId xmlns:a16="http://schemas.microsoft.com/office/drawing/2014/main" id="{9CD2A7B3-951A-455C-915C-05D0E18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9C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5" name="bootstrap-bottom-12x12-r12-c7">
            <a:extLst xmlns:a="http://schemas.openxmlformats.org/drawingml/2006/main">
              <a:ext uri="{FF2B5EF4-FFF2-40B4-BE49-F238E27FC236}">
                <a16:creationId xmlns:a16="http://schemas.microsoft.com/office/drawing/2014/main" id="{0D6D4F85-2BE3-4B30-BAA3-D6563D20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6" name="bootstrap-bottom-12x12-r12-c8">
            <a:extLst xmlns:a="http://schemas.openxmlformats.org/drawingml/2006/main">
              <a:ext uri="{FF2B5EF4-FFF2-40B4-BE49-F238E27FC236}">
                <a16:creationId xmlns:a16="http://schemas.microsoft.com/office/drawing/2014/main" id="{CF5636F3-7CC6-44A1-A188-9E250E1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A9A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7" name="bootstrap-bottom-12x12-r12-c9">
            <a:extLst xmlns:a="http://schemas.openxmlformats.org/drawingml/2006/main">
              <a:ext uri="{FF2B5EF4-FFF2-40B4-BE49-F238E27FC236}">
                <a16:creationId xmlns:a16="http://schemas.microsoft.com/office/drawing/2014/main" id="{0B4BEED1-AD07-44D7-A1D6-B363F7CF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56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8" name="bootstrap-bottom-12x12-r12-c10">
            <a:extLst xmlns:a="http://schemas.openxmlformats.org/drawingml/2006/main">
              <a:ext uri="{FF2B5EF4-FFF2-40B4-BE49-F238E27FC236}">
                <a16:creationId xmlns:a16="http://schemas.microsoft.com/office/drawing/2014/main" id="{7898A4E4-F370-4C01-86DB-06645538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ED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699" name="bootstrap-bottom-12x12-r12-c11">
            <a:extLst xmlns:a="http://schemas.openxmlformats.org/drawingml/2006/main">
              <a:ext uri="{FF2B5EF4-FFF2-40B4-BE49-F238E27FC236}">
                <a16:creationId xmlns:a16="http://schemas.microsoft.com/office/drawing/2014/main" id="{76AC89F8-EEEF-43E8-A107-24C2A94E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7B8"/>
          </a:solidFill>
          <a:ln xmlns:a="http://schemas.openxmlformats.org/drawingml/2006/main" w="2381">
            <a:solidFill>
              <a:srgbClr val="FFFFFF"/>
            </a:solidFill>
            <a:prstDash val="solid"/>
          </a:ln>
        </p:spPr>
      </p:sp>
      <p:sp>
        <p:nvSpPr>
          <p:cNvPr id="700" name="bootstrap-bottom-12x12-r12-c12">
            <a:extLst xmlns:a="http://schemas.openxmlformats.org/drawingml/2006/main">
              <a:ext uri="{FF2B5EF4-FFF2-40B4-BE49-F238E27FC236}">
                <a16:creationId xmlns:a16="http://schemas.microsoft.com/office/drawing/2014/main" id="{9787A75C-55CA-4F67-AEC7-0FBD435A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883275"/>
            <a:ext cx="89662" cy="89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C9D3D8"/>
            </a:solidFill>
            <a:prstDash val="solid"/>
          </a:ln>
        </p:spPr>
      </p:sp>
      <p:sp>
        <p:nvSpPr>
          <p:cNvPr id="701" name="ellipsis-1">
            <a:extLst xmlns:a="http://schemas.openxmlformats.org/drawingml/2006/main">
              <a:ext uri="{FF2B5EF4-FFF2-40B4-BE49-F238E27FC236}">
                <a16:creationId xmlns:a16="http://schemas.microsoft.com/office/drawing/2014/main" id="{43107D39-50D7-4D32-862D-AD907B0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ellipsis-2">
            <a:extLst xmlns:a="http://schemas.openxmlformats.org/drawingml/2006/main">
              <a:ext uri="{FF2B5EF4-FFF2-40B4-BE49-F238E27FC236}">
                <a16:creationId xmlns:a16="http://schemas.microsoft.com/office/drawing/2014/main" id="{C9B8E561-233A-47C6-B6C2-3CD4F18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ellipsis-3">
            <a:extLst xmlns:a="http://schemas.openxmlformats.org/drawingml/2006/main">
              <a:ext uri="{FF2B5EF4-FFF2-40B4-BE49-F238E27FC236}">
                <a16:creationId xmlns:a16="http://schemas.microsoft.com/office/drawing/2014/main" id="{C1A703EB-E770-4565-A719-EDE9F31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662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2026-08-18T12:34:59.5240000Z</dcterms:created>
  <dcterms:modified xsi:type="dcterms:W3CDTF">2026-08-18T12:34:59.5240000Z</dcterms:modified>
</coreProperties>
</file>