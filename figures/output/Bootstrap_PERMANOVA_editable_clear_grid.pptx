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b1449483784c4a" /><Relationship Type="http://schemas.openxmlformats.org/officeDocument/2006/relationships/extended-properties" Target="/docProps/app.xml" Id="R47170ba428a84a3e" /><Relationship Type="http://schemas.openxmlformats.org/officeDocument/2006/relationships/officeDocument" Target="/ppt/presentation.xml" Id="R8e54f2c276194f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a59910b4ea4898"/>
  </p:sldMasterIdLst>
  <p:notesMasterIdLst>
    <p:notesMasterId xmlns:r="http://schemas.openxmlformats.org/officeDocument/2006/relationships" r:id="R123ee51df72942ad"/>
  </p:notesMasterIdLst>
  <p:sldIdLst>
    <p:sldId xmlns:r="http://schemas.openxmlformats.org/officeDocument/2006/relationships" id="256" r:id="Rd62df95b458c4f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2de6b267314350" /><Relationship Type="http://schemas.openxmlformats.org/officeDocument/2006/relationships/slideMaster" Target="/ppt/slideMasters/slideMaster1.xml" Id="R23a59910b4ea4898" /><Relationship Type="http://schemas.openxmlformats.org/officeDocument/2006/relationships/notesMaster" Target="/ppt/notesMasters/notesMaster1.xml" Id="R123ee51df72942ad" /><Relationship Type="http://schemas.openxmlformats.org/officeDocument/2006/relationships/presProps" Target="/ppt/presProps.xml" Id="R6cd0f53b450b4c42" /><Relationship Type="http://schemas.openxmlformats.org/officeDocument/2006/relationships/tableStyles" Target="/ppt/tableStyles.xml" Id="R1ce957c0ec6d45c5" /><Relationship Type="http://schemas.openxmlformats.org/officeDocument/2006/relationships/slide" Target="/ppt/slides/slide1.xml" Id="Rd62df95b458c4f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d7b0644a7747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e3b90d4bb24554" /><Relationship Type="http://schemas.openxmlformats.org/officeDocument/2006/relationships/notesMaster" Target="/ppt/notesMasters/notesMaster1.xml" Id="R4b79f311ba214e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codex-clipboard-8bee9934-b9f9-4d97-8716-31d90bce09f8.png</a:t>
            </a:r>
          </a:p>
          <a:p xmlns:a="http://schemas.openxmlformats.org/drawingml/2006/main">
            <a:r>
              <a:t>- Revised to moderate-density native grids with discrete color steps, clear cell borders, a pure-white diagonal, and exact mirror symmetry.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fab52144143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14ae184963426d" /><Relationship Type="http://schemas.openxmlformats.org/officeDocument/2006/relationships/slideLayout" Target="/ppt/slideLayouts/slideLayout1.xml" Id="R066918b3e34a4b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6918b3e34a4b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e47b822c1439a" /><Relationship Type="http://schemas.openxmlformats.org/officeDocument/2006/relationships/notesSlide" Target="/ppt/notesSlides/notesSlide1.xml" Id="R296b623aa1a747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2" name="panel">
            <a:extLst xmlns:a="http://schemas.openxmlformats.org/drawingml/2006/main">
              <a:ext uri="{FF2B5EF4-FFF2-40B4-BE49-F238E27FC236}">
                <a16:creationId xmlns:a16="http://schemas.microsoft.com/office/drawing/2014/main" id="{A80C1FA6-133E-4C40-8090-0886D372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9100"/>
            <a:ext cx="11468100" cy="6076950"/>
          </a:xfrm>
          <a:prstGeom xmlns:a="http://schemas.openxmlformats.org/drawingml/2006/main" prst="roundRect">
            <a:avLst>
              <a:gd name="adj" fmla="val 846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ource-to-top">
            <a:extLst xmlns:a="http://schemas.openxmlformats.org/drawingml/2006/main">
              <a:ext uri="{FF2B5EF4-FFF2-40B4-BE49-F238E27FC236}">
                <a16:creationId xmlns:a16="http://schemas.microsoft.com/office/drawing/2014/main" id="{9F2AE8A5-6C7E-43E8-A342-9C246B54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714750" y="207645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ource-to-middle">
            <a:extLst xmlns:a="http://schemas.openxmlformats.org/drawingml/2006/main">
              <a:ext uri="{FF2B5EF4-FFF2-40B4-BE49-F238E27FC236}">
                <a16:creationId xmlns:a16="http://schemas.microsoft.com/office/drawing/2014/main" id="{DF9EB7F5-DA7D-497E-A7C0-A3248C86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3257550"/>
            <a:ext cx="1381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to-bottom">
            <a:extLst xmlns:a="http://schemas.openxmlformats.org/drawingml/2006/main">
              <a:ext uri="{FF2B5EF4-FFF2-40B4-BE49-F238E27FC236}">
                <a16:creationId xmlns:a16="http://schemas.microsoft.com/office/drawing/2014/main" id="{18B0FDF2-58E6-4A51-A69F-7FA9AEDC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3714750" y="445770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to-top">
            <a:extLst xmlns:a="http://schemas.openxmlformats.org/drawingml/2006/main">
              <a:ext uri="{FF2B5EF4-FFF2-40B4-BE49-F238E27FC236}">
                <a16:creationId xmlns:a16="http://schemas.microsoft.com/office/drawing/2014/main" id="{FE2C46CB-2844-4B5F-9D5B-0BC79D55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7143750" y="207645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to-middle">
            <a:extLst xmlns:a="http://schemas.openxmlformats.org/drawingml/2006/main">
              <a:ext uri="{FF2B5EF4-FFF2-40B4-BE49-F238E27FC236}">
                <a16:creationId xmlns:a16="http://schemas.microsoft.com/office/drawing/2014/main" id="{22D16C92-B301-4375-8EEC-F59C3C38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3257550"/>
            <a:ext cx="14287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to-bottom">
            <a:extLst xmlns:a="http://schemas.openxmlformats.org/drawingml/2006/main">
              <a:ext uri="{FF2B5EF4-FFF2-40B4-BE49-F238E27FC236}">
                <a16:creationId xmlns:a16="http://schemas.microsoft.com/office/drawing/2014/main" id="{8E73A3F5-0E3D-448A-A9BC-3D882BEA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7143750" y="445770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C2F26DD-99D6-4669-8481-F9403769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19125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82126"/>
                </a:solidFill>
              </a:defRPr>
            </a:pPr>
            <a:r>
              <a:rPr sz="3300" b="1">
                <a:solidFill>
                  <a:srgbClr val="182126"/>
                </a:solidFill>
              </a:rPr>
              <a:t>Bootstrap resampling &amp; PERMANOVA</a:t>
            </a:r>
          </a:p>
        </p:txBody>
      </p:sp>
      <p:sp>
        <p:nvSpPr>
          <p:cNvPr id="9" name="omega">
            <a:extLst xmlns:a="http://schemas.openxmlformats.org/drawingml/2006/main">
              <a:ext uri="{FF2B5EF4-FFF2-40B4-BE49-F238E27FC236}">
                <a16:creationId xmlns:a16="http://schemas.microsoft.com/office/drawing/2014/main" id="{C5066170-C339-4C5E-A523-DAFC843C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0">
                <a:solidFill>
                  <a:srgbClr val="182126"/>
                </a:solidFill>
              </a:defRPr>
            </a:pPr>
            <a:r>
              <a:rPr sz="3450" b="0">
                <a:solidFill>
                  <a:srgbClr val="182126"/>
                </a:solidFill>
              </a:rPr>
              <a:t>ω²</a:t>
            </a:r>
          </a:p>
        </p:txBody>
      </p:sp>
      <p:sp>
        <p:nvSpPr>
          <p:cNvPr id="10" name="pvalue">
            <a:extLst xmlns:a="http://schemas.openxmlformats.org/drawingml/2006/main">
              <a:ext uri="{FF2B5EF4-FFF2-40B4-BE49-F238E27FC236}">
                <a16:creationId xmlns:a16="http://schemas.microsoft.com/office/drawing/2014/main" id="{D4F9AEA8-03F6-43E9-AB8E-E68E44AE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82126"/>
                </a:solidFill>
              </a:defRPr>
            </a:pPr>
            <a:r>
              <a:rPr sz="3150" b="0">
                <a:solidFill>
                  <a:srgbClr val="182126"/>
                </a:solidFill>
              </a:rPr>
              <a:t>p value</a:t>
            </a:r>
          </a:p>
        </p:txBody>
      </p:sp>
      <p:sp>
        <p:nvSpPr>
          <p:cNvPr id="11" name="repeat">
            <a:extLst xmlns:a="http://schemas.openxmlformats.org/drawingml/2006/main">
              <a:ext uri="{FF2B5EF4-FFF2-40B4-BE49-F238E27FC236}">
                <a16:creationId xmlns:a16="http://schemas.microsoft.com/office/drawing/2014/main" id="{7427D77A-1609-4582-B4A6-1D2D8038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39474C"/>
                </a:solidFill>
              </a:defRPr>
            </a:pPr>
            <a:r>
              <a:rPr sz="3750" b="0">
                <a:solidFill>
                  <a:srgbClr val="39474C"/>
                </a:solidFill>
              </a:rPr>
              <a:t>↻</a:t>
            </a:r>
          </a:p>
        </p:txBody>
      </p:sp>
      <p:sp>
        <p:nvSpPr>
          <p:cNvPr id="12" name="iterations">
            <a:extLst xmlns:a="http://schemas.openxmlformats.org/drawingml/2006/main">
              <a:ext uri="{FF2B5EF4-FFF2-40B4-BE49-F238E27FC236}">
                <a16:creationId xmlns:a16="http://schemas.microsoft.com/office/drawing/2014/main" id="{0C0725F5-9BF1-4D67-8991-86452144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82126"/>
                </a:solidFill>
              </a:defRPr>
            </a:pPr>
            <a:r>
              <a:rPr sz="2850" b="0">
                <a:solidFill>
                  <a:srgbClr val="182126"/>
                </a:solidFill>
              </a:rPr>
              <a:t>B = 500 iterations</a:t>
            </a:r>
          </a:p>
        </p:txBody>
      </p:sp>
      <p:sp>
        <p:nvSpPr>
          <p:cNvPr id="13" name="source-12x12-r1-c1">
            <a:extLst xmlns:a="http://schemas.openxmlformats.org/drawingml/2006/main">
              <a:ext uri="{FF2B5EF4-FFF2-40B4-BE49-F238E27FC236}">
                <a16:creationId xmlns:a16="http://schemas.microsoft.com/office/drawing/2014/main" id="{ED3662F3-3E76-4D56-8183-A7280C98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4" name="source-12x12-r1-c2">
            <a:extLst xmlns:a="http://schemas.openxmlformats.org/drawingml/2006/main">
              <a:ext uri="{FF2B5EF4-FFF2-40B4-BE49-F238E27FC236}">
                <a16:creationId xmlns:a16="http://schemas.microsoft.com/office/drawing/2014/main" id="{D3C7D9C9-0CC9-4687-B571-D09A17C5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" y="2476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5" name="source-12x12-r1-c3">
            <a:extLst xmlns:a="http://schemas.openxmlformats.org/drawingml/2006/main">
              <a:ext uri="{FF2B5EF4-FFF2-40B4-BE49-F238E27FC236}">
                <a16:creationId xmlns:a16="http://schemas.microsoft.com/office/drawing/2014/main" id="{E7DAA22A-E04A-4518-9D21-0E48A9E4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2476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" name="source-12x12-r1-c4">
            <a:extLst xmlns:a="http://schemas.openxmlformats.org/drawingml/2006/main">
              <a:ext uri="{FF2B5EF4-FFF2-40B4-BE49-F238E27FC236}">
                <a16:creationId xmlns:a16="http://schemas.microsoft.com/office/drawing/2014/main" id="{2F6C9237-8AD6-4AE6-8C34-A2ED6DCC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476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" name="source-12x12-r1-c5">
            <a:extLst xmlns:a="http://schemas.openxmlformats.org/drawingml/2006/main">
              <a:ext uri="{FF2B5EF4-FFF2-40B4-BE49-F238E27FC236}">
                <a16:creationId xmlns:a16="http://schemas.microsoft.com/office/drawing/2014/main" id="{25D0518E-3191-47AB-8253-E40BEBAC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25" y="2476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9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" name="source-12x12-r1-c6">
            <a:extLst xmlns:a="http://schemas.openxmlformats.org/drawingml/2006/main">
              <a:ext uri="{FF2B5EF4-FFF2-40B4-BE49-F238E27FC236}">
                <a16:creationId xmlns:a16="http://schemas.microsoft.com/office/drawing/2014/main" id="{E274EF98-9533-4C95-82A5-B1FE1F5D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25" y="2476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" name="source-12x12-r1-c7">
            <a:extLst xmlns:a="http://schemas.openxmlformats.org/drawingml/2006/main">
              <a:ext uri="{FF2B5EF4-FFF2-40B4-BE49-F238E27FC236}">
                <a16:creationId xmlns:a16="http://schemas.microsoft.com/office/drawing/2014/main" id="{BAABDD2B-D762-4BF5-A4FF-D237AD0C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76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E1B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0" name="source-12x12-r1-c8">
            <a:extLst xmlns:a="http://schemas.openxmlformats.org/drawingml/2006/main">
              <a:ext uri="{FF2B5EF4-FFF2-40B4-BE49-F238E27FC236}">
                <a16:creationId xmlns:a16="http://schemas.microsoft.com/office/drawing/2014/main" id="{FFA6A751-A915-4CB1-BA94-573D243F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2476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B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" name="source-12x12-r1-c9">
            <a:extLst xmlns:a="http://schemas.openxmlformats.org/drawingml/2006/main">
              <a:ext uri="{FF2B5EF4-FFF2-40B4-BE49-F238E27FC236}">
                <a16:creationId xmlns:a16="http://schemas.microsoft.com/office/drawing/2014/main" id="{F38FAA6B-C012-4B31-B7C2-2C62A75F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25" y="2476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" name="source-12x12-r1-c10">
            <a:extLst xmlns:a="http://schemas.openxmlformats.org/drawingml/2006/main">
              <a:ext uri="{FF2B5EF4-FFF2-40B4-BE49-F238E27FC236}">
                <a16:creationId xmlns:a16="http://schemas.microsoft.com/office/drawing/2014/main" id="{7EDCF961-6B8C-4D73-A6FD-BDC6AC81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76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" name="source-12x12-r1-c11">
            <a:extLst xmlns:a="http://schemas.openxmlformats.org/drawingml/2006/main">
              <a:ext uri="{FF2B5EF4-FFF2-40B4-BE49-F238E27FC236}">
                <a16:creationId xmlns:a16="http://schemas.microsoft.com/office/drawing/2014/main" id="{A01B50B6-2FBC-4B6A-8C67-04255512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2476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" name="source-12x12-r1-c12">
            <a:extLst xmlns:a="http://schemas.openxmlformats.org/drawingml/2006/main">
              <a:ext uri="{FF2B5EF4-FFF2-40B4-BE49-F238E27FC236}">
                <a16:creationId xmlns:a16="http://schemas.microsoft.com/office/drawing/2014/main" id="{E498958E-BF91-433F-A21C-CCB491B3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425" y="2476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" name="source-12x12-r2-c1">
            <a:extLst xmlns:a="http://schemas.openxmlformats.org/drawingml/2006/main">
              <a:ext uri="{FF2B5EF4-FFF2-40B4-BE49-F238E27FC236}">
                <a16:creationId xmlns:a16="http://schemas.microsoft.com/office/drawing/2014/main" id="{456DE367-6F3B-4942-B8E0-9FAA34D4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54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" name="source-12x12-r2-c2">
            <a:extLst xmlns:a="http://schemas.openxmlformats.org/drawingml/2006/main">
              <a:ext uri="{FF2B5EF4-FFF2-40B4-BE49-F238E27FC236}">
                <a16:creationId xmlns:a16="http://schemas.microsoft.com/office/drawing/2014/main" id="{50A6B0D4-4328-4E24-AEDB-F00E9D63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" y="2654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7" name="source-12x12-r2-c3">
            <a:extLst xmlns:a="http://schemas.openxmlformats.org/drawingml/2006/main">
              <a:ext uri="{FF2B5EF4-FFF2-40B4-BE49-F238E27FC236}">
                <a16:creationId xmlns:a16="http://schemas.microsoft.com/office/drawing/2014/main" id="{2919F326-C685-4728-B11B-72A45B4D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2654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8" name="source-12x12-r2-c4">
            <a:extLst xmlns:a="http://schemas.openxmlformats.org/drawingml/2006/main">
              <a:ext uri="{FF2B5EF4-FFF2-40B4-BE49-F238E27FC236}">
                <a16:creationId xmlns:a16="http://schemas.microsoft.com/office/drawing/2014/main" id="{957BC097-5016-4A76-91B9-B8D7D99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54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9" name="source-12x12-r2-c5">
            <a:extLst xmlns:a="http://schemas.openxmlformats.org/drawingml/2006/main">
              <a:ext uri="{FF2B5EF4-FFF2-40B4-BE49-F238E27FC236}">
                <a16:creationId xmlns:a16="http://schemas.microsoft.com/office/drawing/2014/main" id="{2722FCE2-7B0B-4E7D-A260-FDF77076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25" y="2654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" name="source-12x12-r2-c6">
            <a:extLst xmlns:a="http://schemas.openxmlformats.org/drawingml/2006/main">
              <a:ext uri="{FF2B5EF4-FFF2-40B4-BE49-F238E27FC236}">
                <a16:creationId xmlns:a16="http://schemas.microsoft.com/office/drawing/2014/main" id="{3803EBA2-8165-4CF2-B13C-82543CD2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25" y="2654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" name="source-12x12-r2-c7">
            <a:extLst xmlns:a="http://schemas.openxmlformats.org/drawingml/2006/main">
              <a:ext uri="{FF2B5EF4-FFF2-40B4-BE49-F238E27FC236}">
                <a16:creationId xmlns:a16="http://schemas.microsoft.com/office/drawing/2014/main" id="{E15649A0-9C61-4DC1-A86B-44B4F1FF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654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77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" name="source-12x12-r2-c8">
            <a:extLst xmlns:a="http://schemas.openxmlformats.org/drawingml/2006/main">
              <a:ext uri="{FF2B5EF4-FFF2-40B4-BE49-F238E27FC236}">
                <a16:creationId xmlns:a16="http://schemas.microsoft.com/office/drawing/2014/main" id="{3B7286F6-2DD9-4CC9-8329-B6803702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2654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" name="source-12x12-r2-c9">
            <a:extLst xmlns:a="http://schemas.openxmlformats.org/drawingml/2006/main">
              <a:ext uri="{FF2B5EF4-FFF2-40B4-BE49-F238E27FC236}">
                <a16:creationId xmlns:a16="http://schemas.microsoft.com/office/drawing/2014/main" id="{F058E8FB-25CD-484A-875F-471AFF5E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25" y="2654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" name="source-12x12-r2-c10">
            <a:extLst xmlns:a="http://schemas.openxmlformats.org/drawingml/2006/main">
              <a:ext uri="{FF2B5EF4-FFF2-40B4-BE49-F238E27FC236}">
                <a16:creationId xmlns:a16="http://schemas.microsoft.com/office/drawing/2014/main" id="{5ACB270E-8F83-465B-A269-87D7E076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54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5" name="source-12x12-r2-c11">
            <a:extLst xmlns:a="http://schemas.openxmlformats.org/drawingml/2006/main">
              <a:ext uri="{FF2B5EF4-FFF2-40B4-BE49-F238E27FC236}">
                <a16:creationId xmlns:a16="http://schemas.microsoft.com/office/drawing/2014/main" id="{D5002C12-C3F8-4EB1-AA6B-D0C21646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2654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6" name="source-12x12-r2-c12">
            <a:extLst xmlns:a="http://schemas.openxmlformats.org/drawingml/2006/main">
              <a:ext uri="{FF2B5EF4-FFF2-40B4-BE49-F238E27FC236}">
                <a16:creationId xmlns:a16="http://schemas.microsoft.com/office/drawing/2014/main" id="{58773298-3BFD-412D-BA2F-949438F9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425" y="2654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7" name="source-12x12-r3-c1">
            <a:extLst xmlns:a="http://schemas.openxmlformats.org/drawingml/2006/main">
              <a:ext uri="{FF2B5EF4-FFF2-40B4-BE49-F238E27FC236}">
                <a16:creationId xmlns:a16="http://schemas.microsoft.com/office/drawing/2014/main" id="{59BD7CC6-B689-458B-A6BD-91197E4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2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8" name="source-12x12-r3-c2">
            <a:extLst xmlns:a="http://schemas.openxmlformats.org/drawingml/2006/main">
              <a:ext uri="{FF2B5EF4-FFF2-40B4-BE49-F238E27FC236}">
                <a16:creationId xmlns:a16="http://schemas.microsoft.com/office/drawing/2014/main" id="{1CBA29E4-849E-49E1-88F8-5DA4A44F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" y="2832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9" name="source-12x12-r3-c3">
            <a:extLst xmlns:a="http://schemas.openxmlformats.org/drawingml/2006/main">
              <a:ext uri="{FF2B5EF4-FFF2-40B4-BE49-F238E27FC236}">
                <a16:creationId xmlns:a16="http://schemas.microsoft.com/office/drawing/2014/main" id="{933DD5EE-182A-413E-9EB5-54C97274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2832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40" name="source-12x12-r3-c4">
            <a:extLst xmlns:a="http://schemas.openxmlformats.org/drawingml/2006/main">
              <a:ext uri="{FF2B5EF4-FFF2-40B4-BE49-F238E27FC236}">
                <a16:creationId xmlns:a16="http://schemas.microsoft.com/office/drawing/2014/main" id="{C483DED3-5C78-4BE8-A7D0-A691D259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32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1" name="source-12x12-r3-c5">
            <a:extLst xmlns:a="http://schemas.openxmlformats.org/drawingml/2006/main">
              <a:ext uri="{FF2B5EF4-FFF2-40B4-BE49-F238E27FC236}">
                <a16:creationId xmlns:a16="http://schemas.microsoft.com/office/drawing/2014/main" id="{D0115207-7E62-4C83-914F-10FFBB54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25" y="2832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2" name="source-12x12-r3-c6">
            <a:extLst xmlns:a="http://schemas.openxmlformats.org/drawingml/2006/main">
              <a:ext uri="{FF2B5EF4-FFF2-40B4-BE49-F238E27FC236}">
                <a16:creationId xmlns:a16="http://schemas.microsoft.com/office/drawing/2014/main" id="{5346D666-71D4-4F6C-B60D-065C0767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25" y="2832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3" name="source-12x12-r3-c7">
            <a:extLst xmlns:a="http://schemas.openxmlformats.org/drawingml/2006/main">
              <a:ext uri="{FF2B5EF4-FFF2-40B4-BE49-F238E27FC236}">
                <a16:creationId xmlns:a16="http://schemas.microsoft.com/office/drawing/2014/main" id="{C18705B5-FFA0-42CE-A969-F9C40AD2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32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77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4" name="source-12x12-r3-c8">
            <a:extLst xmlns:a="http://schemas.openxmlformats.org/drawingml/2006/main">
              <a:ext uri="{FF2B5EF4-FFF2-40B4-BE49-F238E27FC236}">
                <a16:creationId xmlns:a16="http://schemas.microsoft.com/office/drawing/2014/main" id="{35E203C2-671B-42E2-991F-CB47EE72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2832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5" name="source-12x12-r3-c9">
            <a:extLst xmlns:a="http://schemas.openxmlformats.org/drawingml/2006/main">
              <a:ext uri="{FF2B5EF4-FFF2-40B4-BE49-F238E27FC236}">
                <a16:creationId xmlns:a16="http://schemas.microsoft.com/office/drawing/2014/main" id="{D6CE5A74-B6D8-431E-9033-3BFE95F0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25" y="2832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6" name="source-12x12-r3-c10">
            <a:extLst xmlns:a="http://schemas.openxmlformats.org/drawingml/2006/main">
              <a:ext uri="{FF2B5EF4-FFF2-40B4-BE49-F238E27FC236}">
                <a16:creationId xmlns:a16="http://schemas.microsoft.com/office/drawing/2014/main" id="{3B881AD0-6569-49FC-9C5D-4A6815CF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32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7" name="source-12x12-r3-c11">
            <a:extLst xmlns:a="http://schemas.openxmlformats.org/drawingml/2006/main">
              <a:ext uri="{FF2B5EF4-FFF2-40B4-BE49-F238E27FC236}">
                <a16:creationId xmlns:a16="http://schemas.microsoft.com/office/drawing/2014/main" id="{64B07A13-7EA8-49CF-8D15-42F9497C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2832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8" name="source-12x12-r3-c12">
            <a:extLst xmlns:a="http://schemas.openxmlformats.org/drawingml/2006/main">
              <a:ext uri="{FF2B5EF4-FFF2-40B4-BE49-F238E27FC236}">
                <a16:creationId xmlns:a16="http://schemas.microsoft.com/office/drawing/2014/main" id="{EFA6D883-57E8-41C6-B97F-FE7EE520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425" y="2832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9" name="source-12x12-r4-c1">
            <a:extLst xmlns:a="http://schemas.openxmlformats.org/drawingml/2006/main">
              <a:ext uri="{FF2B5EF4-FFF2-40B4-BE49-F238E27FC236}">
                <a16:creationId xmlns:a16="http://schemas.microsoft.com/office/drawing/2014/main" id="{0B585BFF-349B-4239-AEB5-2C03BD38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9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0" name="source-12x12-r4-c2">
            <a:extLst xmlns:a="http://schemas.openxmlformats.org/drawingml/2006/main">
              <a:ext uri="{FF2B5EF4-FFF2-40B4-BE49-F238E27FC236}">
                <a16:creationId xmlns:a16="http://schemas.microsoft.com/office/drawing/2014/main" id="{FE28E547-5FC7-4802-98BB-9CCD118C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" y="3009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1" name="source-12x12-r4-c3">
            <a:extLst xmlns:a="http://schemas.openxmlformats.org/drawingml/2006/main">
              <a:ext uri="{FF2B5EF4-FFF2-40B4-BE49-F238E27FC236}">
                <a16:creationId xmlns:a16="http://schemas.microsoft.com/office/drawing/2014/main" id="{803F8DCC-B123-45F3-94E9-750B4D5D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3009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2" name="source-12x12-r4-c4">
            <a:extLst xmlns:a="http://schemas.openxmlformats.org/drawingml/2006/main">
              <a:ext uri="{FF2B5EF4-FFF2-40B4-BE49-F238E27FC236}">
                <a16:creationId xmlns:a16="http://schemas.microsoft.com/office/drawing/2014/main" id="{FFE76096-4888-4F74-A045-5DA66DB6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09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53" name="source-12x12-r4-c5">
            <a:extLst xmlns:a="http://schemas.openxmlformats.org/drawingml/2006/main">
              <a:ext uri="{FF2B5EF4-FFF2-40B4-BE49-F238E27FC236}">
                <a16:creationId xmlns:a16="http://schemas.microsoft.com/office/drawing/2014/main" id="{5BC9ABFD-AA95-4A3A-9398-41F8C02C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25" y="3009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4" name="source-12x12-r4-c6">
            <a:extLst xmlns:a="http://schemas.openxmlformats.org/drawingml/2006/main">
              <a:ext uri="{FF2B5EF4-FFF2-40B4-BE49-F238E27FC236}">
                <a16:creationId xmlns:a16="http://schemas.microsoft.com/office/drawing/2014/main" id="{55514FA5-1B75-4619-98D8-1F926BC1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25" y="3009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5" name="source-12x12-r4-c7">
            <a:extLst xmlns:a="http://schemas.openxmlformats.org/drawingml/2006/main">
              <a:ext uri="{FF2B5EF4-FFF2-40B4-BE49-F238E27FC236}">
                <a16:creationId xmlns:a16="http://schemas.microsoft.com/office/drawing/2014/main" id="{F3D16941-800A-4C5E-9794-14ED6D89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009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6" name="source-12x12-r4-c8">
            <a:extLst xmlns:a="http://schemas.openxmlformats.org/drawingml/2006/main">
              <a:ext uri="{FF2B5EF4-FFF2-40B4-BE49-F238E27FC236}">
                <a16:creationId xmlns:a16="http://schemas.microsoft.com/office/drawing/2014/main" id="{EFAD953B-F603-4415-8B55-76730583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3009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7" name="source-12x12-r4-c9">
            <a:extLst xmlns:a="http://schemas.openxmlformats.org/drawingml/2006/main">
              <a:ext uri="{FF2B5EF4-FFF2-40B4-BE49-F238E27FC236}">
                <a16:creationId xmlns:a16="http://schemas.microsoft.com/office/drawing/2014/main" id="{0B6B0140-098F-4818-B622-AD0A7C48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25" y="3009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8" name="source-12x12-r4-c10">
            <a:extLst xmlns:a="http://schemas.openxmlformats.org/drawingml/2006/main">
              <a:ext uri="{FF2B5EF4-FFF2-40B4-BE49-F238E27FC236}">
                <a16:creationId xmlns:a16="http://schemas.microsoft.com/office/drawing/2014/main" id="{28A18293-EB8D-4663-9F5F-D70DAD63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09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74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9" name="source-12x12-r4-c11">
            <a:extLst xmlns:a="http://schemas.openxmlformats.org/drawingml/2006/main">
              <a:ext uri="{FF2B5EF4-FFF2-40B4-BE49-F238E27FC236}">
                <a16:creationId xmlns:a16="http://schemas.microsoft.com/office/drawing/2014/main" id="{BE466FE8-E3A3-4CFB-87F9-28E5B431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3009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605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0" name="source-12x12-r4-c12">
            <a:extLst xmlns:a="http://schemas.openxmlformats.org/drawingml/2006/main">
              <a:ext uri="{FF2B5EF4-FFF2-40B4-BE49-F238E27FC236}">
                <a16:creationId xmlns:a16="http://schemas.microsoft.com/office/drawing/2014/main" id="{3C828608-1E8D-4B60-8BE8-7CEE5168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425" y="3009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1" name="source-12x12-r5-c1">
            <a:extLst xmlns:a="http://schemas.openxmlformats.org/drawingml/2006/main">
              <a:ext uri="{FF2B5EF4-FFF2-40B4-BE49-F238E27FC236}">
                <a16:creationId xmlns:a16="http://schemas.microsoft.com/office/drawing/2014/main" id="{4F6E4B0F-2558-469F-A709-55A8BE7E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87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9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2" name="source-12x12-r5-c2">
            <a:extLst xmlns:a="http://schemas.openxmlformats.org/drawingml/2006/main">
              <a:ext uri="{FF2B5EF4-FFF2-40B4-BE49-F238E27FC236}">
                <a16:creationId xmlns:a16="http://schemas.microsoft.com/office/drawing/2014/main" id="{77FC9188-7127-44A4-BA71-0E0E64D2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" y="3187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3" name="source-12x12-r5-c3">
            <a:extLst xmlns:a="http://schemas.openxmlformats.org/drawingml/2006/main">
              <a:ext uri="{FF2B5EF4-FFF2-40B4-BE49-F238E27FC236}">
                <a16:creationId xmlns:a16="http://schemas.microsoft.com/office/drawing/2014/main" id="{9B1F75F3-E85D-4C4B-AB73-57E0E1AC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3187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4" name="source-12x12-r5-c4">
            <a:extLst xmlns:a="http://schemas.openxmlformats.org/drawingml/2006/main">
              <a:ext uri="{FF2B5EF4-FFF2-40B4-BE49-F238E27FC236}">
                <a16:creationId xmlns:a16="http://schemas.microsoft.com/office/drawing/2014/main" id="{ACEFF443-E7FC-4362-AC1E-B2429B38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187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5" name="source-12x12-r5-c5">
            <a:extLst xmlns:a="http://schemas.openxmlformats.org/drawingml/2006/main">
              <a:ext uri="{FF2B5EF4-FFF2-40B4-BE49-F238E27FC236}">
                <a16:creationId xmlns:a16="http://schemas.microsoft.com/office/drawing/2014/main" id="{CD910CAE-9594-4865-9315-4F4A7AC0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25" y="3187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66" name="source-12x12-r5-c6">
            <a:extLst xmlns:a="http://schemas.openxmlformats.org/drawingml/2006/main">
              <a:ext uri="{FF2B5EF4-FFF2-40B4-BE49-F238E27FC236}">
                <a16:creationId xmlns:a16="http://schemas.microsoft.com/office/drawing/2014/main" id="{3037980E-8798-48E8-AE08-6F2A0E0D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25" y="3187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7" name="source-12x12-r5-c7">
            <a:extLst xmlns:a="http://schemas.openxmlformats.org/drawingml/2006/main">
              <a:ext uri="{FF2B5EF4-FFF2-40B4-BE49-F238E27FC236}">
                <a16:creationId xmlns:a16="http://schemas.microsoft.com/office/drawing/2014/main" id="{3DD0F369-05DD-4DDB-8869-14FB94A4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187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8" name="source-12x12-r5-c8">
            <a:extLst xmlns:a="http://schemas.openxmlformats.org/drawingml/2006/main">
              <a:ext uri="{FF2B5EF4-FFF2-40B4-BE49-F238E27FC236}">
                <a16:creationId xmlns:a16="http://schemas.microsoft.com/office/drawing/2014/main" id="{DF8AA84E-5AA3-4568-B675-BE33A796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3187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9" name="source-12x12-r5-c9">
            <a:extLst xmlns:a="http://schemas.openxmlformats.org/drawingml/2006/main">
              <a:ext uri="{FF2B5EF4-FFF2-40B4-BE49-F238E27FC236}">
                <a16:creationId xmlns:a16="http://schemas.microsoft.com/office/drawing/2014/main" id="{89A74624-34AB-46DC-B263-B9032228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25" y="3187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0" name="source-12x12-r5-c10">
            <a:extLst xmlns:a="http://schemas.openxmlformats.org/drawingml/2006/main">
              <a:ext uri="{FF2B5EF4-FFF2-40B4-BE49-F238E27FC236}">
                <a16:creationId xmlns:a16="http://schemas.microsoft.com/office/drawing/2014/main" id="{8BD4446A-D9C2-4C0B-B7C4-D4963D8A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87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1" name="source-12x12-r5-c11">
            <a:extLst xmlns:a="http://schemas.openxmlformats.org/drawingml/2006/main">
              <a:ext uri="{FF2B5EF4-FFF2-40B4-BE49-F238E27FC236}">
                <a16:creationId xmlns:a16="http://schemas.microsoft.com/office/drawing/2014/main" id="{99B2B649-0B49-4AF9-ADCB-A686B054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3187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2" name="source-12x12-r5-c12">
            <a:extLst xmlns:a="http://schemas.openxmlformats.org/drawingml/2006/main">
              <a:ext uri="{FF2B5EF4-FFF2-40B4-BE49-F238E27FC236}">
                <a16:creationId xmlns:a16="http://schemas.microsoft.com/office/drawing/2014/main" id="{7EA5E0B7-0E92-4A48-AF71-41F7C178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425" y="3187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3" name="source-12x12-r6-c1">
            <a:extLst xmlns:a="http://schemas.openxmlformats.org/drawingml/2006/main">
              <a:ext uri="{FF2B5EF4-FFF2-40B4-BE49-F238E27FC236}">
                <a16:creationId xmlns:a16="http://schemas.microsoft.com/office/drawing/2014/main" id="{7AE0AB4B-8A83-4062-82CB-F4E0930B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65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4" name="source-12x12-r6-c2">
            <a:extLst xmlns:a="http://schemas.openxmlformats.org/drawingml/2006/main">
              <a:ext uri="{FF2B5EF4-FFF2-40B4-BE49-F238E27FC236}">
                <a16:creationId xmlns:a16="http://schemas.microsoft.com/office/drawing/2014/main" id="{21C72CBE-4473-439F-94CF-25D0CD65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" y="3365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5" name="source-12x12-r6-c3">
            <a:extLst xmlns:a="http://schemas.openxmlformats.org/drawingml/2006/main">
              <a:ext uri="{FF2B5EF4-FFF2-40B4-BE49-F238E27FC236}">
                <a16:creationId xmlns:a16="http://schemas.microsoft.com/office/drawing/2014/main" id="{6CDC71A3-58D7-4BD0-9FDF-731A244C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3365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6" name="source-12x12-r6-c4">
            <a:extLst xmlns:a="http://schemas.openxmlformats.org/drawingml/2006/main">
              <a:ext uri="{FF2B5EF4-FFF2-40B4-BE49-F238E27FC236}">
                <a16:creationId xmlns:a16="http://schemas.microsoft.com/office/drawing/2014/main" id="{D0317386-CBCE-4DCD-BE0C-B83884CD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365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7" name="source-12x12-r6-c5">
            <a:extLst xmlns:a="http://schemas.openxmlformats.org/drawingml/2006/main">
              <a:ext uri="{FF2B5EF4-FFF2-40B4-BE49-F238E27FC236}">
                <a16:creationId xmlns:a16="http://schemas.microsoft.com/office/drawing/2014/main" id="{A76106AC-5B6D-4F52-A234-62320B52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25" y="3365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8" name="source-12x12-r6-c6">
            <a:extLst xmlns:a="http://schemas.openxmlformats.org/drawingml/2006/main">
              <a:ext uri="{FF2B5EF4-FFF2-40B4-BE49-F238E27FC236}">
                <a16:creationId xmlns:a16="http://schemas.microsoft.com/office/drawing/2014/main" id="{F88E2E9F-A68E-4B77-8372-889ED3DE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25" y="3365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79" name="source-12x12-r6-c7">
            <a:extLst xmlns:a="http://schemas.openxmlformats.org/drawingml/2006/main">
              <a:ext uri="{FF2B5EF4-FFF2-40B4-BE49-F238E27FC236}">
                <a16:creationId xmlns:a16="http://schemas.microsoft.com/office/drawing/2014/main" id="{7EA1E987-31A2-42B3-A554-9E5F0D81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365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0" name="source-12x12-r6-c8">
            <a:extLst xmlns:a="http://schemas.openxmlformats.org/drawingml/2006/main">
              <a:ext uri="{FF2B5EF4-FFF2-40B4-BE49-F238E27FC236}">
                <a16:creationId xmlns:a16="http://schemas.microsoft.com/office/drawing/2014/main" id="{04BEFB4F-49AF-448C-A168-702298A4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3365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1" name="source-12x12-r6-c9">
            <a:extLst xmlns:a="http://schemas.openxmlformats.org/drawingml/2006/main">
              <a:ext uri="{FF2B5EF4-FFF2-40B4-BE49-F238E27FC236}">
                <a16:creationId xmlns:a16="http://schemas.microsoft.com/office/drawing/2014/main" id="{826D2F08-FDC2-45F2-96DF-6F947612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25" y="3365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2" name="source-12x12-r6-c10">
            <a:extLst xmlns:a="http://schemas.openxmlformats.org/drawingml/2006/main">
              <a:ext uri="{FF2B5EF4-FFF2-40B4-BE49-F238E27FC236}">
                <a16:creationId xmlns:a16="http://schemas.microsoft.com/office/drawing/2014/main" id="{6978AE68-2A48-4588-943B-19644180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65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3" name="source-12x12-r6-c11">
            <a:extLst xmlns:a="http://schemas.openxmlformats.org/drawingml/2006/main">
              <a:ext uri="{FF2B5EF4-FFF2-40B4-BE49-F238E27FC236}">
                <a16:creationId xmlns:a16="http://schemas.microsoft.com/office/drawing/2014/main" id="{AE3ECA5F-A740-4C0D-977A-1059F90E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3365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4" name="source-12x12-r6-c12">
            <a:extLst xmlns:a="http://schemas.openxmlformats.org/drawingml/2006/main">
              <a:ext uri="{FF2B5EF4-FFF2-40B4-BE49-F238E27FC236}">
                <a16:creationId xmlns:a16="http://schemas.microsoft.com/office/drawing/2014/main" id="{14A3FC3E-4091-45BC-95F9-9A7A0079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425" y="3365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5" name="source-12x12-r7-c1">
            <a:extLst xmlns:a="http://schemas.openxmlformats.org/drawingml/2006/main">
              <a:ext uri="{FF2B5EF4-FFF2-40B4-BE49-F238E27FC236}">
                <a16:creationId xmlns:a16="http://schemas.microsoft.com/office/drawing/2014/main" id="{AF5B2801-EAFB-4A54-9CF8-AE9BEFBE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E1B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6" name="source-12x12-r7-c2">
            <a:extLst xmlns:a="http://schemas.openxmlformats.org/drawingml/2006/main">
              <a:ext uri="{FF2B5EF4-FFF2-40B4-BE49-F238E27FC236}">
                <a16:creationId xmlns:a16="http://schemas.microsoft.com/office/drawing/2014/main" id="{401E4FAC-E85C-4E3E-A42A-43043377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" y="3543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77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7" name="source-12x12-r7-c3">
            <a:extLst xmlns:a="http://schemas.openxmlformats.org/drawingml/2006/main">
              <a:ext uri="{FF2B5EF4-FFF2-40B4-BE49-F238E27FC236}">
                <a16:creationId xmlns:a16="http://schemas.microsoft.com/office/drawing/2014/main" id="{9A9D8C3C-8BAA-42DC-BD31-49218E76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3543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77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8" name="source-12x12-r7-c4">
            <a:extLst xmlns:a="http://schemas.openxmlformats.org/drawingml/2006/main">
              <a:ext uri="{FF2B5EF4-FFF2-40B4-BE49-F238E27FC236}">
                <a16:creationId xmlns:a16="http://schemas.microsoft.com/office/drawing/2014/main" id="{B164BE5C-3065-47C6-B42F-58087A91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543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9" name="source-12x12-r7-c5">
            <a:extLst xmlns:a="http://schemas.openxmlformats.org/drawingml/2006/main">
              <a:ext uri="{FF2B5EF4-FFF2-40B4-BE49-F238E27FC236}">
                <a16:creationId xmlns:a16="http://schemas.microsoft.com/office/drawing/2014/main" id="{95EB4A76-BF1B-42A6-B93E-33473214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25" y="3543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0" name="source-12x12-r7-c6">
            <a:extLst xmlns:a="http://schemas.openxmlformats.org/drawingml/2006/main">
              <a:ext uri="{FF2B5EF4-FFF2-40B4-BE49-F238E27FC236}">
                <a16:creationId xmlns:a16="http://schemas.microsoft.com/office/drawing/2014/main" id="{9EE2016B-7691-44F0-A0E5-8B4A79A8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25" y="3543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1" name="source-12x12-r7-c7">
            <a:extLst xmlns:a="http://schemas.openxmlformats.org/drawingml/2006/main">
              <a:ext uri="{FF2B5EF4-FFF2-40B4-BE49-F238E27FC236}">
                <a16:creationId xmlns:a16="http://schemas.microsoft.com/office/drawing/2014/main" id="{04306AED-FEE2-4145-9193-E02E9A91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43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92" name="source-12x12-r7-c8">
            <a:extLst xmlns:a="http://schemas.openxmlformats.org/drawingml/2006/main">
              <a:ext uri="{FF2B5EF4-FFF2-40B4-BE49-F238E27FC236}">
                <a16:creationId xmlns:a16="http://schemas.microsoft.com/office/drawing/2014/main" id="{CE641E09-A853-4103-BA8F-6759BBE5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3543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3" name="source-12x12-r7-c9">
            <a:extLst xmlns:a="http://schemas.openxmlformats.org/drawingml/2006/main">
              <a:ext uri="{FF2B5EF4-FFF2-40B4-BE49-F238E27FC236}">
                <a16:creationId xmlns:a16="http://schemas.microsoft.com/office/drawing/2014/main" id="{8EE9451E-8CD8-436E-9DF5-34AE8761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25" y="3543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4" name="source-12x12-r7-c10">
            <a:extLst xmlns:a="http://schemas.openxmlformats.org/drawingml/2006/main">
              <a:ext uri="{FF2B5EF4-FFF2-40B4-BE49-F238E27FC236}">
                <a16:creationId xmlns:a16="http://schemas.microsoft.com/office/drawing/2014/main" id="{06341F1E-A5D1-469D-8E24-F5AAAC38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43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5" name="source-12x12-r7-c11">
            <a:extLst xmlns:a="http://schemas.openxmlformats.org/drawingml/2006/main">
              <a:ext uri="{FF2B5EF4-FFF2-40B4-BE49-F238E27FC236}">
                <a16:creationId xmlns:a16="http://schemas.microsoft.com/office/drawing/2014/main" id="{5B75240B-3FB6-458A-8489-AB2494B9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3543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6" name="source-12x12-r7-c12">
            <a:extLst xmlns:a="http://schemas.openxmlformats.org/drawingml/2006/main">
              <a:ext uri="{FF2B5EF4-FFF2-40B4-BE49-F238E27FC236}">
                <a16:creationId xmlns:a16="http://schemas.microsoft.com/office/drawing/2014/main" id="{EC03D6BE-A608-4D54-9A46-DBF9F769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425" y="3543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7" name="source-12x12-r8-c1">
            <a:extLst xmlns:a="http://schemas.openxmlformats.org/drawingml/2006/main">
              <a:ext uri="{FF2B5EF4-FFF2-40B4-BE49-F238E27FC236}">
                <a16:creationId xmlns:a16="http://schemas.microsoft.com/office/drawing/2014/main" id="{6A77D58F-63CB-43E9-AC2E-538E8555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21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B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8" name="source-12x12-r8-c2">
            <a:extLst xmlns:a="http://schemas.openxmlformats.org/drawingml/2006/main">
              <a:ext uri="{FF2B5EF4-FFF2-40B4-BE49-F238E27FC236}">
                <a16:creationId xmlns:a16="http://schemas.microsoft.com/office/drawing/2014/main" id="{295220CE-ACA0-4662-9789-3243E702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" y="3721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9" name="source-12x12-r8-c3">
            <a:extLst xmlns:a="http://schemas.openxmlformats.org/drawingml/2006/main">
              <a:ext uri="{FF2B5EF4-FFF2-40B4-BE49-F238E27FC236}">
                <a16:creationId xmlns:a16="http://schemas.microsoft.com/office/drawing/2014/main" id="{C06987B2-FE09-44D4-B643-CA4864BA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3721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0" name="source-12x12-r8-c4">
            <a:extLst xmlns:a="http://schemas.openxmlformats.org/drawingml/2006/main">
              <a:ext uri="{FF2B5EF4-FFF2-40B4-BE49-F238E27FC236}">
                <a16:creationId xmlns:a16="http://schemas.microsoft.com/office/drawing/2014/main" id="{F0CA98C2-2245-4B67-8E10-88BD460F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721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1" name="source-12x12-r8-c5">
            <a:extLst xmlns:a="http://schemas.openxmlformats.org/drawingml/2006/main">
              <a:ext uri="{FF2B5EF4-FFF2-40B4-BE49-F238E27FC236}">
                <a16:creationId xmlns:a16="http://schemas.microsoft.com/office/drawing/2014/main" id="{141F4758-E333-4198-A1F1-C304856B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25" y="3721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2" name="source-12x12-r8-c6">
            <a:extLst xmlns:a="http://schemas.openxmlformats.org/drawingml/2006/main">
              <a:ext uri="{FF2B5EF4-FFF2-40B4-BE49-F238E27FC236}">
                <a16:creationId xmlns:a16="http://schemas.microsoft.com/office/drawing/2014/main" id="{00A7C9B8-EE91-4B50-BC7E-C3FF84EB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25" y="3721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3" name="source-12x12-r8-c7">
            <a:extLst xmlns:a="http://schemas.openxmlformats.org/drawingml/2006/main">
              <a:ext uri="{FF2B5EF4-FFF2-40B4-BE49-F238E27FC236}">
                <a16:creationId xmlns:a16="http://schemas.microsoft.com/office/drawing/2014/main" id="{B7646DEF-276D-4981-9560-8852E8CC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721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4" name="source-12x12-r8-c8">
            <a:extLst xmlns:a="http://schemas.openxmlformats.org/drawingml/2006/main">
              <a:ext uri="{FF2B5EF4-FFF2-40B4-BE49-F238E27FC236}">
                <a16:creationId xmlns:a16="http://schemas.microsoft.com/office/drawing/2014/main" id="{3683299E-D5D2-4700-85A4-D117F078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3721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05" name="source-12x12-r8-c9">
            <a:extLst xmlns:a="http://schemas.openxmlformats.org/drawingml/2006/main">
              <a:ext uri="{FF2B5EF4-FFF2-40B4-BE49-F238E27FC236}">
                <a16:creationId xmlns:a16="http://schemas.microsoft.com/office/drawing/2014/main" id="{9D29E6E1-7851-4A7E-8979-D099A70F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25" y="3721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6" name="source-12x12-r8-c10">
            <a:extLst xmlns:a="http://schemas.openxmlformats.org/drawingml/2006/main">
              <a:ext uri="{FF2B5EF4-FFF2-40B4-BE49-F238E27FC236}">
                <a16:creationId xmlns:a16="http://schemas.microsoft.com/office/drawing/2014/main" id="{3DC00212-4B5C-41A9-A24C-6A1621E9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21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7" name="source-12x12-r8-c11">
            <a:extLst xmlns:a="http://schemas.openxmlformats.org/drawingml/2006/main">
              <a:ext uri="{FF2B5EF4-FFF2-40B4-BE49-F238E27FC236}">
                <a16:creationId xmlns:a16="http://schemas.microsoft.com/office/drawing/2014/main" id="{7A05FE14-FE46-4137-939A-F20042ED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3721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8" name="source-12x12-r8-c12">
            <a:extLst xmlns:a="http://schemas.openxmlformats.org/drawingml/2006/main">
              <a:ext uri="{FF2B5EF4-FFF2-40B4-BE49-F238E27FC236}">
                <a16:creationId xmlns:a16="http://schemas.microsoft.com/office/drawing/2014/main" id="{32BB921E-B880-48EE-8783-9F195EBF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425" y="37211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9" name="source-12x12-r9-c1">
            <a:extLst xmlns:a="http://schemas.openxmlformats.org/drawingml/2006/main">
              <a:ext uri="{FF2B5EF4-FFF2-40B4-BE49-F238E27FC236}">
                <a16:creationId xmlns:a16="http://schemas.microsoft.com/office/drawing/2014/main" id="{C1CAB9DC-B165-4384-8CB0-73DAFE26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98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0" name="source-12x12-r9-c2">
            <a:extLst xmlns:a="http://schemas.openxmlformats.org/drawingml/2006/main">
              <a:ext uri="{FF2B5EF4-FFF2-40B4-BE49-F238E27FC236}">
                <a16:creationId xmlns:a16="http://schemas.microsoft.com/office/drawing/2014/main" id="{E08FF206-D662-4680-B8BB-DAD44F0D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" y="3898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1" name="source-12x12-r9-c3">
            <a:extLst xmlns:a="http://schemas.openxmlformats.org/drawingml/2006/main">
              <a:ext uri="{FF2B5EF4-FFF2-40B4-BE49-F238E27FC236}">
                <a16:creationId xmlns:a16="http://schemas.microsoft.com/office/drawing/2014/main" id="{D8DEF836-79B0-447F-A3E5-8EE004EA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3898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2" name="source-12x12-r9-c4">
            <a:extLst xmlns:a="http://schemas.openxmlformats.org/drawingml/2006/main">
              <a:ext uri="{FF2B5EF4-FFF2-40B4-BE49-F238E27FC236}">
                <a16:creationId xmlns:a16="http://schemas.microsoft.com/office/drawing/2014/main" id="{1958F1A5-240E-4BB8-BFC0-9DEB3877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898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3" name="source-12x12-r9-c5">
            <a:extLst xmlns:a="http://schemas.openxmlformats.org/drawingml/2006/main">
              <a:ext uri="{FF2B5EF4-FFF2-40B4-BE49-F238E27FC236}">
                <a16:creationId xmlns:a16="http://schemas.microsoft.com/office/drawing/2014/main" id="{EFF54896-0EEF-4D2A-99FF-8C29551E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25" y="3898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4" name="source-12x12-r9-c6">
            <a:extLst xmlns:a="http://schemas.openxmlformats.org/drawingml/2006/main">
              <a:ext uri="{FF2B5EF4-FFF2-40B4-BE49-F238E27FC236}">
                <a16:creationId xmlns:a16="http://schemas.microsoft.com/office/drawing/2014/main" id="{28CB9F69-3B9B-4826-B70A-3FD20263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25" y="3898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5" name="source-12x12-r9-c7">
            <a:extLst xmlns:a="http://schemas.openxmlformats.org/drawingml/2006/main">
              <a:ext uri="{FF2B5EF4-FFF2-40B4-BE49-F238E27FC236}">
                <a16:creationId xmlns:a16="http://schemas.microsoft.com/office/drawing/2014/main" id="{67B73C34-32BE-4483-B581-BE879512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98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6" name="source-12x12-r9-c8">
            <a:extLst xmlns:a="http://schemas.openxmlformats.org/drawingml/2006/main">
              <a:ext uri="{FF2B5EF4-FFF2-40B4-BE49-F238E27FC236}">
                <a16:creationId xmlns:a16="http://schemas.microsoft.com/office/drawing/2014/main" id="{C9ECA755-25F4-4541-8639-A5D5BF06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3898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7" name="source-12x12-r9-c9">
            <a:extLst xmlns:a="http://schemas.openxmlformats.org/drawingml/2006/main">
              <a:ext uri="{FF2B5EF4-FFF2-40B4-BE49-F238E27FC236}">
                <a16:creationId xmlns:a16="http://schemas.microsoft.com/office/drawing/2014/main" id="{B6CC3D78-147C-4615-B739-66F9771B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25" y="3898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18" name="source-12x12-r9-c10">
            <a:extLst xmlns:a="http://schemas.openxmlformats.org/drawingml/2006/main">
              <a:ext uri="{FF2B5EF4-FFF2-40B4-BE49-F238E27FC236}">
                <a16:creationId xmlns:a16="http://schemas.microsoft.com/office/drawing/2014/main" id="{52FE6671-74AA-4F31-A8F3-9ED04539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898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9" name="source-12x12-r9-c11">
            <a:extLst xmlns:a="http://schemas.openxmlformats.org/drawingml/2006/main">
              <a:ext uri="{FF2B5EF4-FFF2-40B4-BE49-F238E27FC236}">
                <a16:creationId xmlns:a16="http://schemas.microsoft.com/office/drawing/2014/main" id="{7FF7B8BF-DF1D-47E2-9168-078B2A7B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3898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0" name="source-12x12-r9-c12">
            <a:extLst xmlns:a="http://schemas.openxmlformats.org/drawingml/2006/main">
              <a:ext uri="{FF2B5EF4-FFF2-40B4-BE49-F238E27FC236}">
                <a16:creationId xmlns:a16="http://schemas.microsoft.com/office/drawing/2014/main" id="{0A42C37D-602F-4BBE-9316-DD074702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425" y="38989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1" name="source-12x12-r10-c1">
            <a:extLst xmlns:a="http://schemas.openxmlformats.org/drawingml/2006/main">
              <a:ext uri="{FF2B5EF4-FFF2-40B4-BE49-F238E27FC236}">
                <a16:creationId xmlns:a16="http://schemas.microsoft.com/office/drawing/2014/main" id="{0092A721-05A1-4F64-8761-DE2F8638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2" name="source-12x12-r10-c2">
            <a:extLst xmlns:a="http://schemas.openxmlformats.org/drawingml/2006/main">
              <a:ext uri="{FF2B5EF4-FFF2-40B4-BE49-F238E27FC236}">
                <a16:creationId xmlns:a16="http://schemas.microsoft.com/office/drawing/2014/main" id="{321F1F06-2F42-4077-AA2C-38C2D118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" y="4076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3" name="source-12x12-r10-c3">
            <a:extLst xmlns:a="http://schemas.openxmlformats.org/drawingml/2006/main">
              <a:ext uri="{FF2B5EF4-FFF2-40B4-BE49-F238E27FC236}">
                <a16:creationId xmlns:a16="http://schemas.microsoft.com/office/drawing/2014/main" id="{C442AC52-4483-47A8-8CDD-0E8D9890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076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4" name="source-12x12-r10-c4">
            <a:extLst xmlns:a="http://schemas.openxmlformats.org/drawingml/2006/main">
              <a:ext uri="{FF2B5EF4-FFF2-40B4-BE49-F238E27FC236}">
                <a16:creationId xmlns:a16="http://schemas.microsoft.com/office/drawing/2014/main" id="{DE35DCC4-34A9-4DCA-AFB5-643FEBBE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76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74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5" name="source-12x12-r10-c5">
            <a:extLst xmlns:a="http://schemas.openxmlformats.org/drawingml/2006/main">
              <a:ext uri="{FF2B5EF4-FFF2-40B4-BE49-F238E27FC236}">
                <a16:creationId xmlns:a16="http://schemas.microsoft.com/office/drawing/2014/main" id="{98BFABA3-AE0E-46F1-BB4F-F6CBD072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25" y="4076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6" name="source-12x12-r10-c6">
            <a:extLst xmlns:a="http://schemas.openxmlformats.org/drawingml/2006/main">
              <a:ext uri="{FF2B5EF4-FFF2-40B4-BE49-F238E27FC236}">
                <a16:creationId xmlns:a16="http://schemas.microsoft.com/office/drawing/2014/main" id="{4834635D-3F3B-4791-B873-BE0CD086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25" y="4076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7" name="source-12x12-r10-c7">
            <a:extLst xmlns:a="http://schemas.openxmlformats.org/drawingml/2006/main">
              <a:ext uri="{FF2B5EF4-FFF2-40B4-BE49-F238E27FC236}">
                <a16:creationId xmlns:a16="http://schemas.microsoft.com/office/drawing/2014/main" id="{C726701E-BE01-4AF2-B8F2-D3D990AE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76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8" name="source-12x12-r10-c8">
            <a:extLst xmlns:a="http://schemas.openxmlformats.org/drawingml/2006/main">
              <a:ext uri="{FF2B5EF4-FFF2-40B4-BE49-F238E27FC236}">
                <a16:creationId xmlns:a16="http://schemas.microsoft.com/office/drawing/2014/main" id="{04DA87BB-7D3D-4715-A86F-23171EA6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4076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9" name="source-12x12-r10-c9">
            <a:extLst xmlns:a="http://schemas.openxmlformats.org/drawingml/2006/main">
              <a:ext uri="{FF2B5EF4-FFF2-40B4-BE49-F238E27FC236}">
                <a16:creationId xmlns:a16="http://schemas.microsoft.com/office/drawing/2014/main" id="{81D55CAA-39AD-4E8C-A681-BD49326E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25" y="4076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0" name="source-12x12-r10-c10">
            <a:extLst xmlns:a="http://schemas.openxmlformats.org/drawingml/2006/main">
              <a:ext uri="{FF2B5EF4-FFF2-40B4-BE49-F238E27FC236}">
                <a16:creationId xmlns:a16="http://schemas.microsoft.com/office/drawing/2014/main" id="{28A35C5F-4557-4889-AADB-7ADCD64A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076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31" name="source-12x12-r10-c11">
            <a:extLst xmlns:a="http://schemas.openxmlformats.org/drawingml/2006/main">
              <a:ext uri="{FF2B5EF4-FFF2-40B4-BE49-F238E27FC236}">
                <a16:creationId xmlns:a16="http://schemas.microsoft.com/office/drawing/2014/main" id="{5AFBFFB5-8C89-4CC5-9541-CE5FA44B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4076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2" name="source-12x12-r10-c12">
            <a:extLst xmlns:a="http://schemas.openxmlformats.org/drawingml/2006/main">
              <a:ext uri="{FF2B5EF4-FFF2-40B4-BE49-F238E27FC236}">
                <a16:creationId xmlns:a16="http://schemas.microsoft.com/office/drawing/2014/main" id="{71E9C9BC-DFA9-4B25-8C7A-1090C959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425" y="40767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3" name="source-12x12-r11-c1">
            <a:extLst xmlns:a="http://schemas.openxmlformats.org/drawingml/2006/main">
              <a:ext uri="{FF2B5EF4-FFF2-40B4-BE49-F238E27FC236}">
                <a16:creationId xmlns:a16="http://schemas.microsoft.com/office/drawing/2014/main" id="{20ADD589-A067-44B5-98E0-8FC9C7AD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54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4" name="source-12x12-r11-c2">
            <a:extLst xmlns:a="http://schemas.openxmlformats.org/drawingml/2006/main">
              <a:ext uri="{FF2B5EF4-FFF2-40B4-BE49-F238E27FC236}">
                <a16:creationId xmlns:a16="http://schemas.microsoft.com/office/drawing/2014/main" id="{6CEF3B00-3FA0-4D71-9155-12F20FC4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" y="4254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5" name="source-12x12-r11-c3">
            <a:extLst xmlns:a="http://schemas.openxmlformats.org/drawingml/2006/main">
              <a:ext uri="{FF2B5EF4-FFF2-40B4-BE49-F238E27FC236}">
                <a16:creationId xmlns:a16="http://schemas.microsoft.com/office/drawing/2014/main" id="{47D00C1D-621A-4330-B8C4-C1C7D843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254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6" name="source-12x12-r11-c4">
            <a:extLst xmlns:a="http://schemas.openxmlformats.org/drawingml/2006/main">
              <a:ext uri="{FF2B5EF4-FFF2-40B4-BE49-F238E27FC236}">
                <a16:creationId xmlns:a16="http://schemas.microsoft.com/office/drawing/2014/main" id="{50944E84-61CF-42BA-A472-46A598CE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54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605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7" name="source-12x12-r11-c5">
            <a:extLst xmlns:a="http://schemas.openxmlformats.org/drawingml/2006/main">
              <a:ext uri="{FF2B5EF4-FFF2-40B4-BE49-F238E27FC236}">
                <a16:creationId xmlns:a16="http://schemas.microsoft.com/office/drawing/2014/main" id="{C7FED55B-557B-4815-B856-3B1BA1B5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25" y="4254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8" name="source-12x12-r11-c6">
            <a:extLst xmlns:a="http://schemas.openxmlformats.org/drawingml/2006/main">
              <a:ext uri="{FF2B5EF4-FFF2-40B4-BE49-F238E27FC236}">
                <a16:creationId xmlns:a16="http://schemas.microsoft.com/office/drawing/2014/main" id="{435C4605-7F24-4450-96DB-50C50EA6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25" y="4254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9" name="source-12x12-r11-c7">
            <a:extLst xmlns:a="http://schemas.openxmlformats.org/drawingml/2006/main">
              <a:ext uri="{FF2B5EF4-FFF2-40B4-BE49-F238E27FC236}">
                <a16:creationId xmlns:a16="http://schemas.microsoft.com/office/drawing/2014/main" id="{BDECB892-394F-4E48-B193-C62A6B5D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254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0" name="source-12x12-r11-c8">
            <a:extLst xmlns:a="http://schemas.openxmlformats.org/drawingml/2006/main">
              <a:ext uri="{FF2B5EF4-FFF2-40B4-BE49-F238E27FC236}">
                <a16:creationId xmlns:a16="http://schemas.microsoft.com/office/drawing/2014/main" id="{2C670958-77CE-487F-BC14-0B07EEAE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4254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1" name="source-12x12-r11-c9">
            <a:extLst xmlns:a="http://schemas.openxmlformats.org/drawingml/2006/main">
              <a:ext uri="{FF2B5EF4-FFF2-40B4-BE49-F238E27FC236}">
                <a16:creationId xmlns:a16="http://schemas.microsoft.com/office/drawing/2014/main" id="{CF48B046-E6E0-4502-920F-EEFC9118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25" y="4254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2" name="source-12x12-r11-c10">
            <a:extLst xmlns:a="http://schemas.openxmlformats.org/drawingml/2006/main">
              <a:ext uri="{FF2B5EF4-FFF2-40B4-BE49-F238E27FC236}">
                <a16:creationId xmlns:a16="http://schemas.microsoft.com/office/drawing/2014/main" id="{8410D21A-BC0C-43FC-B2F9-D1BDF341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254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3" name="source-12x12-r11-c11">
            <a:extLst xmlns:a="http://schemas.openxmlformats.org/drawingml/2006/main">
              <a:ext uri="{FF2B5EF4-FFF2-40B4-BE49-F238E27FC236}">
                <a16:creationId xmlns:a16="http://schemas.microsoft.com/office/drawing/2014/main" id="{CABCB674-FB5E-4E6D-8C9E-491BFA91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4254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44" name="source-12x12-r11-c12">
            <a:extLst xmlns:a="http://schemas.openxmlformats.org/drawingml/2006/main">
              <a:ext uri="{FF2B5EF4-FFF2-40B4-BE49-F238E27FC236}">
                <a16:creationId xmlns:a16="http://schemas.microsoft.com/office/drawing/2014/main" id="{15604346-D569-46B9-9564-56E1F724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425" y="42545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5" name="source-12x12-r12-c1">
            <a:extLst xmlns:a="http://schemas.openxmlformats.org/drawingml/2006/main">
              <a:ext uri="{FF2B5EF4-FFF2-40B4-BE49-F238E27FC236}">
                <a16:creationId xmlns:a16="http://schemas.microsoft.com/office/drawing/2014/main" id="{AC28B323-5D01-4E2E-B04C-D1C1DE2C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32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6" name="source-12x12-r12-c2">
            <a:extLst xmlns:a="http://schemas.openxmlformats.org/drawingml/2006/main">
              <a:ext uri="{FF2B5EF4-FFF2-40B4-BE49-F238E27FC236}">
                <a16:creationId xmlns:a16="http://schemas.microsoft.com/office/drawing/2014/main" id="{545B98B5-2F3A-46BB-9423-544DA884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" y="4432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7" name="source-12x12-r12-c3">
            <a:extLst xmlns:a="http://schemas.openxmlformats.org/drawingml/2006/main">
              <a:ext uri="{FF2B5EF4-FFF2-40B4-BE49-F238E27FC236}">
                <a16:creationId xmlns:a16="http://schemas.microsoft.com/office/drawing/2014/main" id="{5B50BA21-BE99-4F25-997E-EF62CE99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432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8" name="source-12x12-r12-c4">
            <a:extLst xmlns:a="http://schemas.openxmlformats.org/drawingml/2006/main">
              <a:ext uri="{FF2B5EF4-FFF2-40B4-BE49-F238E27FC236}">
                <a16:creationId xmlns:a16="http://schemas.microsoft.com/office/drawing/2014/main" id="{C3CB4F27-3280-4B77-86E0-EF256D9F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432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9" name="source-12x12-r12-c5">
            <a:extLst xmlns:a="http://schemas.openxmlformats.org/drawingml/2006/main">
              <a:ext uri="{FF2B5EF4-FFF2-40B4-BE49-F238E27FC236}">
                <a16:creationId xmlns:a16="http://schemas.microsoft.com/office/drawing/2014/main" id="{A6D31EE0-BB10-4F51-8833-BD5227F2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25" y="4432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50" name="source-12x12-r12-c6">
            <a:extLst xmlns:a="http://schemas.openxmlformats.org/drawingml/2006/main">
              <a:ext uri="{FF2B5EF4-FFF2-40B4-BE49-F238E27FC236}">
                <a16:creationId xmlns:a16="http://schemas.microsoft.com/office/drawing/2014/main" id="{B2D9C466-FBD3-4CD3-901D-429873B3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25" y="4432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51" name="source-12x12-r12-c7">
            <a:extLst xmlns:a="http://schemas.openxmlformats.org/drawingml/2006/main">
              <a:ext uri="{FF2B5EF4-FFF2-40B4-BE49-F238E27FC236}">
                <a16:creationId xmlns:a16="http://schemas.microsoft.com/office/drawing/2014/main" id="{32B1AA41-7321-4F74-8FFC-FD9D1CF0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432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52" name="source-12x12-r12-c8">
            <a:extLst xmlns:a="http://schemas.openxmlformats.org/drawingml/2006/main">
              <a:ext uri="{FF2B5EF4-FFF2-40B4-BE49-F238E27FC236}">
                <a16:creationId xmlns:a16="http://schemas.microsoft.com/office/drawing/2014/main" id="{650CCBE9-CEAA-419D-83D8-5F35A377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4432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53" name="source-12x12-r12-c9">
            <a:extLst xmlns:a="http://schemas.openxmlformats.org/drawingml/2006/main">
              <a:ext uri="{FF2B5EF4-FFF2-40B4-BE49-F238E27FC236}">
                <a16:creationId xmlns:a16="http://schemas.microsoft.com/office/drawing/2014/main" id="{0A1EB2E6-FD0C-490C-99BD-A78DBF68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25" y="4432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54" name="source-12x12-r12-c10">
            <a:extLst xmlns:a="http://schemas.openxmlformats.org/drawingml/2006/main">
              <a:ext uri="{FF2B5EF4-FFF2-40B4-BE49-F238E27FC236}">
                <a16:creationId xmlns:a16="http://schemas.microsoft.com/office/drawing/2014/main" id="{32CE411D-44D7-4675-AD48-E5499BB3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432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55" name="source-12x12-r12-c11">
            <a:extLst xmlns:a="http://schemas.openxmlformats.org/drawingml/2006/main">
              <a:ext uri="{FF2B5EF4-FFF2-40B4-BE49-F238E27FC236}">
                <a16:creationId xmlns:a16="http://schemas.microsoft.com/office/drawing/2014/main" id="{0B2416F7-C67F-4ADC-B85A-5E3B92A0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4432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56" name="source-12x12-r12-c12">
            <a:extLst xmlns:a="http://schemas.openxmlformats.org/drawingml/2006/main">
              <a:ext uri="{FF2B5EF4-FFF2-40B4-BE49-F238E27FC236}">
                <a16:creationId xmlns:a16="http://schemas.microsoft.com/office/drawing/2014/main" id="{EAC0172C-86EA-4901-BFFC-9E816894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425" y="4432300"/>
            <a:ext cx="178276" cy="17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57" name="bootstrap-top-8x8-r1-c1">
            <a:extLst xmlns:a="http://schemas.openxmlformats.org/drawingml/2006/main">
              <a:ext uri="{FF2B5EF4-FFF2-40B4-BE49-F238E27FC236}">
                <a16:creationId xmlns:a16="http://schemas.microsoft.com/office/drawing/2014/main" id="{25138F86-FB60-43D5-9ADC-C1F998B3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58" name="bootstrap-top-8x8-r1-c2">
            <a:extLst xmlns:a="http://schemas.openxmlformats.org/drawingml/2006/main">
              <a:ext uri="{FF2B5EF4-FFF2-40B4-BE49-F238E27FC236}">
                <a16:creationId xmlns:a16="http://schemas.microsoft.com/office/drawing/2014/main" id="{647C95EB-BE22-4145-9B44-C1451AD7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66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59" name="bootstrap-top-8x8-r1-c3">
            <a:extLst xmlns:a="http://schemas.openxmlformats.org/drawingml/2006/main">
              <a:ext uri="{FF2B5EF4-FFF2-40B4-BE49-F238E27FC236}">
                <a16:creationId xmlns:a16="http://schemas.microsoft.com/office/drawing/2014/main" id="{41D85553-0E69-4C56-9AC9-1B820739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66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0" name="bootstrap-top-8x8-r1-c4">
            <a:extLst xmlns:a="http://schemas.openxmlformats.org/drawingml/2006/main">
              <a:ext uri="{FF2B5EF4-FFF2-40B4-BE49-F238E27FC236}">
                <a16:creationId xmlns:a16="http://schemas.microsoft.com/office/drawing/2014/main" id="{0710887E-ED4D-4EA7-91EF-2C2BA57B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66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1" name="bootstrap-top-8x8-r1-c5">
            <a:extLst xmlns:a="http://schemas.openxmlformats.org/drawingml/2006/main">
              <a:ext uri="{FF2B5EF4-FFF2-40B4-BE49-F238E27FC236}">
                <a16:creationId xmlns:a16="http://schemas.microsoft.com/office/drawing/2014/main" id="{943B8471-6926-4B6B-B3D9-DB5886FA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66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2" name="bootstrap-top-8x8-r1-c6">
            <a:extLst xmlns:a="http://schemas.openxmlformats.org/drawingml/2006/main">
              <a:ext uri="{FF2B5EF4-FFF2-40B4-BE49-F238E27FC236}">
                <a16:creationId xmlns:a16="http://schemas.microsoft.com/office/drawing/2014/main" id="{35F32067-4AF4-4666-81D7-F5774E53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3" name="bootstrap-top-8x8-r1-c7">
            <a:extLst xmlns:a="http://schemas.openxmlformats.org/drawingml/2006/main">
              <a:ext uri="{FF2B5EF4-FFF2-40B4-BE49-F238E27FC236}">
                <a16:creationId xmlns:a16="http://schemas.microsoft.com/office/drawing/2014/main" id="{DAE165F3-BA9D-4A7F-936C-4D7D75D1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66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4" name="bootstrap-top-8x8-r1-c8">
            <a:extLst xmlns:a="http://schemas.openxmlformats.org/drawingml/2006/main">
              <a:ext uri="{FF2B5EF4-FFF2-40B4-BE49-F238E27FC236}">
                <a16:creationId xmlns:a16="http://schemas.microsoft.com/office/drawing/2014/main" id="{1EF6563E-EBA1-4BA6-871E-D671A8ED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66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5" name="bootstrap-top-8x8-r2-c1">
            <a:extLst xmlns:a="http://schemas.openxmlformats.org/drawingml/2006/main">
              <a:ext uri="{FF2B5EF4-FFF2-40B4-BE49-F238E27FC236}">
                <a16:creationId xmlns:a16="http://schemas.microsoft.com/office/drawing/2014/main" id="{4894990F-8304-4A4A-8086-FE516964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0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6" name="bootstrap-top-8x8-r2-c2">
            <a:extLst xmlns:a="http://schemas.openxmlformats.org/drawingml/2006/main">
              <a:ext uri="{FF2B5EF4-FFF2-40B4-BE49-F238E27FC236}">
                <a16:creationId xmlns:a16="http://schemas.microsoft.com/office/drawing/2014/main" id="{8C1F24D0-41D9-46B7-BC30-7A750A7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0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67" name="bootstrap-top-8x8-r2-c3">
            <a:extLst xmlns:a="http://schemas.openxmlformats.org/drawingml/2006/main">
              <a:ext uri="{FF2B5EF4-FFF2-40B4-BE49-F238E27FC236}">
                <a16:creationId xmlns:a16="http://schemas.microsoft.com/office/drawing/2014/main" id="{A7CDCB14-2BCB-451C-BFC8-770446DB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0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8" name="bootstrap-top-8x8-r2-c4">
            <a:extLst xmlns:a="http://schemas.openxmlformats.org/drawingml/2006/main">
              <a:ext uri="{FF2B5EF4-FFF2-40B4-BE49-F238E27FC236}">
                <a16:creationId xmlns:a16="http://schemas.microsoft.com/office/drawing/2014/main" id="{71994B0D-5A4F-4944-8130-1ABE8E13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0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9" name="bootstrap-top-8x8-r2-c5">
            <a:extLst xmlns:a="http://schemas.openxmlformats.org/drawingml/2006/main">
              <a:ext uri="{FF2B5EF4-FFF2-40B4-BE49-F238E27FC236}">
                <a16:creationId xmlns:a16="http://schemas.microsoft.com/office/drawing/2014/main" id="{DE78D6FA-D955-4086-BAC5-CE2E8F28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0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0" name="bootstrap-top-8x8-r2-c6">
            <a:extLst xmlns:a="http://schemas.openxmlformats.org/drawingml/2006/main">
              <a:ext uri="{FF2B5EF4-FFF2-40B4-BE49-F238E27FC236}">
                <a16:creationId xmlns:a16="http://schemas.microsoft.com/office/drawing/2014/main" id="{BD5718D2-E7E9-40A2-9A89-D79696BE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0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1" name="bootstrap-top-8x8-r2-c7">
            <a:extLst xmlns:a="http://schemas.openxmlformats.org/drawingml/2006/main">
              <a:ext uri="{FF2B5EF4-FFF2-40B4-BE49-F238E27FC236}">
                <a16:creationId xmlns:a16="http://schemas.microsoft.com/office/drawing/2014/main" id="{F37F9C79-7926-450B-B8A5-4F43AA4C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0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2" name="bootstrap-top-8x8-r2-c8">
            <a:extLst xmlns:a="http://schemas.openxmlformats.org/drawingml/2006/main">
              <a:ext uri="{FF2B5EF4-FFF2-40B4-BE49-F238E27FC236}">
                <a16:creationId xmlns:a16="http://schemas.microsoft.com/office/drawing/2014/main" id="{BABD52E6-5097-4CF4-9D69-99809E5E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00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3" name="bootstrap-top-8x8-r3-c1">
            <a:extLst xmlns:a="http://schemas.openxmlformats.org/drawingml/2006/main">
              <a:ext uri="{FF2B5EF4-FFF2-40B4-BE49-F238E27FC236}">
                <a16:creationId xmlns:a16="http://schemas.microsoft.com/office/drawing/2014/main" id="{056889BA-1D26-43A7-9D61-8EEF52E5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4" name="bootstrap-top-8x8-r3-c2">
            <a:extLst xmlns:a="http://schemas.openxmlformats.org/drawingml/2006/main">
              <a:ext uri="{FF2B5EF4-FFF2-40B4-BE49-F238E27FC236}">
                <a16:creationId xmlns:a16="http://schemas.microsoft.com/office/drawing/2014/main" id="{157ECE78-781A-4FC3-886E-6AF7E83F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33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5" name="bootstrap-top-8x8-r3-c3">
            <a:extLst xmlns:a="http://schemas.openxmlformats.org/drawingml/2006/main">
              <a:ext uri="{FF2B5EF4-FFF2-40B4-BE49-F238E27FC236}">
                <a16:creationId xmlns:a16="http://schemas.microsoft.com/office/drawing/2014/main" id="{6F4BF093-6B20-49E6-BB87-22832125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33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76" name="bootstrap-top-8x8-r3-c4">
            <a:extLst xmlns:a="http://schemas.openxmlformats.org/drawingml/2006/main">
              <a:ext uri="{FF2B5EF4-FFF2-40B4-BE49-F238E27FC236}">
                <a16:creationId xmlns:a16="http://schemas.microsoft.com/office/drawing/2014/main" id="{8DE9A33C-A281-4B57-93FF-8A8A6281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33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7" name="bootstrap-top-8x8-r3-c5">
            <a:extLst xmlns:a="http://schemas.openxmlformats.org/drawingml/2006/main">
              <a:ext uri="{FF2B5EF4-FFF2-40B4-BE49-F238E27FC236}">
                <a16:creationId xmlns:a16="http://schemas.microsoft.com/office/drawing/2014/main" id="{83F37531-C6F5-4E0D-BFF2-4766CAE6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33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8" name="bootstrap-top-8x8-r3-c6">
            <a:extLst xmlns:a="http://schemas.openxmlformats.org/drawingml/2006/main">
              <a:ext uri="{FF2B5EF4-FFF2-40B4-BE49-F238E27FC236}">
                <a16:creationId xmlns:a16="http://schemas.microsoft.com/office/drawing/2014/main" id="{D60A6E5C-9384-4819-8227-85D3EE3F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33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9" name="bootstrap-top-8x8-r3-c7">
            <a:extLst xmlns:a="http://schemas.openxmlformats.org/drawingml/2006/main">
              <a:ext uri="{FF2B5EF4-FFF2-40B4-BE49-F238E27FC236}">
                <a16:creationId xmlns:a16="http://schemas.microsoft.com/office/drawing/2014/main" id="{A925BF59-3247-4699-B1ED-BB497C9F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33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0" name="bootstrap-top-8x8-r3-c8">
            <a:extLst xmlns:a="http://schemas.openxmlformats.org/drawingml/2006/main">
              <a:ext uri="{FF2B5EF4-FFF2-40B4-BE49-F238E27FC236}">
                <a16:creationId xmlns:a16="http://schemas.microsoft.com/office/drawing/2014/main" id="{35BC613A-E9E4-4BF3-A897-432CE096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33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1" name="bootstrap-top-8x8-r4-c1">
            <a:extLst xmlns:a="http://schemas.openxmlformats.org/drawingml/2006/main">
              <a:ext uri="{FF2B5EF4-FFF2-40B4-BE49-F238E27FC236}">
                <a16:creationId xmlns:a16="http://schemas.microsoft.com/office/drawing/2014/main" id="{1E757664-1848-402A-A742-6CC2FABA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669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2" name="bootstrap-top-8x8-r4-c2">
            <a:extLst xmlns:a="http://schemas.openxmlformats.org/drawingml/2006/main">
              <a:ext uri="{FF2B5EF4-FFF2-40B4-BE49-F238E27FC236}">
                <a16:creationId xmlns:a16="http://schemas.microsoft.com/office/drawing/2014/main" id="{8A8C4077-5BDC-4AD7-847F-4B417615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669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3" name="bootstrap-top-8x8-r4-c3">
            <a:extLst xmlns:a="http://schemas.openxmlformats.org/drawingml/2006/main">
              <a:ext uri="{FF2B5EF4-FFF2-40B4-BE49-F238E27FC236}">
                <a16:creationId xmlns:a16="http://schemas.microsoft.com/office/drawing/2014/main" id="{1E3044C6-CADB-4A09-8F1C-5599003F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669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4" name="bootstrap-top-8x8-r4-c4">
            <a:extLst xmlns:a="http://schemas.openxmlformats.org/drawingml/2006/main">
              <a:ext uri="{FF2B5EF4-FFF2-40B4-BE49-F238E27FC236}">
                <a16:creationId xmlns:a16="http://schemas.microsoft.com/office/drawing/2014/main" id="{3712E7CC-135E-4CA5-B25A-A570BBEC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669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85" name="bootstrap-top-8x8-r4-c5">
            <a:extLst xmlns:a="http://schemas.openxmlformats.org/drawingml/2006/main">
              <a:ext uri="{FF2B5EF4-FFF2-40B4-BE49-F238E27FC236}">
                <a16:creationId xmlns:a16="http://schemas.microsoft.com/office/drawing/2014/main" id="{39005333-760D-4548-BC80-6BDDFED8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669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6" name="bootstrap-top-8x8-r4-c6">
            <a:extLst xmlns:a="http://schemas.openxmlformats.org/drawingml/2006/main">
              <a:ext uri="{FF2B5EF4-FFF2-40B4-BE49-F238E27FC236}">
                <a16:creationId xmlns:a16="http://schemas.microsoft.com/office/drawing/2014/main" id="{52B3F34B-978C-4F1F-A90E-519605BA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7" name="bootstrap-top-8x8-r4-c7">
            <a:extLst xmlns:a="http://schemas.openxmlformats.org/drawingml/2006/main">
              <a:ext uri="{FF2B5EF4-FFF2-40B4-BE49-F238E27FC236}">
                <a16:creationId xmlns:a16="http://schemas.microsoft.com/office/drawing/2014/main" id="{A04D1CFF-6BE1-40D1-8BD2-6693553C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669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8" name="bootstrap-top-8x8-r4-c8">
            <a:extLst xmlns:a="http://schemas.openxmlformats.org/drawingml/2006/main">
              <a:ext uri="{FF2B5EF4-FFF2-40B4-BE49-F238E27FC236}">
                <a16:creationId xmlns:a16="http://schemas.microsoft.com/office/drawing/2014/main" id="{F8B69BCA-5CD9-4A62-9173-7CF37C20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669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9" name="bootstrap-top-8x8-r5-c1">
            <a:extLst xmlns:a="http://schemas.openxmlformats.org/drawingml/2006/main">
              <a:ext uri="{FF2B5EF4-FFF2-40B4-BE49-F238E27FC236}">
                <a16:creationId xmlns:a16="http://schemas.microsoft.com/office/drawing/2014/main" id="{9225A8B6-9F38-4C24-AD10-4E615BC6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0" name="bootstrap-top-8x8-r5-c2">
            <a:extLst xmlns:a="http://schemas.openxmlformats.org/drawingml/2006/main">
              <a:ext uri="{FF2B5EF4-FFF2-40B4-BE49-F238E27FC236}">
                <a16:creationId xmlns:a16="http://schemas.microsoft.com/office/drawing/2014/main" id="{056D47AC-C421-4CCE-8C0F-C2C30E08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002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1" name="bootstrap-top-8x8-r5-c3">
            <a:extLst xmlns:a="http://schemas.openxmlformats.org/drawingml/2006/main">
              <a:ext uri="{FF2B5EF4-FFF2-40B4-BE49-F238E27FC236}">
                <a16:creationId xmlns:a16="http://schemas.microsoft.com/office/drawing/2014/main" id="{296B39C1-74BA-4823-AF71-C9599C41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02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2" name="bootstrap-top-8x8-r5-c4">
            <a:extLst xmlns:a="http://schemas.openxmlformats.org/drawingml/2006/main">
              <a:ext uri="{FF2B5EF4-FFF2-40B4-BE49-F238E27FC236}">
                <a16:creationId xmlns:a16="http://schemas.microsoft.com/office/drawing/2014/main" id="{C9A31FF8-C2A9-41D7-A9B1-0684AEA8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02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3" name="bootstrap-top-8x8-r5-c5">
            <a:extLst xmlns:a="http://schemas.openxmlformats.org/drawingml/2006/main">
              <a:ext uri="{FF2B5EF4-FFF2-40B4-BE49-F238E27FC236}">
                <a16:creationId xmlns:a16="http://schemas.microsoft.com/office/drawing/2014/main" id="{87F3F7AA-6103-4516-AA8F-1A483DF3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02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94" name="bootstrap-top-8x8-r5-c6">
            <a:extLst xmlns:a="http://schemas.openxmlformats.org/drawingml/2006/main">
              <a:ext uri="{FF2B5EF4-FFF2-40B4-BE49-F238E27FC236}">
                <a16:creationId xmlns:a16="http://schemas.microsoft.com/office/drawing/2014/main" id="{10A4A219-EC87-4C40-9562-7EC3018E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5" name="bootstrap-top-8x8-r5-c7">
            <a:extLst xmlns:a="http://schemas.openxmlformats.org/drawingml/2006/main">
              <a:ext uri="{FF2B5EF4-FFF2-40B4-BE49-F238E27FC236}">
                <a16:creationId xmlns:a16="http://schemas.microsoft.com/office/drawing/2014/main" id="{16AD617F-9812-45A2-9E3B-AF565DA7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6" name="bootstrap-top-8x8-r5-c8">
            <a:extLst xmlns:a="http://schemas.openxmlformats.org/drawingml/2006/main">
              <a:ext uri="{FF2B5EF4-FFF2-40B4-BE49-F238E27FC236}">
                <a16:creationId xmlns:a16="http://schemas.microsoft.com/office/drawing/2014/main" id="{8ADB982F-6B89-40AB-A3EE-3F4E797A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7" name="bootstrap-top-8x8-r6-c1">
            <a:extLst xmlns:a="http://schemas.openxmlformats.org/drawingml/2006/main">
              <a:ext uri="{FF2B5EF4-FFF2-40B4-BE49-F238E27FC236}">
                <a16:creationId xmlns:a16="http://schemas.microsoft.com/office/drawing/2014/main" id="{8007A5D3-5E29-4480-87E2-CCFFDB55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336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8" name="bootstrap-top-8x8-r6-c2">
            <a:extLst xmlns:a="http://schemas.openxmlformats.org/drawingml/2006/main">
              <a:ext uri="{FF2B5EF4-FFF2-40B4-BE49-F238E27FC236}">
                <a16:creationId xmlns:a16="http://schemas.microsoft.com/office/drawing/2014/main" id="{A8E9AA32-8C0D-46E7-9947-A70E2A44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336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9" name="bootstrap-top-8x8-r6-c3">
            <a:extLst xmlns:a="http://schemas.openxmlformats.org/drawingml/2006/main">
              <a:ext uri="{FF2B5EF4-FFF2-40B4-BE49-F238E27FC236}">
                <a16:creationId xmlns:a16="http://schemas.microsoft.com/office/drawing/2014/main" id="{EAA3EF24-2459-424C-A0AB-C1DA8BA2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00" name="bootstrap-top-8x8-r6-c4">
            <a:extLst xmlns:a="http://schemas.openxmlformats.org/drawingml/2006/main">
              <a:ext uri="{FF2B5EF4-FFF2-40B4-BE49-F238E27FC236}">
                <a16:creationId xmlns:a16="http://schemas.microsoft.com/office/drawing/2014/main" id="{5924EF34-B39C-4951-B924-DCF966BC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01" name="bootstrap-top-8x8-r6-c5">
            <a:extLst xmlns:a="http://schemas.openxmlformats.org/drawingml/2006/main">
              <a:ext uri="{FF2B5EF4-FFF2-40B4-BE49-F238E27FC236}">
                <a16:creationId xmlns:a16="http://schemas.microsoft.com/office/drawing/2014/main" id="{2845984F-B0EC-4362-8070-6CAEB4F7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336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02" name="bootstrap-top-8x8-r6-c6">
            <a:extLst xmlns:a="http://schemas.openxmlformats.org/drawingml/2006/main">
              <a:ext uri="{FF2B5EF4-FFF2-40B4-BE49-F238E27FC236}">
                <a16:creationId xmlns:a16="http://schemas.microsoft.com/office/drawing/2014/main" id="{AC16E2C2-15FE-4C9B-9A16-33B2F212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03" name="bootstrap-top-8x8-r6-c7">
            <a:extLst xmlns:a="http://schemas.openxmlformats.org/drawingml/2006/main">
              <a:ext uri="{FF2B5EF4-FFF2-40B4-BE49-F238E27FC236}">
                <a16:creationId xmlns:a16="http://schemas.microsoft.com/office/drawing/2014/main" id="{9DC904D5-166E-40E0-8063-97DB01D6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04" name="bootstrap-top-8x8-r6-c8">
            <a:extLst xmlns:a="http://schemas.openxmlformats.org/drawingml/2006/main">
              <a:ext uri="{FF2B5EF4-FFF2-40B4-BE49-F238E27FC236}">
                <a16:creationId xmlns:a16="http://schemas.microsoft.com/office/drawing/2014/main" id="{46630CED-3CBD-46AD-BB45-0C8DAD1E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336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05" name="bootstrap-top-8x8-r7-c1">
            <a:extLst xmlns:a="http://schemas.openxmlformats.org/drawingml/2006/main">
              <a:ext uri="{FF2B5EF4-FFF2-40B4-BE49-F238E27FC236}">
                <a16:creationId xmlns:a16="http://schemas.microsoft.com/office/drawing/2014/main" id="{05ED596D-6329-4ABC-9557-03E90FDC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69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06" name="bootstrap-top-8x8-r7-c2">
            <a:extLst xmlns:a="http://schemas.openxmlformats.org/drawingml/2006/main">
              <a:ext uri="{FF2B5EF4-FFF2-40B4-BE49-F238E27FC236}">
                <a16:creationId xmlns:a16="http://schemas.microsoft.com/office/drawing/2014/main" id="{FCD8AD71-BF2C-4395-8B59-87B38599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669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07" name="bootstrap-top-8x8-r7-c3">
            <a:extLst xmlns:a="http://schemas.openxmlformats.org/drawingml/2006/main">
              <a:ext uri="{FF2B5EF4-FFF2-40B4-BE49-F238E27FC236}">
                <a16:creationId xmlns:a16="http://schemas.microsoft.com/office/drawing/2014/main" id="{5D702EAE-D680-4677-98E5-A69415A6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669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08" name="bootstrap-top-8x8-r7-c4">
            <a:extLst xmlns:a="http://schemas.openxmlformats.org/drawingml/2006/main">
              <a:ext uri="{FF2B5EF4-FFF2-40B4-BE49-F238E27FC236}">
                <a16:creationId xmlns:a16="http://schemas.microsoft.com/office/drawing/2014/main" id="{A1DB467C-81A7-46BA-B326-F4214452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669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09" name="bootstrap-top-8x8-r7-c5">
            <a:extLst xmlns:a="http://schemas.openxmlformats.org/drawingml/2006/main">
              <a:ext uri="{FF2B5EF4-FFF2-40B4-BE49-F238E27FC236}">
                <a16:creationId xmlns:a16="http://schemas.microsoft.com/office/drawing/2014/main" id="{E2A092D8-88FF-46F6-AC5F-1A85D2B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669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0" name="bootstrap-top-8x8-r7-c6">
            <a:extLst xmlns:a="http://schemas.openxmlformats.org/drawingml/2006/main">
              <a:ext uri="{FF2B5EF4-FFF2-40B4-BE49-F238E27FC236}">
                <a16:creationId xmlns:a16="http://schemas.microsoft.com/office/drawing/2014/main" id="{E5375178-1779-43C3-B8D6-0A285395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669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1" name="bootstrap-top-8x8-r7-c7">
            <a:extLst xmlns:a="http://schemas.openxmlformats.org/drawingml/2006/main">
              <a:ext uri="{FF2B5EF4-FFF2-40B4-BE49-F238E27FC236}">
                <a16:creationId xmlns:a16="http://schemas.microsoft.com/office/drawing/2014/main" id="{43B07D4A-3716-44F1-8398-ECE3A41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669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12" name="bootstrap-top-8x8-r7-c8">
            <a:extLst xmlns:a="http://schemas.openxmlformats.org/drawingml/2006/main">
              <a:ext uri="{FF2B5EF4-FFF2-40B4-BE49-F238E27FC236}">
                <a16:creationId xmlns:a16="http://schemas.microsoft.com/office/drawing/2014/main" id="{91AB30BD-638A-47B1-B35B-0C01AB9E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669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3" name="bootstrap-top-8x8-r8-c1">
            <a:extLst xmlns:a="http://schemas.openxmlformats.org/drawingml/2006/main">
              <a:ext uri="{FF2B5EF4-FFF2-40B4-BE49-F238E27FC236}">
                <a16:creationId xmlns:a16="http://schemas.microsoft.com/office/drawing/2014/main" id="{B70C1F92-F78B-4AA9-8F69-2CAFF190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03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4" name="bootstrap-top-8x8-r8-c2">
            <a:extLst xmlns:a="http://schemas.openxmlformats.org/drawingml/2006/main">
              <a:ext uri="{FF2B5EF4-FFF2-40B4-BE49-F238E27FC236}">
                <a16:creationId xmlns:a16="http://schemas.microsoft.com/office/drawing/2014/main" id="{C8159E62-2644-4BA0-A208-EA5EE2E2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003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5" name="bootstrap-top-8x8-r8-c3">
            <a:extLst xmlns:a="http://schemas.openxmlformats.org/drawingml/2006/main">
              <a:ext uri="{FF2B5EF4-FFF2-40B4-BE49-F238E27FC236}">
                <a16:creationId xmlns:a16="http://schemas.microsoft.com/office/drawing/2014/main" id="{D74D5C33-D708-4042-BDFD-D497999A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03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6" name="bootstrap-top-8x8-r8-c4">
            <a:extLst xmlns:a="http://schemas.openxmlformats.org/drawingml/2006/main">
              <a:ext uri="{FF2B5EF4-FFF2-40B4-BE49-F238E27FC236}">
                <a16:creationId xmlns:a16="http://schemas.microsoft.com/office/drawing/2014/main" id="{E1710114-BA6A-4033-A627-82A26E0D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03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7" name="bootstrap-top-8x8-r8-c5">
            <a:extLst xmlns:a="http://schemas.openxmlformats.org/drawingml/2006/main">
              <a:ext uri="{FF2B5EF4-FFF2-40B4-BE49-F238E27FC236}">
                <a16:creationId xmlns:a16="http://schemas.microsoft.com/office/drawing/2014/main" id="{091B53A1-DA80-4694-8687-6E33CB5E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03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8" name="bootstrap-top-8x8-r8-c6">
            <a:extLst xmlns:a="http://schemas.openxmlformats.org/drawingml/2006/main">
              <a:ext uri="{FF2B5EF4-FFF2-40B4-BE49-F238E27FC236}">
                <a16:creationId xmlns:a16="http://schemas.microsoft.com/office/drawing/2014/main" id="{EBE98A1A-766B-4DB7-BAFE-CA3273A8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03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9" name="bootstrap-top-8x8-r8-c7">
            <a:extLst xmlns:a="http://schemas.openxmlformats.org/drawingml/2006/main">
              <a:ext uri="{FF2B5EF4-FFF2-40B4-BE49-F238E27FC236}">
                <a16:creationId xmlns:a16="http://schemas.microsoft.com/office/drawing/2014/main" id="{AE0A7DAF-AB92-4FBA-8748-8C5D1A88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003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0" name="bootstrap-top-8x8-r8-c8">
            <a:extLst xmlns:a="http://schemas.openxmlformats.org/drawingml/2006/main">
              <a:ext uri="{FF2B5EF4-FFF2-40B4-BE49-F238E27FC236}">
                <a16:creationId xmlns:a16="http://schemas.microsoft.com/office/drawing/2014/main" id="{3C36FD91-F6C5-4835-A340-372A6813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003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21" name="bootstrap-middle-8x8-r1-c1">
            <a:extLst xmlns:a="http://schemas.openxmlformats.org/drawingml/2006/main">
              <a:ext uri="{FF2B5EF4-FFF2-40B4-BE49-F238E27FC236}">
                <a16:creationId xmlns:a16="http://schemas.microsoft.com/office/drawing/2014/main" id="{0A13B60E-2FDD-46DA-860C-27C67798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86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22" name="bootstrap-middle-8x8-r1-c2">
            <a:extLst xmlns:a="http://schemas.openxmlformats.org/drawingml/2006/main">
              <a:ext uri="{FF2B5EF4-FFF2-40B4-BE49-F238E27FC236}">
                <a16:creationId xmlns:a16="http://schemas.microsoft.com/office/drawing/2014/main" id="{3490D051-A0AF-477C-97A6-44C9190E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86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3" name="bootstrap-middle-8x8-r1-c3">
            <a:extLst xmlns:a="http://schemas.openxmlformats.org/drawingml/2006/main">
              <a:ext uri="{FF2B5EF4-FFF2-40B4-BE49-F238E27FC236}">
                <a16:creationId xmlns:a16="http://schemas.microsoft.com/office/drawing/2014/main" id="{B1D67618-A6A2-47C9-A2BA-59485F50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86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4" name="bootstrap-middle-8x8-r1-c4">
            <a:extLst xmlns:a="http://schemas.openxmlformats.org/drawingml/2006/main">
              <a:ext uri="{FF2B5EF4-FFF2-40B4-BE49-F238E27FC236}">
                <a16:creationId xmlns:a16="http://schemas.microsoft.com/office/drawing/2014/main" id="{16EEDFC7-A1E7-44D1-B44C-BAF67DA7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E9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5" name="bootstrap-middle-8x8-r1-c5">
            <a:extLst xmlns:a="http://schemas.openxmlformats.org/drawingml/2006/main">
              <a:ext uri="{FF2B5EF4-FFF2-40B4-BE49-F238E27FC236}">
                <a16:creationId xmlns:a16="http://schemas.microsoft.com/office/drawing/2014/main" id="{9504A484-FCCC-4C1C-8E65-1AB4F65A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6" name="bootstrap-middle-8x8-r1-c6">
            <a:extLst xmlns:a="http://schemas.openxmlformats.org/drawingml/2006/main">
              <a:ext uri="{FF2B5EF4-FFF2-40B4-BE49-F238E27FC236}">
                <a16:creationId xmlns:a16="http://schemas.microsoft.com/office/drawing/2014/main" id="{49CFE18E-CAE0-451D-BCF6-48B26F35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7" name="bootstrap-middle-8x8-r1-c7">
            <a:extLst xmlns:a="http://schemas.openxmlformats.org/drawingml/2006/main">
              <a:ext uri="{FF2B5EF4-FFF2-40B4-BE49-F238E27FC236}">
                <a16:creationId xmlns:a16="http://schemas.microsoft.com/office/drawing/2014/main" id="{8F215657-97F3-4699-8669-F1DC6220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86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8" name="bootstrap-middle-8x8-r1-c8">
            <a:extLst xmlns:a="http://schemas.openxmlformats.org/drawingml/2006/main">
              <a:ext uri="{FF2B5EF4-FFF2-40B4-BE49-F238E27FC236}">
                <a16:creationId xmlns:a16="http://schemas.microsoft.com/office/drawing/2014/main" id="{57AD7F2D-715F-4E8C-A458-F300C268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86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9" name="bootstrap-middle-8x8-r2-c1">
            <a:extLst xmlns:a="http://schemas.openxmlformats.org/drawingml/2006/main">
              <a:ext uri="{FF2B5EF4-FFF2-40B4-BE49-F238E27FC236}">
                <a16:creationId xmlns:a16="http://schemas.microsoft.com/office/drawing/2014/main" id="{2CDD803C-93A5-468D-903D-31F71769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19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0" name="bootstrap-middle-8x8-r2-c2">
            <a:extLst xmlns:a="http://schemas.openxmlformats.org/drawingml/2006/main">
              <a:ext uri="{FF2B5EF4-FFF2-40B4-BE49-F238E27FC236}">
                <a16:creationId xmlns:a16="http://schemas.microsoft.com/office/drawing/2014/main" id="{D33F5A60-B456-47C6-BA5D-041BDEE4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19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31" name="bootstrap-middle-8x8-r2-c3">
            <a:extLst xmlns:a="http://schemas.openxmlformats.org/drawingml/2006/main">
              <a:ext uri="{FF2B5EF4-FFF2-40B4-BE49-F238E27FC236}">
                <a16:creationId xmlns:a16="http://schemas.microsoft.com/office/drawing/2014/main" id="{BC43ED45-9E22-4E77-9513-80EE2EE0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19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2" name="bootstrap-middle-8x8-r2-c4">
            <a:extLst xmlns:a="http://schemas.openxmlformats.org/drawingml/2006/main">
              <a:ext uri="{FF2B5EF4-FFF2-40B4-BE49-F238E27FC236}">
                <a16:creationId xmlns:a16="http://schemas.microsoft.com/office/drawing/2014/main" id="{8889D9C8-68EC-4670-85E1-8B364000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19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3" name="bootstrap-middle-8x8-r2-c5">
            <a:extLst xmlns:a="http://schemas.openxmlformats.org/drawingml/2006/main">
              <a:ext uri="{FF2B5EF4-FFF2-40B4-BE49-F238E27FC236}">
                <a16:creationId xmlns:a16="http://schemas.microsoft.com/office/drawing/2014/main" id="{975DD1DE-FA5A-40E4-99F4-A8FBAED7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19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4" name="bootstrap-middle-8x8-r2-c6">
            <a:extLst xmlns:a="http://schemas.openxmlformats.org/drawingml/2006/main">
              <a:ext uri="{FF2B5EF4-FFF2-40B4-BE49-F238E27FC236}">
                <a16:creationId xmlns:a16="http://schemas.microsoft.com/office/drawing/2014/main" id="{D17F3FB7-B941-4422-97DA-88D5C4F2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19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5" name="bootstrap-middle-8x8-r2-c7">
            <a:extLst xmlns:a="http://schemas.openxmlformats.org/drawingml/2006/main">
              <a:ext uri="{FF2B5EF4-FFF2-40B4-BE49-F238E27FC236}">
                <a16:creationId xmlns:a16="http://schemas.microsoft.com/office/drawing/2014/main" id="{57AE94AE-46BD-4F91-AFEF-756723DF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19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6" name="bootstrap-middle-8x8-r2-c8">
            <a:extLst xmlns:a="http://schemas.openxmlformats.org/drawingml/2006/main">
              <a:ext uri="{FF2B5EF4-FFF2-40B4-BE49-F238E27FC236}">
                <a16:creationId xmlns:a16="http://schemas.microsoft.com/office/drawing/2014/main" id="{8DEC97C1-90E9-4772-B2D0-9074233D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19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7" name="bootstrap-middle-8x8-r3-c1">
            <a:extLst xmlns:a="http://schemas.openxmlformats.org/drawingml/2006/main">
              <a:ext uri="{FF2B5EF4-FFF2-40B4-BE49-F238E27FC236}">
                <a16:creationId xmlns:a16="http://schemas.microsoft.com/office/drawing/2014/main" id="{08C7A726-782F-48BE-80FA-77613ADC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52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8" name="bootstrap-middle-8x8-r3-c2">
            <a:extLst xmlns:a="http://schemas.openxmlformats.org/drawingml/2006/main">
              <a:ext uri="{FF2B5EF4-FFF2-40B4-BE49-F238E27FC236}">
                <a16:creationId xmlns:a16="http://schemas.microsoft.com/office/drawing/2014/main" id="{36DE0854-990D-4C81-A09E-28C2D4C5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52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9" name="bootstrap-middle-8x8-r3-c3">
            <a:extLst xmlns:a="http://schemas.openxmlformats.org/drawingml/2006/main">
              <a:ext uri="{FF2B5EF4-FFF2-40B4-BE49-F238E27FC236}">
                <a16:creationId xmlns:a16="http://schemas.microsoft.com/office/drawing/2014/main" id="{9BD4B02E-D463-4CBB-99DD-BC7B6891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52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40" name="bootstrap-middle-8x8-r3-c4">
            <a:extLst xmlns:a="http://schemas.openxmlformats.org/drawingml/2006/main">
              <a:ext uri="{FF2B5EF4-FFF2-40B4-BE49-F238E27FC236}">
                <a16:creationId xmlns:a16="http://schemas.microsoft.com/office/drawing/2014/main" id="{F7746F41-7CC1-4AB3-8EDE-7B34591D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52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1" name="bootstrap-middle-8x8-r3-c5">
            <a:extLst xmlns:a="http://schemas.openxmlformats.org/drawingml/2006/main">
              <a:ext uri="{FF2B5EF4-FFF2-40B4-BE49-F238E27FC236}">
                <a16:creationId xmlns:a16="http://schemas.microsoft.com/office/drawing/2014/main" id="{EAA36444-D4EB-498A-B4AE-76C84988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52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2" name="bootstrap-middle-8x8-r3-c6">
            <a:extLst xmlns:a="http://schemas.openxmlformats.org/drawingml/2006/main">
              <a:ext uri="{FF2B5EF4-FFF2-40B4-BE49-F238E27FC236}">
                <a16:creationId xmlns:a16="http://schemas.microsoft.com/office/drawing/2014/main" id="{B0CF3AA4-1B8E-452B-BB48-20CE1A84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52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3" name="bootstrap-middle-8x8-r3-c7">
            <a:extLst xmlns:a="http://schemas.openxmlformats.org/drawingml/2006/main">
              <a:ext uri="{FF2B5EF4-FFF2-40B4-BE49-F238E27FC236}">
                <a16:creationId xmlns:a16="http://schemas.microsoft.com/office/drawing/2014/main" id="{5444C0B6-C3FE-4DEF-BC12-399DF9C4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52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4" name="bootstrap-middle-8x8-r3-c8">
            <a:extLst xmlns:a="http://schemas.openxmlformats.org/drawingml/2006/main">
              <a:ext uri="{FF2B5EF4-FFF2-40B4-BE49-F238E27FC236}">
                <a16:creationId xmlns:a16="http://schemas.microsoft.com/office/drawing/2014/main" id="{AD69C31A-8610-42B9-B38E-E63CA415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52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5" name="bootstrap-middle-8x8-r4-c1">
            <a:extLst xmlns:a="http://schemas.openxmlformats.org/drawingml/2006/main">
              <a:ext uri="{FF2B5EF4-FFF2-40B4-BE49-F238E27FC236}">
                <a16:creationId xmlns:a16="http://schemas.microsoft.com/office/drawing/2014/main" id="{07C6BB29-E64E-4C64-9241-C74D0310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861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E9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6" name="bootstrap-middle-8x8-r4-c2">
            <a:extLst xmlns:a="http://schemas.openxmlformats.org/drawingml/2006/main">
              <a:ext uri="{FF2B5EF4-FFF2-40B4-BE49-F238E27FC236}">
                <a16:creationId xmlns:a16="http://schemas.microsoft.com/office/drawing/2014/main" id="{9737732B-5590-47F8-B70D-8C64A5B7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861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7" name="bootstrap-middle-8x8-r4-c3">
            <a:extLst xmlns:a="http://schemas.openxmlformats.org/drawingml/2006/main">
              <a:ext uri="{FF2B5EF4-FFF2-40B4-BE49-F238E27FC236}">
                <a16:creationId xmlns:a16="http://schemas.microsoft.com/office/drawing/2014/main" id="{C01AE735-46B6-4CF7-AED9-C5280331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861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8" name="bootstrap-middle-8x8-r4-c4">
            <a:extLst xmlns:a="http://schemas.openxmlformats.org/drawingml/2006/main">
              <a:ext uri="{FF2B5EF4-FFF2-40B4-BE49-F238E27FC236}">
                <a16:creationId xmlns:a16="http://schemas.microsoft.com/office/drawing/2014/main" id="{AB2058BA-657D-4E7C-B2A0-BBBE3E50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861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49" name="bootstrap-middle-8x8-r4-c5">
            <a:extLst xmlns:a="http://schemas.openxmlformats.org/drawingml/2006/main">
              <a:ext uri="{FF2B5EF4-FFF2-40B4-BE49-F238E27FC236}">
                <a16:creationId xmlns:a16="http://schemas.microsoft.com/office/drawing/2014/main" id="{A596CCE1-285B-4496-9231-693B7F3C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861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0" name="bootstrap-middle-8x8-r4-c6">
            <a:extLst xmlns:a="http://schemas.openxmlformats.org/drawingml/2006/main">
              <a:ext uri="{FF2B5EF4-FFF2-40B4-BE49-F238E27FC236}">
                <a16:creationId xmlns:a16="http://schemas.microsoft.com/office/drawing/2014/main" id="{5CEABA01-DFCD-47C7-9699-C9D4493C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861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1" name="bootstrap-middle-8x8-r4-c7">
            <a:extLst xmlns:a="http://schemas.openxmlformats.org/drawingml/2006/main">
              <a:ext uri="{FF2B5EF4-FFF2-40B4-BE49-F238E27FC236}">
                <a16:creationId xmlns:a16="http://schemas.microsoft.com/office/drawing/2014/main" id="{4B756FB2-6874-4299-9DA7-1424EDD0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861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2" name="bootstrap-middle-8x8-r4-c8">
            <a:extLst xmlns:a="http://schemas.openxmlformats.org/drawingml/2006/main">
              <a:ext uri="{FF2B5EF4-FFF2-40B4-BE49-F238E27FC236}">
                <a16:creationId xmlns:a16="http://schemas.microsoft.com/office/drawing/2014/main" id="{93391F88-9305-446D-A712-CB1E634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861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3" name="bootstrap-middle-8x8-r5-c1">
            <a:extLst xmlns:a="http://schemas.openxmlformats.org/drawingml/2006/main">
              <a:ext uri="{FF2B5EF4-FFF2-40B4-BE49-F238E27FC236}">
                <a16:creationId xmlns:a16="http://schemas.microsoft.com/office/drawing/2014/main" id="{A773AB43-9182-4E86-B7F4-3533D9F1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95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4" name="bootstrap-middle-8x8-r5-c2">
            <a:extLst xmlns:a="http://schemas.openxmlformats.org/drawingml/2006/main">
              <a:ext uri="{FF2B5EF4-FFF2-40B4-BE49-F238E27FC236}">
                <a16:creationId xmlns:a16="http://schemas.microsoft.com/office/drawing/2014/main" id="{FB5B9FEB-00C8-4CD3-877E-2BC683CC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195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5" name="bootstrap-middle-8x8-r5-c3">
            <a:extLst xmlns:a="http://schemas.openxmlformats.org/drawingml/2006/main">
              <a:ext uri="{FF2B5EF4-FFF2-40B4-BE49-F238E27FC236}">
                <a16:creationId xmlns:a16="http://schemas.microsoft.com/office/drawing/2014/main" id="{EF9DF9A7-CC6A-48FB-BC1F-53B1DC44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95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6" name="bootstrap-middle-8x8-r5-c4">
            <a:extLst xmlns:a="http://schemas.openxmlformats.org/drawingml/2006/main">
              <a:ext uri="{FF2B5EF4-FFF2-40B4-BE49-F238E27FC236}">
                <a16:creationId xmlns:a16="http://schemas.microsoft.com/office/drawing/2014/main" id="{39A381D7-1284-4427-BE2A-AA585E7E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95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7" name="bootstrap-middle-8x8-r5-c5">
            <a:extLst xmlns:a="http://schemas.openxmlformats.org/drawingml/2006/main">
              <a:ext uri="{FF2B5EF4-FFF2-40B4-BE49-F238E27FC236}">
                <a16:creationId xmlns:a16="http://schemas.microsoft.com/office/drawing/2014/main" id="{A4FDCEAB-3610-492E-95F9-ADC89B5C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95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58" name="bootstrap-middle-8x8-r5-c6">
            <a:extLst xmlns:a="http://schemas.openxmlformats.org/drawingml/2006/main">
              <a:ext uri="{FF2B5EF4-FFF2-40B4-BE49-F238E27FC236}">
                <a16:creationId xmlns:a16="http://schemas.microsoft.com/office/drawing/2014/main" id="{7EB63328-43F5-4E92-896F-1B6F5F5D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95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9" name="bootstrap-middle-8x8-r5-c7">
            <a:extLst xmlns:a="http://schemas.openxmlformats.org/drawingml/2006/main">
              <a:ext uri="{FF2B5EF4-FFF2-40B4-BE49-F238E27FC236}">
                <a16:creationId xmlns:a16="http://schemas.microsoft.com/office/drawing/2014/main" id="{E5FF9696-92A0-40A7-A508-EB3EE64C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95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0" name="bootstrap-middle-8x8-r5-c8">
            <a:extLst xmlns:a="http://schemas.openxmlformats.org/drawingml/2006/main">
              <a:ext uri="{FF2B5EF4-FFF2-40B4-BE49-F238E27FC236}">
                <a16:creationId xmlns:a16="http://schemas.microsoft.com/office/drawing/2014/main" id="{863754EB-5CD6-4289-9226-6C906BF0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195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A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1" name="bootstrap-middle-8x8-r6-c1">
            <a:extLst xmlns:a="http://schemas.openxmlformats.org/drawingml/2006/main">
              <a:ext uri="{FF2B5EF4-FFF2-40B4-BE49-F238E27FC236}">
                <a16:creationId xmlns:a16="http://schemas.microsoft.com/office/drawing/2014/main" id="{69082F5D-A4F4-4339-A64B-031651F4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52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2" name="bootstrap-middle-8x8-r6-c2">
            <a:extLst xmlns:a="http://schemas.openxmlformats.org/drawingml/2006/main">
              <a:ext uri="{FF2B5EF4-FFF2-40B4-BE49-F238E27FC236}">
                <a16:creationId xmlns:a16="http://schemas.microsoft.com/office/drawing/2014/main" id="{007E9A5C-E994-470C-9243-2CE0A91D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52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3" name="bootstrap-middle-8x8-r6-c3">
            <a:extLst xmlns:a="http://schemas.openxmlformats.org/drawingml/2006/main">
              <a:ext uri="{FF2B5EF4-FFF2-40B4-BE49-F238E27FC236}">
                <a16:creationId xmlns:a16="http://schemas.microsoft.com/office/drawing/2014/main" id="{55755A6F-BAF4-4213-8B8A-48D09AE3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52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4" name="bootstrap-middle-8x8-r6-c4">
            <a:extLst xmlns:a="http://schemas.openxmlformats.org/drawingml/2006/main">
              <a:ext uri="{FF2B5EF4-FFF2-40B4-BE49-F238E27FC236}">
                <a16:creationId xmlns:a16="http://schemas.microsoft.com/office/drawing/2014/main" id="{9730D11C-EEF5-4EB4-9631-85F1B9C6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52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5" name="bootstrap-middle-8x8-r6-c5">
            <a:extLst xmlns:a="http://schemas.openxmlformats.org/drawingml/2006/main">
              <a:ext uri="{FF2B5EF4-FFF2-40B4-BE49-F238E27FC236}">
                <a16:creationId xmlns:a16="http://schemas.microsoft.com/office/drawing/2014/main" id="{621BFA25-2CAF-4A52-940E-FA656EA1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52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6" name="bootstrap-middle-8x8-r6-c6">
            <a:extLst xmlns:a="http://schemas.openxmlformats.org/drawingml/2006/main">
              <a:ext uri="{FF2B5EF4-FFF2-40B4-BE49-F238E27FC236}">
                <a16:creationId xmlns:a16="http://schemas.microsoft.com/office/drawing/2014/main" id="{AC741FF3-8565-4773-A82E-D12180DF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67" name="bootstrap-middle-8x8-r6-c7">
            <a:extLst xmlns:a="http://schemas.openxmlformats.org/drawingml/2006/main">
              <a:ext uri="{FF2B5EF4-FFF2-40B4-BE49-F238E27FC236}">
                <a16:creationId xmlns:a16="http://schemas.microsoft.com/office/drawing/2014/main" id="{CC488A91-5D51-4A07-B966-10CD7C5C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52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8" name="bootstrap-middle-8x8-r6-c8">
            <a:extLst xmlns:a="http://schemas.openxmlformats.org/drawingml/2006/main">
              <a:ext uri="{FF2B5EF4-FFF2-40B4-BE49-F238E27FC236}">
                <a16:creationId xmlns:a16="http://schemas.microsoft.com/office/drawing/2014/main" id="{88F24352-CBE7-47B2-AAE3-57B15963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528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9" name="bootstrap-middle-8x8-r7-c1">
            <a:extLst xmlns:a="http://schemas.openxmlformats.org/drawingml/2006/main">
              <a:ext uri="{FF2B5EF4-FFF2-40B4-BE49-F238E27FC236}">
                <a16:creationId xmlns:a16="http://schemas.microsoft.com/office/drawing/2014/main" id="{6E0900D2-FB0C-4870-915C-92578635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86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0" name="bootstrap-middle-8x8-r7-c2">
            <a:extLst xmlns:a="http://schemas.openxmlformats.org/drawingml/2006/main">
              <a:ext uri="{FF2B5EF4-FFF2-40B4-BE49-F238E27FC236}">
                <a16:creationId xmlns:a16="http://schemas.microsoft.com/office/drawing/2014/main" id="{4B479838-0D82-4679-848D-E8ABA588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86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1" name="bootstrap-middle-8x8-r7-c3">
            <a:extLst xmlns:a="http://schemas.openxmlformats.org/drawingml/2006/main">
              <a:ext uri="{FF2B5EF4-FFF2-40B4-BE49-F238E27FC236}">
                <a16:creationId xmlns:a16="http://schemas.microsoft.com/office/drawing/2014/main" id="{226DAEE9-79D8-47CE-B820-3E1EB44F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86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2" name="bootstrap-middle-8x8-r7-c4">
            <a:extLst xmlns:a="http://schemas.openxmlformats.org/drawingml/2006/main">
              <a:ext uri="{FF2B5EF4-FFF2-40B4-BE49-F238E27FC236}">
                <a16:creationId xmlns:a16="http://schemas.microsoft.com/office/drawing/2014/main" id="{403653FC-98D3-41A1-BD17-C4C9C45E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86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3" name="bootstrap-middle-8x8-r7-c5">
            <a:extLst xmlns:a="http://schemas.openxmlformats.org/drawingml/2006/main">
              <a:ext uri="{FF2B5EF4-FFF2-40B4-BE49-F238E27FC236}">
                <a16:creationId xmlns:a16="http://schemas.microsoft.com/office/drawing/2014/main" id="{6214E6FC-78C4-4678-9749-E22F3519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4" name="bootstrap-middle-8x8-r7-c6">
            <a:extLst xmlns:a="http://schemas.openxmlformats.org/drawingml/2006/main">
              <a:ext uri="{FF2B5EF4-FFF2-40B4-BE49-F238E27FC236}">
                <a16:creationId xmlns:a16="http://schemas.microsoft.com/office/drawing/2014/main" id="{7568940F-4771-4743-9B8C-5800A849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86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5" name="bootstrap-middle-8x8-r7-c7">
            <a:extLst xmlns:a="http://schemas.openxmlformats.org/drawingml/2006/main">
              <a:ext uri="{FF2B5EF4-FFF2-40B4-BE49-F238E27FC236}">
                <a16:creationId xmlns:a16="http://schemas.microsoft.com/office/drawing/2014/main" id="{444E5B81-7553-4277-80D8-6D14408B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86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76" name="bootstrap-middle-8x8-r7-c8">
            <a:extLst xmlns:a="http://schemas.openxmlformats.org/drawingml/2006/main">
              <a:ext uri="{FF2B5EF4-FFF2-40B4-BE49-F238E27FC236}">
                <a16:creationId xmlns:a16="http://schemas.microsoft.com/office/drawing/2014/main" id="{FD52A16D-215A-439B-8B78-BF7C3318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862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7" name="bootstrap-middle-8x8-r8-c1">
            <a:extLst xmlns:a="http://schemas.openxmlformats.org/drawingml/2006/main">
              <a:ext uri="{FF2B5EF4-FFF2-40B4-BE49-F238E27FC236}">
                <a16:creationId xmlns:a16="http://schemas.microsoft.com/office/drawing/2014/main" id="{3B0C9256-212A-48F8-86E6-D4513053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9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8" name="bootstrap-middle-8x8-r8-c2">
            <a:extLst xmlns:a="http://schemas.openxmlformats.org/drawingml/2006/main">
              <a:ext uri="{FF2B5EF4-FFF2-40B4-BE49-F238E27FC236}">
                <a16:creationId xmlns:a16="http://schemas.microsoft.com/office/drawing/2014/main" id="{10BC9F31-445F-48D9-AE97-D0E18BCA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19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9" name="bootstrap-middle-8x8-r8-c3">
            <a:extLst xmlns:a="http://schemas.openxmlformats.org/drawingml/2006/main">
              <a:ext uri="{FF2B5EF4-FFF2-40B4-BE49-F238E27FC236}">
                <a16:creationId xmlns:a16="http://schemas.microsoft.com/office/drawing/2014/main" id="{F73FE2CB-B007-4A64-A4D4-D88B8DD0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19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80" name="bootstrap-middle-8x8-r8-c4">
            <a:extLst xmlns:a="http://schemas.openxmlformats.org/drawingml/2006/main">
              <a:ext uri="{FF2B5EF4-FFF2-40B4-BE49-F238E27FC236}">
                <a16:creationId xmlns:a16="http://schemas.microsoft.com/office/drawing/2014/main" id="{77748D4A-ABE4-4841-BCBF-45780407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9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81" name="bootstrap-middle-8x8-r8-c5">
            <a:extLst xmlns:a="http://schemas.openxmlformats.org/drawingml/2006/main">
              <a:ext uri="{FF2B5EF4-FFF2-40B4-BE49-F238E27FC236}">
                <a16:creationId xmlns:a16="http://schemas.microsoft.com/office/drawing/2014/main" id="{0915D942-CEB5-4FBC-8808-5B6B1634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9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A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82" name="bootstrap-middle-8x8-r8-c6">
            <a:extLst xmlns:a="http://schemas.openxmlformats.org/drawingml/2006/main">
              <a:ext uri="{FF2B5EF4-FFF2-40B4-BE49-F238E27FC236}">
                <a16:creationId xmlns:a16="http://schemas.microsoft.com/office/drawing/2014/main" id="{B9EB8FCA-5996-484F-B357-D6673B14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83" name="bootstrap-middle-8x8-r8-c7">
            <a:extLst xmlns:a="http://schemas.openxmlformats.org/drawingml/2006/main">
              <a:ext uri="{FF2B5EF4-FFF2-40B4-BE49-F238E27FC236}">
                <a16:creationId xmlns:a16="http://schemas.microsoft.com/office/drawing/2014/main" id="{B4414E9D-986F-461C-81DE-D09227A8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84" name="bootstrap-middle-8x8-r8-c8">
            <a:extLst xmlns:a="http://schemas.openxmlformats.org/drawingml/2006/main">
              <a:ext uri="{FF2B5EF4-FFF2-40B4-BE49-F238E27FC236}">
                <a16:creationId xmlns:a16="http://schemas.microsoft.com/office/drawing/2014/main" id="{44DEAA1A-B33D-46E2-8954-56135846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95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85" name="bootstrap-bottom-8x8-r1-c1">
            <a:extLst xmlns:a="http://schemas.openxmlformats.org/drawingml/2006/main">
              <a:ext uri="{FF2B5EF4-FFF2-40B4-BE49-F238E27FC236}">
                <a16:creationId xmlns:a16="http://schemas.microsoft.com/office/drawing/2014/main" id="{87A04F1B-7DC9-47F3-9E30-29298517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053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86" name="bootstrap-bottom-8x8-r1-c2">
            <a:extLst xmlns:a="http://schemas.openxmlformats.org/drawingml/2006/main">
              <a:ext uri="{FF2B5EF4-FFF2-40B4-BE49-F238E27FC236}">
                <a16:creationId xmlns:a16="http://schemas.microsoft.com/office/drawing/2014/main" id="{AFFAF702-A2C6-45BF-8607-C3CCE263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053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87" name="bootstrap-bottom-8x8-r1-c3">
            <a:extLst xmlns:a="http://schemas.openxmlformats.org/drawingml/2006/main">
              <a:ext uri="{FF2B5EF4-FFF2-40B4-BE49-F238E27FC236}">
                <a16:creationId xmlns:a16="http://schemas.microsoft.com/office/drawing/2014/main" id="{0D0626B2-2266-4F47-9F14-D3A1F269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053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88" name="bootstrap-bottom-8x8-r1-c4">
            <a:extLst xmlns:a="http://schemas.openxmlformats.org/drawingml/2006/main">
              <a:ext uri="{FF2B5EF4-FFF2-40B4-BE49-F238E27FC236}">
                <a16:creationId xmlns:a16="http://schemas.microsoft.com/office/drawing/2014/main" id="{77F31F6D-B4D5-4798-852A-CD3295E5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053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89" name="bootstrap-bottom-8x8-r1-c5">
            <a:extLst xmlns:a="http://schemas.openxmlformats.org/drawingml/2006/main">
              <a:ext uri="{FF2B5EF4-FFF2-40B4-BE49-F238E27FC236}">
                <a16:creationId xmlns:a16="http://schemas.microsoft.com/office/drawing/2014/main" id="{1014C726-D604-406D-A733-267F32F4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053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A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90" name="bootstrap-bottom-8x8-r1-c6">
            <a:extLst xmlns:a="http://schemas.openxmlformats.org/drawingml/2006/main">
              <a:ext uri="{FF2B5EF4-FFF2-40B4-BE49-F238E27FC236}">
                <a16:creationId xmlns:a16="http://schemas.microsoft.com/office/drawing/2014/main" id="{A2667BAF-421A-4829-956C-E51CD46C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053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91" name="bootstrap-bottom-8x8-r1-c7">
            <a:extLst xmlns:a="http://schemas.openxmlformats.org/drawingml/2006/main">
              <a:ext uri="{FF2B5EF4-FFF2-40B4-BE49-F238E27FC236}">
                <a16:creationId xmlns:a16="http://schemas.microsoft.com/office/drawing/2014/main" id="{84C5D9EB-8C49-4A1B-9CF5-D52508AA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053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92" name="bootstrap-bottom-8x8-r1-c8">
            <a:extLst xmlns:a="http://schemas.openxmlformats.org/drawingml/2006/main">
              <a:ext uri="{FF2B5EF4-FFF2-40B4-BE49-F238E27FC236}">
                <a16:creationId xmlns:a16="http://schemas.microsoft.com/office/drawing/2014/main" id="{386FCA66-7930-4673-A2B0-7A76F4C9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053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605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93" name="bootstrap-bottom-8x8-r2-c1">
            <a:extLst xmlns:a="http://schemas.openxmlformats.org/drawingml/2006/main">
              <a:ext uri="{FF2B5EF4-FFF2-40B4-BE49-F238E27FC236}">
                <a16:creationId xmlns:a16="http://schemas.microsoft.com/office/drawing/2014/main" id="{B55B4C07-025F-41AB-BA1A-0569B839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387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94" name="bootstrap-bottom-8x8-r2-c2">
            <a:extLst xmlns:a="http://schemas.openxmlformats.org/drawingml/2006/main">
              <a:ext uri="{FF2B5EF4-FFF2-40B4-BE49-F238E27FC236}">
                <a16:creationId xmlns:a16="http://schemas.microsoft.com/office/drawing/2014/main" id="{43938B7B-385B-4E23-B0E1-1129AB33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387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95" name="bootstrap-bottom-8x8-r2-c3">
            <a:extLst xmlns:a="http://schemas.openxmlformats.org/drawingml/2006/main">
              <a:ext uri="{FF2B5EF4-FFF2-40B4-BE49-F238E27FC236}">
                <a16:creationId xmlns:a16="http://schemas.microsoft.com/office/drawing/2014/main" id="{DCE623A0-A40A-4EFC-8EC3-2EEB6AA2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387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96" name="bootstrap-bottom-8x8-r2-c4">
            <a:extLst xmlns:a="http://schemas.openxmlformats.org/drawingml/2006/main">
              <a:ext uri="{FF2B5EF4-FFF2-40B4-BE49-F238E27FC236}">
                <a16:creationId xmlns:a16="http://schemas.microsoft.com/office/drawing/2014/main" id="{355D2682-C281-42B5-BE8F-5ECA99DF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387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97" name="bootstrap-bottom-8x8-r2-c5">
            <a:extLst xmlns:a="http://schemas.openxmlformats.org/drawingml/2006/main">
              <a:ext uri="{FF2B5EF4-FFF2-40B4-BE49-F238E27FC236}">
                <a16:creationId xmlns:a16="http://schemas.microsoft.com/office/drawing/2014/main" id="{23DE2DCF-BF77-4F6F-95FD-8F53587D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387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98" name="bootstrap-bottom-8x8-r2-c6">
            <a:extLst xmlns:a="http://schemas.openxmlformats.org/drawingml/2006/main">
              <a:ext uri="{FF2B5EF4-FFF2-40B4-BE49-F238E27FC236}">
                <a16:creationId xmlns:a16="http://schemas.microsoft.com/office/drawing/2014/main" id="{27E08223-955E-426A-95D4-60A7616B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387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99" name="bootstrap-bottom-8x8-r2-c7">
            <a:extLst xmlns:a="http://schemas.openxmlformats.org/drawingml/2006/main">
              <a:ext uri="{FF2B5EF4-FFF2-40B4-BE49-F238E27FC236}">
                <a16:creationId xmlns:a16="http://schemas.microsoft.com/office/drawing/2014/main" id="{5D3D08AB-C8A0-4E74-BA96-17489A9C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387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74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0" name="bootstrap-bottom-8x8-r2-c8">
            <a:extLst xmlns:a="http://schemas.openxmlformats.org/drawingml/2006/main">
              <a:ext uri="{FF2B5EF4-FFF2-40B4-BE49-F238E27FC236}">
                <a16:creationId xmlns:a16="http://schemas.microsoft.com/office/drawing/2014/main" id="{48567057-637E-4CD4-92A3-2647C423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387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1" name="bootstrap-bottom-8x8-r3-c1">
            <a:extLst xmlns:a="http://schemas.openxmlformats.org/drawingml/2006/main">
              <a:ext uri="{FF2B5EF4-FFF2-40B4-BE49-F238E27FC236}">
                <a16:creationId xmlns:a16="http://schemas.microsoft.com/office/drawing/2014/main" id="{E266EC16-C733-44F4-BE73-978FD1D6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720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2" name="bootstrap-bottom-8x8-r3-c2">
            <a:extLst xmlns:a="http://schemas.openxmlformats.org/drawingml/2006/main">
              <a:ext uri="{FF2B5EF4-FFF2-40B4-BE49-F238E27FC236}">
                <a16:creationId xmlns:a16="http://schemas.microsoft.com/office/drawing/2014/main" id="{1E859F88-B86A-4774-BE05-0783A74F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720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3" name="bootstrap-bottom-8x8-r3-c3">
            <a:extLst xmlns:a="http://schemas.openxmlformats.org/drawingml/2006/main">
              <a:ext uri="{FF2B5EF4-FFF2-40B4-BE49-F238E27FC236}">
                <a16:creationId xmlns:a16="http://schemas.microsoft.com/office/drawing/2014/main" id="{80DDDE7F-82F3-475B-A0F1-D9BF2A75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720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304" name="bootstrap-bottom-8x8-r3-c4">
            <a:extLst xmlns:a="http://schemas.openxmlformats.org/drawingml/2006/main">
              <a:ext uri="{FF2B5EF4-FFF2-40B4-BE49-F238E27FC236}">
                <a16:creationId xmlns:a16="http://schemas.microsoft.com/office/drawing/2014/main" id="{D546A329-461E-4428-BE60-60A8F7A0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720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5" name="bootstrap-bottom-8x8-r3-c5">
            <a:extLst xmlns:a="http://schemas.openxmlformats.org/drawingml/2006/main">
              <a:ext uri="{FF2B5EF4-FFF2-40B4-BE49-F238E27FC236}">
                <a16:creationId xmlns:a16="http://schemas.microsoft.com/office/drawing/2014/main" id="{DCAB5A24-51F4-4C17-BD53-B6D1237D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720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6" name="bootstrap-bottom-8x8-r3-c6">
            <a:extLst xmlns:a="http://schemas.openxmlformats.org/drawingml/2006/main">
              <a:ext uri="{FF2B5EF4-FFF2-40B4-BE49-F238E27FC236}">
                <a16:creationId xmlns:a16="http://schemas.microsoft.com/office/drawing/2014/main" id="{836E590C-AB76-450F-B41F-41F65B0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720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7" name="bootstrap-bottom-8x8-r3-c7">
            <a:extLst xmlns:a="http://schemas.openxmlformats.org/drawingml/2006/main">
              <a:ext uri="{FF2B5EF4-FFF2-40B4-BE49-F238E27FC236}">
                <a16:creationId xmlns:a16="http://schemas.microsoft.com/office/drawing/2014/main" id="{42671A73-CAA0-4A53-8C80-9F670800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720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74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8" name="bootstrap-bottom-8x8-r3-c8">
            <a:extLst xmlns:a="http://schemas.openxmlformats.org/drawingml/2006/main">
              <a:ext uri="{FF2B5EF4-FFF2-40B4-BE49-F238E27FC236}">
                <a16:creationId xmlns:a16="http://schemas.microsoft.com/office/drawing/2014/main" id="{BDFCF7AD-2591-418B-8586-6A13448D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720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9" name="bootstrap-bottom-8x8-r4-c1">
            <a:extLst xmlns:a="http://schemas.openxmlformats.org/drawingml/2006/main">
              <a:ext uri="{FF2B5EF4-FFF2-40B4-BE49-F238E27FC236}">
                <a16:creationId xmlns:a16="http://schemas.microsoft.com/office/drawing/2014/main" id="{6A5D80D4-BE52-4A20-897B-4EDB8193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054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0" name="bootstrap-bottom-8x8-r4-c2">
            <a:extLst xmlns:a="http://schemas.openxmlformats.org/drawingml/2006/main">
              <a:ext uri="{FF2B5EF4-FFF2-40B4-BE49-F238E27FC236}">
                <a16:creationId xmlns:a16="http://schemas.microsoft.com/office/drawing/2014/main" id="{2606503C-6F0B-4A02-8783-CCA5D864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054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1" name="bootstrap-bottom-8x8-r4-c3">
            <a:extLst xmlns:a="http://schemas.openxmlformats.org/drawingml/2006/main">
              <a:ext uri="{FF2B5EF4-FFF2-40B4-BE49-F238E27FC236}">
                <a16:creationId xmlns:a16="http://schemas.microsoft.com/office/drawing/2014/main" id="{2C5F65CC-E21C-4732-9703-08BC84C4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054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2" name="bootstrap-bottom-8x8-r4-c4">
            <a:extLst xmlns:a="http://schemas.openxmlformats.org/drawingml/2006/main">
              <a:ext uri="{FF2B5EF4-FFF2-40B4-BE49-F238E27FC236}">
                <a16:creationId xmlns:a16="http://schemas.microsoft.com/office/drawing/2014/main" id="{CA597826-C85E-4BEA-9050-E3A94838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054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313" name="bootstrap-bottom-8x8-r4-c5">
            <a:extLst xmlns:a="http://schemas.openxmlformats.org/drawingml/2006/main">
              <a:ext uri="{FF2B5EF4-FFF2-40B4-BE49-F238E27FC236}">
                <a16:creationId xmlns:a16="http://schemas.microsoft.com/office/drawing/2014/main" id="{F2CCFBD6-1839-42A1-94CD-D1DA87D8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054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605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4" name="bootstrap-bottom-8x8-r4-c6">
            <a:extLst xmlns:a="http://schemas.openxmlformats.org/drawingml/2006/main">
              <a:ext uri="{FF2B5EF4-FFF2-40B4-BE49-F238E27FC236}">
                <a16:creationId xmlns:a16="http://schemas.microsoft.com/office/drawing/2014/main" id="{505B300F-F794-4318-BC3F-C4E4D280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054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5" name="bootstrap-bottom-8x8-r4-c7">
            <a:extLst xmlns:a="http://schemas.openxmlformats.org/drawingml/2006/main">
              <a:ext uri="{FF2B5EF4-FFF2-40B4-BE49-F238E27FC236}">
                <a16:creationId xmlns:a16="http://schemas.microsoft.com/office/drawing/2014/main" id="{F133928B-8FDD-4479-9F8B-398CB67A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054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6" name="bootstrap-bottom-8x8-r4-c8">
            <a:extLst xmlns:a="http://schemas.openxmlformats.org/drawingml/2006/main">
              <a:ext uri="{FF2B5EF4-FFF2-40B4-BE49-F238E27FC236}">
                <a16:creationId xmlns:a16="http://schemas.microsoft.com/office/drawing/2014/main" id="{B9994BFE-FC4C-4061-93CF-F08C558C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054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A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7" name="bootstrap-bottom-8x8-r5-c1">
            <a:extLst xmlns:a="http://schemas.openxmlformats.org/drawingml/2006/main">
              <a:ext uri="{FF2B5EF4-FFF2-40B4-BE49-F238E27FC236}">
                <a16:creationId xmlns:a16="http://schemas.microsoft.com/office/drawing/2014/main" id="{E96A739B-BB13-4548-A934-69C1A922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387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A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8" name="bootstrap-bottom-8x8-r5-c2">
            <a:extLst xmlns:a="http://schemas.openxmlformats.org/drawingml/2006/main">
              <a:ext uri="{FF2B5EF4-FFF2-40B4-BE49-F238E27FC236}">
                <a16:creationId xmlns:a16="http://schemas.microsoft.com/office/drawing/2014/main" id="{F630C192-30AB-4935-B537-F9351261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4387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9" name="bootstrap-bottom-8x8-r5-c3">
            <a:extLst xmlns:a="http://schemas.openxmlformats.org/drawingml/2006/main">
              <a:ext uri="{FF2B5EF4-FFF2-40B4-BE49-F238E27FC236}">
                <a16:creationId xmlns:a16="http://schemas.microsoft.com/office/drawing/2014/main" id="{1BEBB702-B8E4-4529-9A8C-660EABED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387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0" name="bootstrap-bottom-8x8-r5-c4">
            <a:extLst xmlns:a="http://schemas.openxmlformats.org/drawingml/2006/main">
              <a:ext uri="{FF2B5EF4-FFF2-40B4-BE49-F238E27FC236}">
                <a16:creationId xmlns:a16="http://schemas.microsoft.com/office/drawing/2014/main" id="{E38B2B1D-4477-4AE8-97E9-011A3A13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387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605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1" name="bootstrap-bottom-8x8-r5-c5">
            <a:extLst xmlns:a="http://schemas.openxmlformats.org/drawingml/2006/main">
              <a:ext uri="{FF2B5EF4-FFF2-40B4-BE49-F238E27FC236}">
                <a16:creationId xmlns:a16="http://schemas.microsoft.com/office/drawing/2014/main" id="{E21E3650-707C-4CF3-8372-499DC082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387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322" name="bootstrap-bottom-8x8-r5-c6">
            <a:extLst xmlns:a="http://schemas.openxmlformats.org/drawingml/2006/main">
              <a:ext uri="{FF2B5EF4-FFF2-40B4-BE49-F238E27FC236}">
                <a16:creationId xmlns:a16="http://schemas.microsoft.com/office/drawing/2014/main" id="{C5796F8F-08EE-4630-8F43-AEF6E11B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387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3" name="bootstrap-bottom-8x8-r5-c7">
            <a:extLst xmlns:a="http://schemas.openxmlformats.org/drawingml/2006/main">
              <a:ext uri="{FF2B5EF4-FFF2-40B4-BE49-F238E27FC236}">
                <a16:creationId xmlns:a16="http://schemas.microsoft.com/office/drawing/2014/main" id="{AD7F8A49-39F3-4005-A711-71698184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387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4" name="bootstrap-bottom-8x8-r5-c8">
            <a:extLst xmlns:a="http://schemas.openxmlformats.org/drawingml/2006/main">
              <a:ext uri="{FF2B5EF4-FFF2-40B4-BE49-F238E27FC236}">
                <a16:creationId xmlns:a16="http://schemas.microsoft.com/office/drawing/2014/main" id="{CCE91788-129D-420F-9E24-6D86CBBA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387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5" name="bootstrap-bottom-8x8-r6-c1">
            <a:extLst xmlns:a="http://schemas.openxmlformats.org/drawingml/2006/main">
              <a:ext uri="{FF2B5EF4-FFF2-40B4-BE49-F238E27FC236}">
                <a16:creationId xmlns:a16="http://schemas.microsoft.com/office/drawing/2014/main" id="{DF6229E1-23DC-42CE-93CC-6C1745AE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72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6" name="bootstrap-bottom-8x8-r6-c2">
            <a:extLst xmlns:a="http://schemas.openxmlformats.org/drawingml/2006/main">
              <a:ext uri="{FF2B5EF4-FFF2-40B4-BE49-F238E27FC236}">
                <a16:creationId xmlns:a16="http://schemas.microsoft.com/office/drawing/2014/main" id="{AFF9935E-6BDF-4C41-9DA1-FD34ABF3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572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7" name="bootstrap-bottom-8x8-r6-c3">
            <a:extLst xmlns:a="http://schemas.openxmlformats.org/drawingml/2006/main">
              <a:ext uri="{FF2B5EF4-FFF2-40B4-BE49-F238E27FC236}">
                <a16:creationId xmlns:a16="http://schemas.microsoft.com/office/drawing/2014/main" id="{CEDD72DF-513F-4FB5-BD59-B3DBA291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72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8" name="bootstrap-bottom-8x8-r6-c4">
            <a:extLst xmlns:a="http://schemas.openxmlformats.org/drawingml/2006/main">
              <a:ext uri="{FF2B5EF4-FFF2-40B4-BE49-F238E27FC236}">
                <a16:creationId xmlns:a16="http://schemas.microsoft.com/office/drawing/2014/main" id="{8855512F-273F-49BA-BD6A-ACB29349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72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9" name="bootstrap-bottom-8x8-r6-c5">
            <a:extLst xmlns:a="http://schemas.openxmlformats.org/drawingml/2006/main">
              <a:ext uri="{FF2B5EF4-FFF2-40B4-BE49-F238E27FC236}">
                <a16:creationId xmlns:a16="http://schemas.microsoft.com/office/drawing/2014/main" id="{86DE8FF8-7ED2-4D50-9707-06A8A622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72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0" name="bootstrap-bottom-8x8-r6-c6">
            <a:extLst xmlns:a="http://schemas.openxmlformats.org/drawingml/2006/main">
              <a:ext uri="{FF2B5EF4-FFF2-40B4-BE49-F238E27FC236}">
                <a16:creationId xmlns:a16="http://schemas.microsoft.com/office/drawing/2014/main" id="{F16494CC-6243-43F4-B993-95E95CF8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72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331" name="bootstrap-bottom-8x8-r6-c7">
            <a:extLst xmlns:a="http://schemas.openxmlformats.org/drawingml/2006/main">
              <a:ext uri="{FF2B5EF4-FFF2-40B4-BE49-F238E27FC236}">
                <a16:creationId xmlns:a16="http://schemas.microsoft.com/office/drawing/2014/main" id="{FACB8399-3898-4377-8CCE-48EF92DA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72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2" name="bootstrap-bottom-8x8-r6-c8">
            <a:extLst xmlns:a="http://schemas.openxmlformats.org/drawingml/2006/main">
              <a:ext uri="{FF2B5EF4-FFF2-40B4-BE49-F238E27FC236}">
                <a16:creationId xmlns:a16="http://schemas.microsoft.com/office/drawing/2014/main" id="{77E40CDB-2159-428A-98B6-C3127562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721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3" name="bootstrap-bottom-8x8-r7-c1">
            <a:extLst xmlns:a="http://schemas.openxmlformats.org/drawingml/2006/main">
              <a:ext uri="{FF2B5EF4-FFF2-40B4-BE49-F238E27FC236}">
                <a16:creationId xmlns:a16="http://schemas.microsoft.com/office/drawing/2014/main" id="{1356BF80-C266-48C8-9D83-98B1B396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05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4" name="bootstrap-bottom-8x8-r7-c2">
            <a:extLst xmlns:a="http://schemas.openxmlformats.org/drawingml/2006/main">
              <a:ext uri="{FF2B5EF4-FFF2-40B4-BE49-F238E27FC236}">
                <a16:creationId xmlns:a16="http://schemas.microsoft.com/office/drawing/2014/main" id="{361BA483-D729-40EF-AA60-5062552D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05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74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5" name="bootstrap-bottom-8x8-r7-c3">
            <a:extLst xmlns:a="http://schemas.openxmlformats.org/drawingml/2006/main">
              <a:ext uri="{FF2B5EF4-FFF2-40B4-BE49-F238E27FC236}">
                <a16:creationId xmlns:a16="http://schemas.microsoft.com/office/drawing/2014/main" id="{3BE04CA6-F1FD-46AB-9D47-10F80C1B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05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74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6" name="bootstrap-bottom-8x8-r7-c4">
            <a:extLst xmlns:a="http://schemas.openxmlformats.org/drawingml/2006/main">
              <a:ext uri="{FF2B5EF4-FFF2-40B4-BE49-F238E27FC236}">
                <a16:creationId xmlns:a16="http://schemas.microsoft.com/office/drawing/2014/main" id="{D64EFB3B-C13A-4914-B81B-C46D127D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705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7" name="bootstrap-bottom-8x8-r7-c5">
            <a:extLst xmlns:a="http://schemas.openxmlformats.org/drawingml/2006/main">
              <a:ext uri="{FF2B5EF4-FFF2-40B4-BE49-F238E27FC236}">
                <a16:creationId xmlns:a16="http://schemas.microsoft.com/office/drawing/2014/main" id="{04BEC31E-55C9-4031-8181-927DA041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8" name="bootstrap-bottom-8x8-r7-c6">
            <a:extLst xmlns:a="http://schemas.openxmlformats.org/drawingml/2006/main">
              <a:ext uri="{FF2B5EF4-FFF2-40B4-BE49-F238E27FC236}">
                <a16:creationId xmlns:a16="http://schemas.microsoft.com/office/drawing/2014/main" id="{48996F40-509A-4971-BDFF-111846E0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705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9" name="bootstrap-bottom-8x8-r7-c7">
            <a:extLst xmlns:a="http://schemas.openxmlformats.org/drawingml/2006/main">
              <a:ext uri="{FF2B5EF4-FFF2-40B4-BE49-F238E27FC236}">
                <a16:creationId xmlns:a16="http://schemas.microsoft.com/office/drawing/2014/main" id="{DC36D6FB-6E3B-4B20-95C4-63FEEB10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05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340" name="bootstrap-bottom-8x8-r7-c8">
            <a:extLst xmlns:a="http://schemas.openxmlformats.org/drawingml/2006/main">
              <a:ext uri="{FF2B5EF4-FFF2-40B4-BE49-F238E27FC236}">
                <a16:creationId xmlns:a16="http://schemas.microsoft.com/office/drawing/2014/main" id="{7B1BA29C-DB23-4F67-ADBF-69E2AE9A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0547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1" name="bootstrap-bottom-8x8-r8-c1">
            <a:extLst xmlns:a="http://schemas.openxmlformats.org/drawingml/2006/main">
              <a:ext uri="{FF2B5EF4-FFF2-40B4-BE49-F238E27FC236}">
                <a16:creationId xmlns:a16="http://schemas.microsoft.com/office/drawing/2014/main" id="{B2527C45-5970-4878-B8A9-AFAD3643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38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605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2" name="bootstrap-bottom-8x8-r8-c2">
            <a:extLst xmlns:a="http://schemas.openxmlformats.org/drawingml/2006/main">
              <a:ext uri="{FF2B5EF4-FFF2-40B4-BE49-F238E27FC236}">
                <a16:creationId xmlns:a16="http://schemas.microsoft.com/office/drawing/2014/main" id="{08F702A8-AFAD-41C6-A28E-1DC79258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838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3" name="bootstrap-bottom-8x8-r8-c3">
            <a:extLst xmlns:a="http://schemas.openxmlformats.org/drawingml/2006/main">
              <a:ext uri="{FF2B5EF4-FFF2-40B4-BE49-F238E27FC236}">
                <a16:creationId xmlns:a16="http://schemas.microsoft.com/office/drawing/2014/main" id="{1ACCC621-2F85-4095-B7BB-E5AD05FB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838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4" name="bootstrap-bottom-8x8-r8-c4">
            <a:extLst xmlns:a="http://schemas.openxmlformats.org/drawingml/2006/main">
              <a:ext uri="{FF2B5EF4-FFF2-40B4-BE49-F238E27FC236}">
                <a16:creationId xmlns:a16="http://schemas.microsoft.com/office/drawing/2014/main" id="{EA18ADF4-D646-4C8E-BCD4-7B425271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38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A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5" name="bootstrap-bottom-8x8-r8-c5">
            <a:extLst xmlns:a="http://schemas.openxmlformats.org/drawingml/2006/main">
              <a:ext uri="{FF2B5EF4-FFF2-40B4-BE49-F238E27FC236}">
                <a16:creationId xmlns:a16="http://schemas.microsoft.com/office/drawing/2014/main" id="{65AB8A7A-0C69-4B56-BED0-43E96140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38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6" name="bootstrap-bottom-8x8-r8-c6">
            <a:extLst xmlns:a="http://schemas.openxmlformats.org/drawingml/2006/main">
              <a:ext uri="{FF2B5EF4-FFF2-40B4-BE49-F238E27FC236}">
                <a16:creationId xmlns:a16="http://schemas.microsoft.com/office/drawing/2014/main" id="{E0158E85-04DE-45F0-B37D-A681F569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38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7" name="bootstrap-bottom-8x8-r8-c7">
            <a:extLst xmlns:a="http://schemas.openxmlformats.org/drawingml/2006/main">
              <a:ext uri="{FF2B5EF4-FFF2-40B4-BE49-F238E27FC236}">
                <a16:creationId xmlns:a16="http://schemas.microsoft.com/office/drawing/2014/main" id="{76A5EFE7-7CF0-4793-A560-5DEF20EE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38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8" name="bootstrap-bottom-8x8-r8-c8">
            <a:extLst xmlns:a="http://schemas.openxmlformats.org/drawingml/2006/main">
              <a:ext uri="{FF2B5EF4-FFF2-40B4-BE49-F238E27FC236}">
                <a16:creationId xmlns:a16="http://schemas.microsoft.com/office/drawing/2014/main" id="{8B241700-DE56-4CA4-89A4-FFF77816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838825"/>
            <a:ext cx="133826" cy="13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349" name="ellipsis-1">
            <a:extLst xmlns:a="http://schemas.openxmlformats.org/drawingml/2006/main">
              <a:ext uri="{FF2B5EF4-FFF2-40B4-BE49-F238E27FC236}">
                <a16:creationId xmlns:a16="http://schemas.microsoft.com/office/drawing/2014/main" id="{C38458B0-16DB-40B2-B570-CC120C3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ellipsis-2">
            <a:extLst xmlns:a="http://schemas.openxmlformats.org/drawingml/2006/main">
              <a:ext uri="{FF2B5EF4-FFF2-40B4-BE49-F238E27FC236}">
                <a16:creationId xmlns:a16="http://schemas.microsoft.com/office/drawing/2014/main" id="{152A26DC-EC58-48BD-838F-EC0BF020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ellipsis-3">
            <a:extLst xmlns:a="http://schemas.openxmlformats.org/drawingml/2006/main">
              <a:ext uri="{FF2B5EF4-FFF2-40B4-BE49-F238E27FC236}">
                <a16:creationId xmlns:a16="http://schemas.microsoft.com/office/drawing/2014/main" id="{60F5EC63-9924-45B8-B855-A2FE7EC6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2123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2026-08-18T13:13:17.7730000Z</dcterms:created>
  <dcterms:modified xsi:type="dcterms:W3CDTF">2026-08-18T13:13:17.7730000Z</dcterms:modified>
</coreProperties>
</file>