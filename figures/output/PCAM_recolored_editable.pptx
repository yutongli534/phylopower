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ea1026fc81429c" /><Relationship Type="http://schemas.openxmlformats.org/officeDocument/2006/relationships/extended-properties" Target="/docProps/app.xml" Id="R3ba5ab693e6b481e" /><Relationship Type="http://schemas.openxmlformats.org/officeDocument/2006/relationships/officeDocument" Target="/ppt/presentation.xml" Id="R31ab32ecde034b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d0c98498d04c7c"/>
  </p:sldMasterIdLst>
  <p:notesMasterIdLst>
    <p:notesMasterId xmlns:r="http://schemas.openxmlformats.org/officeDocument/2006/relationships" r:id="Refb668b0d5cb4911"/>
  </p:notesMasterIdLst>
  <p:sldIdLst>
    <p:sldId xmlns:r="http://schemas.openxmlformats.org/officeDocument/2006/relationships" id="256" r:id="Ra09552ced69d4e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550fcf83ac49a4" /><Relationship Type="http://schemas.openxmlformats.org/officeDocument/2006/relationships/slideMaster" Target="/ppt/slideMasters/slideMaster1.xml" Id="R2ad0c98498d04c7c" /><Relationship Type="http://schemas.openxmlformats.org/officeDocument/2006/relationships/notesMaster" Target="/ppt/notesMasters/notesMaster1.xml" Id="Refb668b0d5cb4911" /><Relationship Type="http://schemas.openxmlformats.org/officeDocument/2006/relationships/presProps" Target="/ppt/presProps.xml" Id="R4e6f17577ac24493" /><Relationship Type="http://schemas.openxmlformats.org/officeDocument/2006/relationships/tableStyles" Target="/ppt/tableStyles.xml" Id="R8feb7a56c2d44783" /><Relationship Type="http://schemas.openxmlformats.org/officeDocument/2006/relationships/slide" Target="/ppt/slides/slide1.xml" Id="Ra09552ced69d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05dc11f1bd49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45ab9e40d14337" /><Relationship Type="http://schemas.openxmlformats.org/officeDocument/2006/relationships/notesMaster" Target="/ppt/notesMasters/notesMaster1.xml" Id="R28f74aff760348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image: codex-clipboard-27787804-124a-4d08-8c8b-98fd202c07d8.png</a:t>
            </a:r>
          </a:p>
          <a:p xmlns:a="http://schemas.openxmlformats.org/drawingml/2006/main">
            <a:r>
              <a:t>- Diagram redrawn as an original SVG with a muted, color-accessible palette.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78830724643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3d1cfbe2c47ca" /><Relationship Type="http://schemas.openxmlformats.org/officeDocument/2006/relationships/slideLayout" Target="/ppt/slideLayouts/slideLayout1.xml" Id="R08382249ed1a45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382249ed1a45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c22f402134f2b" /><Relationship Type="http://schemas.openxmlformats.org/officeDocument/2006/relationships/image" Target="/ppt/media/image.png" Id="Ra29165b6a52d405c" /><Relationship Type="http://schemas.openxmlformats.org/officeDocument/2006/relationships/image" Target="/ppt/media/image.svg" Id="R1231e212182b4c0c" /><Relationship Type="http://schemas.openxmlformats.org/officeDocument/2006/relationships/notesSlide" Target="/ppt/notesSlides/notesSlide1.xml" Id="Rbd6f439afa0049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65b6a52d405c">
            <a:extLst>
              <a:ext uri="{96DAC541-7B7A-43D3-8B79-37D633B846F1}">
                <asvg:svgBlip xmlns:asvg="http://schemas.microsoft.com/office/drawing/2016/SVG/main" r:embed="R1231e212182b4c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1000" y="857250"/>
            <a:ext cx="11430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73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2026-08-18T10:45:33.8320000Z</dcterms:created>
  <dcterms:modified xsi:type="dcterms:W3CDTF">2026-08-18T10:45:33.8320000Z</dcterms:modified>
</coreProperties>
</file>