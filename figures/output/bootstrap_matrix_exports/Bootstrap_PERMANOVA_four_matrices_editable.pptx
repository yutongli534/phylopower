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bf30d2ef04d68" /><Relationship Type="http://schemas.openxmlformats.org/officeDocument/2006/relationships/extended-properties" Target="/docProps/app.xml" Id="R1258255934e042c2" /><Relationship Type="http://schemas.openxmlformats.org/officeDocument/2006/relationships/officeDocument" Target="/ppt/presentation.xml" Id="Re574c19db38b48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8c06e94af44cbe"/>
  </p:sldMasterIdLst>
  <p:notesMasterIdLst>
    <p:notesMasterId xmlns:r="http://schemas.openxmlformats.org/officeDocument/2006/relationships" r:id="Re9a110bd72f049cc"/>
  </p:notesMasterIdLst>
  <p:sldIdLst>
    <p:sldId xmlns:r="http://schemas.openxmlformats.org/officeDocument/2006/relationships" id="256" r:id="R69974d0dcb524ca8"/>
    <p:sldId xmlns:r="http://schemas.openxmlformats.org/officeDocument/2006/relationships" id="257" r:id="Rbc513c7c78f248f3"/>
    <p:sldId xmlns:r="http://schemas.openxmlformats.org/officeDocument/2006/relationships" id="258" r:id="R5a5b2d11bd3347b0"/>
    <p:sldId xmlns:r="http://schemas.openxmlformats.org/officeDocument/2006/relationships" id="259" r:id="R613a1031ac404716"/>
  </p:sldIdLst>
  <p:sldSz cx="57150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b7e58cc31f4e50" /><Relationship Type="http://schemas.openxmlformats.org/officeDocument/2006/relationships/slideMaster" Target="/ppt/slideMasters/slideMaster1.xml" Id="R6a8c06e94af44cbe" /><Relationship Type="http://schemas.openxmlformats.org/officeDocument/2006/relationships/notesMaster" Target="/ppt/notesMasters/notesMaster1.xml" Id="Re9a110bd72f049cc" /><Relationship Type="http://schemas.openxmlformats.org/officeDocument/2006/relationships/presProps" Target="/ppt/presProps.xml" Id="R9446854e8f4a4cec" /><Relationship Type="http://schemas.openxmlformats.org/officeDocument/2006/relationships/tableStyles" Target="/ppt/tableStyles.xml" Id="R0e82bd9685e547d1" /><Relationship Type="http://schemas.openxmlformats.org/officeDocument/2006/relationships/slide" Target="/ppt/slides/slide1.xml" Id="R69974d0dcb524ca8" /><Relationship Type="http://schemas.openxmlformats.org/officeDocument/2006/relationships/slide" Target="/ppt/slides/slide2.xml" Id="Rbc513c7c78f248f3" /><Relationship Type="http://schemas.openxmlformats.org/officeDocument/2006/relationships/slide" Target="/ppt/slides/slide3.xml" Id="R5a5b2d11bd3347b0" /><Relationship Type="http://schemas.openxmlformats.org/officeDocument/2006/relationships/slide" Target="/ppt/slides/slide4.xml" Id="R613a1031ac4047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b4d80ee604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ba01cff4d4a19" /><Relationship Type="http://schemas.openxmlformats.org/officeDocument/2006/relationships/notesMaster" Target="/ppt/notesMasters/notesMaster1.xml" Id="R3b410e409743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25771dd2474f6f" /><Relationship Type="http://schemas.openxmlformats.org/officeDocument/2006/relationships/notesMaster" Target="/ppt/notesMasters/notesMaster1.xml" Id="R4dbb3595a66440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5bc41be7d44c7" /><Relationship Type="http://schemas.openxmlformats.org/officeDocument/2006/relationships/notesMaster" Target="/ppt/notesMasters/notesMaster1.xml" Id="R3b3abf6d77f8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9cfacb3f249ec" /><Relationship Type="http://schemas.openxmlformats.org/officeDocument/2006/relationships/notesMaster" Target="/ppt/notesMasters/notesMaster1.xml" Id="R06c224b4611143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Derived from the user-approved Bootstrap/PERMANOVA figure.</a:t>
            </a:r>
          </a:p>
          <a:p xmlns:a="http://schemas.openxmlformats.org/drawingml/2006/main">
            <a:r>
              <a:t>- Native editable cells; pure-white diagonal and exact mirror symmetry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Derived from the user-approved Bootstrap/PERMANOVA figure.</a:t>
            </a:r>
          </a:p>
          <a:p xmlns:a="http://schemas.openxmlformats.org/drawingml/2006/main">
            <a:r>
              <a:t>- Native editable cells; pure-white diagonal and exact mirror symmetry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Derived from the user-approved Bootstrap/PERMANOVA figure.</a:t>
            </a:r>
          </a:p>
          <a:p xmlns:a="http://schemas.openxmlformats.org/drawingml/2006/main">
            <a:r>
              <a:t>- Native editable cells; pure-white diagonal and exact mirror symmetry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Derived from the user-approved Bootstrap/PERMANOVA figure.</a:t>
            </a:r>
          </a:p>
          <a:p xmlns:a="http://schemas.openxmlformats.org/drawingml/2006/main">
            <a:r>
              <a:t>- Native editable cells; pure-white diagonal and exact mirror symmetry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dff31f63240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da3e18cfe4a48" /><Relationship Type="http://schemas.openxmlformats.org/officeDocument/2006/relationships/slideLayout" Target="/ppt/slideLayouts/slideLayout1.xml" Id="R7b9eb17de08f4f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9eb17de08f4f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c193c2e014d36" /><Relationship Type="http://schemas.openxmlformats.org/officeDocument/2006/relationships/notesSlide" Target="/ppt/notesSlides/notesSlide1.xml" Id="R6ef3a950b6d844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40f89678441f3" /><Relationship Type="http://schemas.openxmlformats.org/officeDocument/2006/relationships/notesSlide" Target="/ppt/notesSlides/notesSlide2.xml" Id="Ra0488a9283a448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1204f6068420c" /><Relationship Type="http://schemas.openxmlformats.org/officeDocument/2006/relationships/notesSlide" Target="/ppt/notesSlides/notesSlide3.xml" Id="R7dffec7a8e3f42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8738f37bb424c" /><Relationship Type="http://schemas.openxmlformats.org/officeDocument/2006/relationships/notesSlide" Target="/ppt/notesSlides/notesSlide4.xml" Id="Rd8ec568bae254b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source-matrix-12x12-r1-c1">
            <a:extLst xmlns:a="http://schemas.openxmlformats.org/drawingml/2006/main">
              <a:ext uri="{FF2B5EF4-FFF2-40B4-BE49-F238E27FC236}">
                <a16:creationId xmlns:a16="http://schemas.microsoft.com/office/drawing/2014/main" id="{4CF66B6E-59EC-43A3-A466-8CEFFBB8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" name="source-matrix-12x12-r1-c2">
            <a:extLst xmlns:a="http://schemas.openxmlformats.org/drawingml/2006/main">
              <a:ext uri="{FF2B5EF4-FFF2-40B4-BE49-F238E27FC236}">
                <a16:creationId xmlns:a16="http://schemas.microsoft.com/office/drawing/2014/main" id="{25B354CE-58BB-4B6A-8825-04B01257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" name="source-matrix-12x12-r1-c3">
            <a:extLst xmlns:a="http://schemas.openxmlformats.org/drawingml/2006/main">
              <a:ext uri="{FF2B5EF4-FFF2-40B4-BE49-F238E27FC236}">
                <a16:creationId xmlns:a16="http://schemas.microsoft.com/office/drawing/2014/main" id="{1B70B8D6-8C58-4961-B919-3D35358B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" name="source-matrix-12x12-r1-c4">
            <a:extLst xmlns:a="http://schemas.openxmlformats.org/drawingml/2006/main">
              <a:ext uri="{FF2B5EF4-FFF2-40B4-BE49-F238E27FC236}">
                <a16:creationId xmlns:a16="http://schemas.microsoft.com/office/drawing/2014/main" id="{ACC3267D-66F7-4F2E-B175-766125D2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" name="source-matrix-12x12-r1-c5">
            <a:extLst xmlns:a="http://schemas.openxmlformats.org/drawingml/2006/main">
              <a:ext uri="{FF2B5EF4-FFF2-40B4-BE49-F238E27FC236}">
                <a16:creationId xmlns:a16="http://schemas.microsoft.com/office/drawing/2014/main" id="{D5762313-92B4-46FA-8D9C-867F3407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9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" name="source-matrix-12x12-r1-c6">
            <a:extLst xmlns:a="http://schemas.openxmlformats.org/drawingml/2006/main">
              <a:ext uri="{FF2B5EF4-FFF2-40B4-BE49-F238E27FC236}">
                <a16:creationId xmlns:a16="http://schemas.microsoft.com/office/drawing/2014/main" id="{C7015B73-19F7-49CF-8E06-BCC65F0F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" name="source-matrix-12x12-r1-c7">
            <a:extLst xmlns:a="http://schemas.openxmlformats.org/drawingml/2006/main">
              <a:ext uri="{FF2B5EF4-FFF2-40B4-BE49-F238E27FC236}">
                <a16:creationId xmlns:a16="http://schemas.microsoft.com/office/drawing/2014/main" id="{FD19FCBB-CD0D-4229-A9B0-78BA35B1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1B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" name="source-matrix-12x12-r1-c8">
            <a:extLst xmlns:a="http://schemas.openxmlformats.org/drawingml/2006/main">
              <a:ext uri="{FF2B5EF4-FFF2-40B4-BE49-F238E27FC236}">
                <a16:creationId xmlns:a16="http://schemas.microsoft.com/office/drawing/2014/main" id="{E0CD2812-F406-4C96-92CE-64572ABF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B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" name="source-matrix-12x12-r1-c9">
            <a:extLst xmlns:a="http://schemas.openxmlformats.org/drawingml/2006/main">
              <a:ext uri="{FF2B5EF4-FFF2-40B4-BE49-F238E27FC236}">
                <a16:creationId xmlns:a16="http://schemas.microsoft.com/office/drawing/2014/main" id="{712CF648-82BD-41B4-B445-9226A20E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" name="source-matrix-12x12-r1-c10">
            <a:extLst xmlns:a="http://schemas.openxmlformats.org/drawingml/2006/main">
              <a:ext uri="{FF2B5EF4-FFF2-40B4-BE49-F238E27FC236}">
                <a16:creationId xmlns:a16="http://schemas.microsoft.com/office/drawing/2014/main" id="{C66EA4F6-DCE7-4B33-B9A6-8144385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" name="source-matrix-12x12-r1-c11">
            <a:extLst xmlns:a="http://schemas.openxmlformats.org/drawingml/2006/main">
              <a:ext uri="{FF2B5EF4-FFF2-40B4-BE49-F238E27FC236}">
                <a16:creationId xmlns:a16="http://schemas.microsoft.com/office/drawing/2014/main" id="{0BFAC35F-510B-4671-AC6F-D98B62B9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" name="source-matrix-12x12-r1-c12">
            <a:extLst xmlns:a="http://schemas.openxmlformats.org/drawingml/2006/main">
              <a:ext uri="{FF2B5EF4-FFF2-40B4-BE49-F238E27FC236}">
                <a16:creationId xmlns:a16="http://schemas.microsoft.com/office/drawing/2014/main" id="{53698A9B-4B3D-4A62-AE10-8489715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" name="source-matrix-12x12-r2-c1">
            <a:extLst xmlns:a="http://schemas.openxmlformats.org/drawingml/2006/main">
              <a:ext uri="{FF2B5EF4-FFF2-40B4-BE49-F238E27FC236}">
                <a16:creationId xmlns:a16="http://schemas.microsoft.com/office/drawing/2014/main" id="{DDC7B549-A634-4587-B2F3-2CE01B1B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" name="source-matrix-12x12-r2-c2">
            <a:extLst xmlns:a="http://schemas.openxmlformats.org/drawingml/2006/main">
              <a:ext uri="{FF2B5EF4-FFF2-40B4-BE49-F238E27FC236}">
                <a16:creationId xmlns:a16="http://schemas.microsoft.com/office/drawing/2014/main" id="{69504D41-69D4-4206-8A5F-DB22E457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5" name="source-matrix-12x12-r2-c3">
            <a:extLst xmlns:a="http://schemas.openxmlformats.org/drawingml/2006/main">
              <a:ext uri="{FF2B5EF4-FFF2-40B4-BE49-F238E27FC236}">
                <a16:creationId xmlns:a16="http://schemas.microsoft.com/office/drawing/2014/main" id="{FA704952-E250-4D5F-9272-5317E9E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" name="source-matrix-12x12-r2-c4">
            <a:extLst xmlns:a="http://schemas.openxmlformats.org/drawingml/2006/main">
              <a:ext uri="{FF2B5EF4-FFF2-40B4-BE49-F238E27FC236}">
                <a16:creationId xmlns:a16="http://schemas.microsoft.com/office/drawing/2014/main" id="{C56513BF-4454-4CB4-AC10-58546B7E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" name="source-matrix-12x12-r2-c5">
            <a:extLst xmlns:a="http://schemas.openxmlformats.org/drawingml/2006/main">
              <a:ext uri="{FF2B5EF4-FFF2-40B4-BE49-F238E27FC236}">
                <a16:creationId xmlns:a16="http://schemas.microsoft.com/office/drawing/2014/main" id="{69AAA5F9-F139-4EC5-A05C-15E09907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" name="source-matrix-12x12-r2-c6">
            <a:extLst xmlns:a="http://schemas.openxmlformats.org/drawingml/2006/main">
              <a:ext uri="{FF2B5EF4-FFF2-40B4-BE49-F238E27FC236}">
                <a16:creationId xmlns:a16="http://schemas.microsoft.com/office/drawing/2014/main" id="{71483CEB-8FA8-4386-9966-05291966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" name="source-matrix-12x12-r2-c7">
            <a:extLst xmlns:a="http://schemas.openxmlformats.org/drawingml/2006/main">
              <a:ext uri="{FF2B5EF4-FFF2-40B4-BE49-F238E27FC236}">
                <a16:creationId xmlns:a16="http://schemas.microsoft.com/office/drawing/2014/main" id="{BA923A78-CDFC-4CC2-BCFB-764BCD49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0" name="source-matrix-12x12-r2-c8">
            <a:extLst xmlns:a="http://schemas.openxmlformats.org/drawingml/2006/main">
              <a:ext uri="{FF2B5EF4-FFF2-40B4-BE49-F238E27FC236}">
                <a16:creationId xmlns:a16="http://schemas.microsoft.com/office/drawing/2014/main" id="{508AF7E3-9EC6-4A81-9453-D6CAE43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" name="source-matrix-12x12-r2-c9">
            <a:extLst xmlns:a="http://schemas.openxmlformats.org/drawingml/2006/main">
              <a:ext uri="{FF2B5EF4-FFF2-40B4-BE49-F238E27FC236}">
                <a16:creationId xmlns:a16="http://schemas.microsoft.com/office/drawing/2014/main" id="{4B701C5A-89C6-444C-912F-E877B59F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" name="source-matrix-12x12-r2-c10">
            <a:extLst xmlns:a="http://schemas.openxmlformats.org/drawingml/2006/main">
              <a:ext uri="{FF2B5EF4-FFF2-40B4-BE49-F238E27FC236}">
                <a16:creationId xmlns:a16="http://schemas.microsoft.com/office/drawing/2014/main" id="{C381A109-6AE6-4EE5-9C0B-704888A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" name="source-matrix-12x12-r2-c11">
            <a:extLst xmlns:a="http://schemas.openxmlformats.org/drawingml/2006/main">
              <a:ext uri="{FF2B5EF4-FFF2-40B4-BE49-F238E27FC236}">
                <a16:creationId xmlns:a16="http://schemas.microsoft.com/office/drawing/2014/main" id="{61B2C2C6-243E-4F4E-904F-6F1B7D4F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" name="source-matrix-12x12-r2-c12">
            <a:extLst xmlns:a="http://schemas.openxmlformats.org/drawingml/2006/main">
              <a:ext uri="{FF2B5EF4-FFF2-40B4-BE49-F238E27FC236}">
                <a16:creationId xmlns:a16="http://schemas.microsoft.com/office/drawing/2014/main" id="{C37DAD46-FF4E-4CD1-A46A-0C62953C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714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" name="source-matrix-12x12-r3-c1">
            <a:extLst xmlns:a="http://schemas.openxmlformats.org/drawingml/2006/main">
              <a:ext uri="{FF2B5EF4-FFF2-40B4-BE49-F238E27FC236}">
                <a16:creationId xmlns:a16="http://schemas.microsoft.com/office/drawing/2014/main" id="{8D3DB8FA-4975-447E-B598-D548D5D5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" name="source-matrix-12x12-r3-c2">
            <a:extLst xmlns:a="http://schemas.openxmlformats.org/drawingml/2006/main">
              <a:ext uri="{FF2B5EF4-FFF2-40B4-BE49-F238E27FC236}">
                <a16:creationId xmlns:a16="http://schemas.microsoft.com/office/drawing/2014/main" id="{6300D553-6C9E-429D-AED7-838F98D1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" name="source-matrix-12x12-r3-c3">
            <a:extLst xmlns:a="http://schemas.openxmlformats.org/drawingml/2006/main">
              <a:ext uri="{FF2B5EF4-FFF2-40B4-BE49-F238E27FC236}">
                <a16:creationId xmlns:a16="http://schemas.microsoft.com/office/drawing/2014/main" id="{5DECC45D-11BF-4052-91EF-1AC3FCC9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8" name="source-matrix-12x12-r3-c4">
            <a:extLst xmlns:a="http://schemas.openxmlformats.org/drawingml/2006/main">
              <a:ext uri="{FF2B5EF4-FFF2-40B4-BE49-F238E27FC236}">
                <a16:creationId xmlns:a16="http://schemas.microsoft.com/office/drawing/2014/main" id="{7986F3C9-DD42-4936-B691-D7A581FB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9" name="source-matrix-12x12-r3-c5">
            <a:extLst xmlns:a="http://schemas.openxmlformats.org/drawingml/2006/main">
              <a:ext uri="{FF2B5EF4-FFF2-40B4-BE49-F238E27FC236}">
                <a16:creationId xmlns:a16="http://schemas.microsoft.com/office/drawing/2014/main" id="{70CD80DC-E58A-46D6-B2DB-AFD5FDB9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" name="source-matrix-12x12-r3-c6">
            <a:extLst xmlns:a="http://schemas.openxmlformats.org/drawingml/2006/main">
              <a:ext uri="{FF2B5EF4-FFF2-40B4-BE49-F238E27FC236}">
                <a16:creationId xmlns:a16="http://schemas.microsoft.com/office/drawing/2014/main" id="{C251D64A-C16B-4ED5-BEA6-9D41234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" name="source-matrix-12x12-r3-c7">
            <a:extLst xmlns:a="http://schemas.openxmlformats.org/drawingml/2006/main">
              <a:ext uri="{FF2B5EF4-FFF2-40B4-BE49-F238E27FC236}">
                <a16:creationId xmlns:a16="http://schemas.microsoft.com/office/drawing/2014/main" id="{5563CBBC-E3C8-43CA-96D6-0FD8F311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" name="source-matrix-12x12-r3-c8">
            <a:extLst xmlns:a="http://schemas.openxmlformats.org/drawingml/2006/main">
              <a:ext uri="{FF2B5EF4-FFF2-40B4-BE49-F238E27FC236}">
                <a16:creationId xmlns:a16="http://schemas.microsoft.com/office/drawing/2014/main" id="{2B49226C-603F-4953-A54E-D384D4C3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" name="source-matrix-12x12-r3-c9">
            <a:extLst xmlns:a="http://schemas.openxmlformats.org/drawingml/2006/main">
              <a:ext uri="{FF2B5EF4-FFF2-40B4-BE49-F238E27FC236}">
                <a16:creationId xmlns:a16="http://schemas.microsoft.com/office/drawing/2014/main" id="{1F7091A5-AE22-4F29-A538-3B966AB6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" name="source-matrix-12x12-r3-c10">
            <a:extLst xmlns:a="http://schemas.openxmlformats.org/drawingml/2006/main">
              <a:ext uri="{FF2B5EF4-FFF2-40B4-BE49-F238E27FC236}">
                <a16:creationId xmlns:a16="http://schemas.microsoft.com/office/drawing/2014/main" id="{8E20814C-6B79-4ADD-88D7-76D2C5A7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5" name="source-matrix-12x12-r3-c11">
            <a:extLst xmlns:a="http://schemas.openxmlformats.org/drawingml/2006/main">
              <a:ext uri="{FF2B5EF4-FFF2-40B4-BE49-F238E27FC236}">
                <a16:creationId xmlns:a16="http://schemas.microsoft.com/office/drawing/2014/main" id="{0069EF4E-9EC9-40C2-94C3-66BCC361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6" name="source-matrix-12x12-r3-c12">
            <a:extLst xmlns:a="http://schemas.openxmlformats.org/drawingml/2006/main">
              <a:ext uri="{FF2B5EF4-FFF2-40B4-BE49-F238E27FC236}">
                <a16:creationId xmlns:a16="http://schemas.microsoft.com/office/drawing/2014/main" id="{FBD78119-35AE-4BBC-807F-36D35F4E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143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7" name="source-matrix-12x12-r4-c1">
            <a:extLst xmlns:a="http://schemas.openxmlformats.org/drawingml/2006/main">
              <a:ext uri="{FF2B5EF4-FFF2-40B4-BE49-F238E27FC236}">
                <a16:creationId xmlns:a16="http://schemas.microsoft.com/office/drawing/2014/main" id="{260513D5-E7BA-475B-A7DF-B84A27C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8" name="source-matrix-12x12-r4-c2">
            <a:extLst xmlns:a="http://schemas.openxmlformats.org/drawingml/2006/main">
              <a:ext uri="{FF2B5EF4-FFF2-40B4-BE49-F238E27FC236}">
                <a16:creationId xmlns:a16="http://schemas.microsoft.com/office/drawing/2014/main" id="{DE4865B0-9E59-4341-9068-159B5052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9" name="source-matrix-12x12-r4-c3">
            <a:extLst xmlns:a="http://schemas.openxmlformats.org/drawingml/2006/main">
              <a:ext uri="{FF2B5EF4-FFF2-40B4-BE49-F238E27FC236}">
                <a16:creationId xmlns:a16="http://schemas.microsoft.com/office/drawing/2014/main" id="{CBACBD69-FEA1-4CA2-8130-2AC5AD28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0" name="source-matrix-12x12-r4-c4">
            <a:extLst xmlns:a="http://schemas.openxmlformats.org/drawingml/2006/main">
              <a:ext uri="{FF2B5EF4-FFF2-40B4-BE49-F238E27FC236}">
                <a16:creationId xmlns:a16="http://schemas.microsoft.com/office/drawing/2014/main" id="{758ACA3A-F449-496D-A72D-90373945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41" name="source-matrix-12x12-r4-c5">
            <a:extLst xmlns:a="http://schemas.openxmlformats.org/drawingml/2006/main">
              <a:ext uri="{FF2B5EF4-FFF2-40B4-BE49-F238E27FC236}">
                <a16:creationId xmlns:a16="http://schemas.microsoft.com/office/drawing/2014/main" id="{1DAB8900-8828-41F1-8F2E-74B65DAE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2" name="source-matrix-12x12-r4-c6">
            <a:extLst xmlns:a="http://schemas.openxmlformats.org/drawingml/2006/main">
              <a:ext uri="{FF2B5EF4-FFF2-40B4-BE49-F238E27FC236}">
                <a16:creationId xmlns:a16="http://schemas.microsoft.com/office/drawing/2014/main" id="{CD7E33CB-365A-4B53-A499-E949BF5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3" name="source-matrix-12x12-r4-c7">
            <a:extLst xmlns:a="http://schemas.openxmlformats.org/drawingml/2006/main">
              <a:ext uri="{FF2B5EF4-FFF2-40B4-BE49-F238E27FC236}">
                <a16:creationId xmlns:a16="http://schemas.microsoft.com/office/drawing/2014/main" id="{2211EC4C-31F2-4C60-B3D3-A4F91DE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4" name="source-matrix-12x12-r4-c8">
            <a:extLst xmlns:a="http://schemas.openxmlformats.org/drawingml/2006/main">
              <a:ext uri="{FF2B5EF4-FFF2-40B4-BE49-F238E27FC236}">
                <a16:creationId xmlns:a16="http://schemas.microsoft.com/office/drawing/2014/main" id="{9C4DF390-3DBD-48FC-9922-6F1A139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5" name="source-matrix-12x12-r4-c9">
            <a:extLst xmlns:a="http://schemas.openxmlformats.org/drawingml/2006/main">
              <a:ext uri="{FF2B5EF4-FFF2-40B4-BE49-F238E27FC236}">
                <a16:creationId xmlns:a16="http://schemas.microsoft.com/office/drawing/2014/main" id="{96DC57AB-BABB-4DF3-B7C2-7986F1B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6" name="source-matrix-12x12-r4-c10">
            <a:extLst xmlns:a="http://schemas.openxmlformats.org/drawingml/2006/main">
              <a:ext uri="{FF2B5EF4-FFF2-40B4-BE49-F238E27FC236}">
                <a16:creationId xmlns:a16="http://schemas.microsoft.com/office/drawing/2014/main" id="{768D2848-A4D2-4ADA-BDFC-1D5FDB73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7" name="source-matrix-12x12-r4-c11">
            <a:extLst xmlns:a="http://schemas.openxmlformats.org/drawingml/2006/main">
              <a:ext uri="{FF2B5EF4-FFF2-40B4-BE49-F238E27FC236}">
                <a16:creationId xmlns:a16="http://schemas.microsoft.com/office/drawing/2014/main" id="{54ED16EF-52A4-4EF4-AB40-5D354D2D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8" name="source-matrix-12x12-r4-c12">
            <a:extLst xmlns:a="http://schemas.openxmlformats.org/drawingml/2006/main">
              <a:ext uri="{FF2B5EF4-FFF2-40B4-BE49-F238E27FC236}">
                <a16:creationId xmlns:a16="http://schemas.microsoft.com/office/drawing/2014/main" id="{B0B90E8F-0D01-4C00-8D87-9949D2E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9" name="source-matrix-12x12-r5-c1">
            <a:extLst xmlns:a="http://schemas.openxmlformats.org/drawingml/2006/main">
              <a:ext uri="{FF2B5EF4-FFF2-40B4-BE49-F238E27FC236}">
                <a16:creationId xmlns:a16="http://schemas.microsoft.com/office/drawing/2014/main" id="{22EF40B6-8A17-4312-A8CB-D90C158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9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0" name="source-matrix-12x12-r5-c2">
            <a:extLst xmlns:a="http://schemas.openxmlformats.org/drawingml/2006/main">
              <a:ext uri="{FF2B5EF4-FFF2-40B4-BE49-F238E27FC236}">
                <a16:creationId xmlns:a16="http://schemas.microsoft.com/office/drawing/2014/main" id="{781DBF84-B0D3-47BA-A59B-86D9A441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1" name="source-matrix-12x12-r5-c3">
            <a:extLst xmlns:a="http://schemas.openxmlformats.org/drawingml/2006/main">
              <a:ext uri="{FF2B5EF4-FFF2-40B4-BE49-F238E27FC236}">
                <a16:creationId xmlns:a16="http://schemas.microsoft.com/office/drawing/2014/main" id="{B9ED6A10-1A27-4C16-8628-0B6E952D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2" name="source-matrix-12x12-r5-c4">
            <a:extLst xmlns:a="http://schemas.openxmlformats.org/drawingml/2006/main">
              <a:ext uri="{FF2B5EF4-FFF2-40B4-BE49-F238E27FC236}">
                <a16:creationId xmlns:a16="http://schemas.microsoft.com/office/drawing/2014/main" id="{93EAFEA5-CC6B-477F-8F53-06814967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3" name="source-matrix-12x12-r5-c5">
            <a:extLst xmlns:a="http://schemas.openxmlformats.org/drawingml/2006/main">
              <a:ext uri="{FF2B5EF4-FFF2-40B4-BE49-F238E27FC236}">
                <a16:creationId xmlns:a16="http://schemas.microsoft.com/office/drawing/2014/main" id="{7CD67CC0-84FB-4AA9-AA75-9E7257BC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54" name="source-matrix-12x12-r5-c6">
            <a:extLst xmlns:a="http://schemas.openxmlformats.org/drawingml/2006/main">
              <a:ext uri="{FF2B5EF4-FFF2-40B4-BE49-F238E27FC236}">
                <a16:creationId xmlns:a16="http://schemas.microsoft.com/office/drawing/2014/main" id="{9E960874-8F34-4DFB-8453-B84FD7E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5" name="source-matrix-12x12-r5-c7">
            <a:extLst xmlns:a="http://schemas.openxmlformats.org/drawingml/2006/main">
              <a:ext uri="{FF2B5EF4-FFF2-40B4-BE49-F238E27FC236}">
                <a16:creationId xmlns:a16="http://schemas.microsoft.com/office/drawing/2014/main" id="{0BBE8570-F177-4AFD-A94B-A14A6820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6" name="source-matrix-12x12-r5-c8">
            <a:extLst xmlns:a="http://schemas.openxmlformats.org/drawingml/2006/main">
              <a:ext uri="{FF2B5EF4-FFF2-40B4-BE49-F238E27FC236}">
                <a16:creationId xmlns:a16="http://schemas.microsoft.com/office/drawing/2014/main" id="{A0A3553C-1E67-4D90-81BA-5DCEA716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7" name="source-matrix-12x12-r5-c9">
            <a:extLst xmlns:a="http://schemas.openxmlformats.org/drawingml/2006/main">
              <a:ext uri="{FF2B5EF4-FFF2-40B4-BE49-F238E27FC236}">
                <a16:creationId xmlns:a16="http://schemas.microsoft.com/office/drawing/2014/main" id="{9E719E80-12FD-4F1E-8F80-DDA4A75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8" name="source-matrix-12x12-r5-c10">
            <a:extLst xmlns:a="http://schemas.openxmlformats.org/drawingml/2006/main">
              <a:ext uri="{FF2B5EF4-FFF2-40B4-BE49-F238E27FC236}">
                <a16:creationId xmlns:a16="http://schemas.microsoft.com/office/drawing/2014/main" id="{BB9A3EEC-9E71-409A-B0CF-6969E5D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9" name="source-matrix-12x12-r5-c11">
            <a:extLst xmlns:a="http://schemas.openxmlformats.org/drawingml/2006/main">
              <a:ext uri="{FF2B5EF4-FFF2-40B4-BE49-F238E27FC236}">
                <a16:creationId xmlns:a16="http://schemas.microsoft.com/office/drawing/2014/main" id="{CBA80FDD-D85F-4152-9788-FECB439B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0" name="source-matrix-12x12-r5-c12">
            <a:extLst xmlns:a="http://schemas.openxmlformats.org/drawingml/2006/main">
              <a:ext uri="{FF2B5EF4-FFF2-40B4-BE49-F238E27FC236}">
                <a16:creationId xmlns:a16="http://schemas.microsoft.com/office/drawing/2014/main" id="{2B9425AD-BBAC-4BE6-9E61-33A6B04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1" name="source-matrix-12x12-r6-c1">
            <a:extLst xmlns:a="http://schemas.openxmlformats.org/drawingml/2006/main">
              <a:ext uri="{FF2B5EF4-FFF2-40B4-BE49-F238E27FC236}">
                <a16:creationId xmlns:a16="http://schemas.microsoft.com/office/drawing/2014/main" id="{2CF6B097-666A-4782-80D7-8B8FDBF0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2" name="source-matrix-12x12-r6-c2">
            <a:extLst xmlns:a="http://schemas.openxmlformats.org/drawingml/2006/main">
              <a:ext uri="{FF2B5EF4-FFF2-40B4-BE49-F238E27FC236}">
                <a16:creationId xmlns:a16="http://schemas.microsoft.com/office/drawing/2014/main" id="{AC554674-F644-488D-9BAD-3BBC219B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3" name="source-matrix-12x12-r6-c3">
            <a:extLst xmlns:a="http://schemas.openxmlformats.org/drawingml/2006/main">
              <a:ext uri="{FF2B5EF4-FFF2-40B4-BE49-F238E27FC236}">
                <a16:creationId xmlns:a16="http://schemas.microsoft.com/office/drawing/2014/main" id="{53144F91-678C-47AE-985E-E71B3BA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4" name="source-matrix-12x12-r6-c4">
            <a:extLst xmlns:a="http://schemas.openxmlformats.org/drawingml/2006/main">
              <a:ext uri="{FF2B5EF4-FFF2-40B4-BE49-F238E27FC236}">
                <a16:creationId xmlns:a16="http://schemas.microsoft.com/office/drawing/2014/main" id="{15C522B5-7995-4F8D-87DF-03FD136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5" name="source-matrix-12x12-r6-c5">
            <a:extLst xmlns:a="http://schemas.openxmlformats.org/drawingml/2006/main">
              <a:ext uri="{FF2B5EF4-FFF2-40B4-BE49-F238E27FC236}">
                <a16:creationId xmlns:a16="http://schemas.microsoft.com/office/drawing/2014/main" id="{126C2B4D-941B-43CB-A1B9-36403446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6" name="source-matrix-12x12-r6-c6">
            <a:extLst xmlns:a="http://schemas.openxmlformats.org/drawingml/2006/main">
              <a:ext uri="{FF2B5EF4-FFF2-40B4-BE49-F238E27FC236}">
                <a16:creationId xmlns:a16="http://schemas.microsoft.com/office/drawing/2014/main" id="{EB8D0011-0751-4627-A379-2AB3B891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67" name="source-matrix-12x12-r6-c7">
            <a:extLst xmlns:a="http://schemas.openxmlformats.org/drawingml/2006/main">
              <a:ext uri="{FF2B5EF4-FFF2-40B4-BE49-F238E27FC236}">
                <a16:creationId xmlns:a16="http://schemas.microsoft.com/office/drawing/2014/main" id="{9CFD56EB-9017-4432-BA2B-E55631C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8" name="source-matrix-12x12-r6-c8">
            <a:extLst xmlns:a="http://schemas.openxmlformats.org/drawingml/2006/main">
              <a:ext uri="{FF2B5EF4-FFF2-40B4-BE49-F238E27FC236}">
                <a16:creationId xmlns:a16="http://schemas.microsoft.com/office/drawing/2014/main" id="{E3315925-F99E-402D-A942-58CC9B3D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9" name="source-matrix-12x12-r6-c9">
            <a:extLst xmlns:a="http://schemas.openxmlformats.org/drawingml/2006/main">
              <a:ext uri="{FF2B5EF4-FFF2-40B4-BE49-F238E27FC236}">
                <a16:creationId xmlns:a16="http://schemas.microsoft.com/office/drawing/2014/main" id="{D211D72A-3CBC-40DA-8411-D2822C44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0" name="source-matrix-12x12-r6-c10">
            <a:extLst xmlns:a="http://schemas.openxmlformats.org/drawingml/2006/main">
              <a:ext uri="{FF2B5EF4-FFF2-40B4-BE49-F238E27FC236}">
                <a16:creationId xmlns:a16="http://schemas.microsoft.com/office/drawing/2014/main" id="{D7D78A73-CE84-47DD-BF8A-F9BF23C2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1" name="source-matrix-12x12-r6-c11">
            <a:extLst xmlns:a="http://schemas.openxmlformats.org/drawingml/2006/main">
              <a:ext uri="{FF2B5EF4-FFF2-40B4-BE49-F238E27FC236}">
                <a16:creationId xmlns:a16="http://schemas.microsoft.com/office/drawing/2014/main" id="{197055BD-72F0-4750-AB68-4A7D8C81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2" name="source-matrix-12x12-r6-c12">
            <a:extLst xmlns:a="http://schemas.openxmlformats.org/drawingml/2006/main">
              <a:ext uri="{FF2B5EF4-FFF2-40B4-BE49-F238E27FC236}">
                <a16:creationId xmlns:a16="http://schemas.microsoft.com/office/drawing/2014/main" id="{3187ECF1-A509-43F1-AEA8-325B92C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288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3" name="source-matrix-12x12-r7-c1">
            <a:extLst xmlns:a="http://schemas.openxmlformats.org/drawingml/2006/main">
              <a:ext uri="{FF2B5EF4-FFF2-40B4-BE49-F238E27FC236}">
                <a16:creationId xmlns:a16="http://schemas.microsoft.com/office/drawing/2014/main" id="{6C36AA9D-25B0-4622-B049-035EF2D0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1B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4" name="source-matrix-12x12-r7-c2">
            <a:extLst xmlns:a="http://schemas.openxmlformats.org/drawingml/2006/main">
              <a:ext uri="{FF2B5EF4-FFF2-40B4-BE49-F238E27FC236}">
                <a16:creationId xmlns:a16="http://schemas.microsoft.com/office/drawing/2014/main" id="{E71D9D6D-642A-4B0F-A356-B1AF980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5" name="source-matrix-12x12-r7-c3">
            <a:extLst xmlns:a="http://schemas.openxmlformats.org/drawingml/2006/main">
              <a:ext uri="{FF2B5EF4-FFF2-40B4-BE49-F238E27FC236}">
                <a16:creationId xmlns:a16="http://schemas.microsoft.com/office/drawing/2014/main" id="{1B7D6920-FCF0-41D3-96D9-51EE005E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77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6" name="source-matrix-12x12-r7-c4">
            <a:extLst xmlns:a="http://schemas.openxmlformats.org/drawingml/2006/main">
              <a:ext uri="{FF2B5EF4-FFF2-40B4-BE49-F238E27FC236}">
                <a16:creationId xmlns:a16="http://schemas.microsoft.com/office/drawing/2014/main" id="{F4937A6D-16B1-40B0-9913-A43906F7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7" name="source-matrix-12x12-r7-c5">
            <a:extLst xmlns:a="http://schemas.openxmlformats.org/drawingml/2006/main">
              <a:ext uri="{FF2B5EF4-FFF2-40B4-BE49-F238E27FC236}">
                <a16:creationId xmlns:a16="http://schemas.microsoft.com/office/drawing/2014/main" id="{8B241CF0-E151-446D-9689-9F14234A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8" name="source-matrix-12x12-r7-c6">
            <a:extLst xmlns:a="http://schemas.openxmlformats.org/drawingml/2006/main">
              <a:ext uri="{FF2B5EF4-FFF2-40B4-BE49-F238E27FC236}">
                <a16:creationId xmlns:a16="http://schemas.microsoft.com/office/drawing/2014/main" id="{1E4C1DD9-E7B8-456B-B348-B5DFBCA5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9" name="source-matrix-12x12-r7-c7">
            <a:extLst xmlns:a="http://schemas.openxmlformats.org/drawingml/2006/main">
              <a:ext uri="{FF2B5EF4-FFF2-40B4-BE49-F238E27FC236}">
                <a16:creationId xmlns:a16="http://schemas.microsoft.com/office/drawing/2014/main" id="{08FD7AA7-B202-476F-80E2-56CC0D3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80" name="source-matrix-12x12-r7-c8">
            <a:extLst xmlns:a="http://schemas.openxmlformats.org/drawingml/2006/main">
              <a:ext uri="{FF2B5EF4-FFF2-40B4-BE49-F238E27FC236}">
                <a16:creationId xmlns:a16="http://schemas.microsoft.com/office/drawing/2014/main" id="{A3AAABDC-814C-4FD0-BF6D-8F106E77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1" name="source-matrix-12x12-r7-c9">
            <a:extLst xmlns:a="http://schemas.openxmlformats.org/drawingml/2006/main">
              <a:ext uri="{FF2B5EF4-FFF2-40B4-BE49-F238E27FC236}">
                <a16:creationId xmlns:a16="http://schemas.microsoft.com/office/drawing/2014/main" id="{90BDCF48-4F23-459D-A3A2-2A5BC019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2" name="source-matrix-12x12-r7-c10">
            <a:extLst xmlns:a="http://schemas.openxmlformats.org/drawingml/2006/main">
              <a:ext uri="{FF2B5EF4-FFF2-40B4-BE49-F238E27FC236}">
                <a16:creationId xmlns:a16="http://schemas.microsoft.com/office/drawing/2014/main" id="{FD849A7A-4000-4619-8CD3-68AAA9B3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3" name="source-matrix-12x12-r7-c11">
            <a:extLst xmlns:a="http://schemas.openxmlformats.org/drawingml/2006/main">
              <a:ext uri="{FF2B5EF4-FFF2-40B4-BE49-F238E27FC236}">
                <a16:creationId xmlns:a16="http://schemas.microsoft.com/office/drawing/2014/main" id="{646E3200-5100-4509-A0B6-25C7A044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4" name="source-matrix-12x12-r7-c12">
            <a:extLst xmlns:a="http://schemas.openxmlformats.org/drawingml/2006/main">
              <a:ext uri="{FF2B5EF4-FFF2-40B4-BE49-F238E27FC236}">
                <a16:creationId xmlns:a16="http://schemas.microsoft.com/office/drawing/2014/main" id="{2445CB5F-DD6C-4F93-92D0-56E2182A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5" name="source-matrix-12x12-r8-c1">
            <a:extLst xmlns:a="http://schemas.openxmlformats.org/drawingml/2006/main">
              <a:ext uri="{FF2B5EF4-FFF2-40B4-BE49-F238E27FC236}">
                <a16:creationId xmlns:a16="http://schemas.microsoft.com/office/drawing/2014/main" id="{C3701E3F-97CC-4C7F-A027-AF5E1F8F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AB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6" name="source-matrix-12x12-r8-c2">
            <a:extLst xmlns:a="http://schemas.openxmlformats.org/drawingml/2006/main">
              <a:ext uri="{FF2B5EF4-FFF2-40B4-BE49-F238E27FC236}">
                <a16:creationId xmlns:a16="http://schemas.microsoft.com/office/drawing/2014/main" id="{A7EB729B-7383-49E4-964E-ACC31576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7" name="source-matrix-12x12-r8-c3">
            <a:extLst xmlns:a="http://schemas.openxmlformats.org/drawingml/2006/main">
              <a:ext uri="{FF2B5EF4-FFF2-40B4-BE49-F238E27FC236}">
                <a16:creationId xmlns:a16="http://schemas.microsoft.com/office/drawing/2014/main" id="{06D45159-955E-4D64-82DC-0658798B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8" name="source-matrix-12x12-r8-c4">
            <a:extLst xmlns:a="http://schemas.openxmlformats.org/drawingml/2006/main">
              <a:ext uri="{FF2B5EF4-FFF2-40B4-BE49-F238E27FC236}">
                <a16:creationId xmlns:a16="http://schemas.microsoft.com/office/drawing/2014/main" id="{3D6D3D8F-5DB5-434F-B2BD-00E54A0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9" name="source-matrix-12x12-r8-c5">
            <a:extLst xmlns:a="http://schemas.openxmlformats.org/drawingml/2006/main">
              <a:ext uri="{FF2B5EF4-FFF2-40B4-BE49-F238E27FC236}">
                <a16:creationId xmlns:a16="http://schemas.microsoft.com/office/drawing/2014/main" id="{E8CE8842-85DB-4211-ADFA-E85075C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0" name="source-matrix-12x12-r8-c6">
            <a:extLst xmlns:a="http://schemas.openxmlformats.org/drawingml/2006/main">
              <a:ext uri="{FF2B5EF4-FFF2-40B4-BE49-F238E27FC236}">
                <a16:creationId xmlns:a16="http://schemas.microsoft.com/office/drawing/2014/main" id="{B67A19C5-91D0-4614-B035-AFB4C5E7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1" name="source-matrix-12x12-r8-c7">
            <a:extLst xmlns:a="http://schemas.openxmlformats.org/drawingml/2006/main">
              <a:ext uri="{FF2B5EF4-FFF2-40B4-BE49-F238E27FC236}">
                <a16:creationId xmlns:a16="http://schemas.microsoft.com/office/drawing/2014/main" id="{C794FBAE-624F-4F45-BE10-B919D71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2" name="source-matrix-12x12-r8-c8">
            <a:extLst xmlns:a="http://schemas.openxmlformats.org/drawingml/2006/main">
              <a:ext uri="{FF2B5EF4-FFF2-40B4-BE49-F238E27FC236}">
                <a16:creationId xmlns:a16="http://schemas.microsoft.com/office/drawing/2014/main" id="{C6098D69-8F8E-4E34-A385-060F4D56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93" name="source-matrix-12x12-r8-c9">
            <a:extLst xmlns:a="http://schemas.openxmlformats.org/drawingml/2006/main">
              <a:ext uri="{FF2B5EF4-FFF2-40B4-BE49-F238E27FC236}">
                <a16:creationId xmlns:a16="http://schemas.microsoft.com/office/drawing/2014/main" id="{E558BA82-22BE-4690-855B-A4BF252D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4" name="source-matrix-12x12-r8-c10">
            <a:extLst xmlns:a="http://schemas.openxmlformats.org/drawingml/2006/main">
              <a:ext uri="{FF2B5EF4-FFF2-40B4-BE49-F238E27FC236}">
                <a16:creationId xmlns:a16="http://schemas.microsoft.com/office/drawing/2014/main" id="{6F8CD70C-3285-4FA5-A9AC-1743EB51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5" name="source-matrix-12x12-r8-c11">
            <a:extLst xmlns:a="http://schemas.openxmlformats.org/drawingml/2006/main">
              <a:ext uri="{FF2B5EF4-FFF2-40B4-BE49-F238E27FC236}">
                <a16:creationId xmlns:a16="http://schemas.microsoft.com/office/drawing/2014/main" id="{ADAC4C8B-73FA-44C5-BC81-C5F82463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6" name="source-matrix-12x12-r8-c12">
            <a:extLst xmlns:a="http://schemas.openxmlformats.org/drawingml/2006/main">
              <a:ext uri="{FF2B5EF4-FFF2-40B4-BE49-F238E27FC236}">
                <a16:creationId xmlns:a16="http://schemas.microsoft.com/office/drawing/2014/main" id="{28D72045-E1FE-4324-A90C-99C3E716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861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7" name="source-matrix-12x12-r9-c1">
            <a:extLst xmlns:a="http://schemas.openxmlformats.org/drawingml/2006/main">
              <a:ext uri="{FF2B5EF4-FFF2-40B4-BE49-F238E27FC236}">
                <a16:creationId xmlns:a16="http://schemas.microsoft.com/office/drawing/2014/main" id="{65A0F16D-4866-4B03-A18B-062AAE68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8" name="source-matrix-12x12-r9-c2">
            <a:extLst xmlns:a="http://schemas.openxmlformats.org/drawingml/2006/main">
              <a:ext uri="{FF2B5EF4-FFF2-40B4-BE49-F238E27FC236}">
                <a16:creationId xmlns:a16="http://schemas.microsoft.com/office/drawing/2014/main" id="{F58C5BBE-C3AE-429A-B58E-E5018C39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9" name="source-matrix-12x12-r9-c3">
            <a:extLst xmlns:a="http://schemas.openxmlformats.org/drawingml/2006/main">
              <a:ext uri="{FF2B5EF4-FFF2-40B4-BE49-F238E27FC236}">
                <a16:creationId xmlns:a16="http://schemas.microsoft.com/office/drawing/2014/main" id="{C683CDF1-72F2-44E5-947D-AE310E9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0" name="source-matrix-12x12-r9-c4">
            <a:extLst xmlns:a="http://schemas.openxmlformats.org/drawingml/2006/main">
              <a:ext uri="{FF2B5EF4-FFF2-40B4-BE49-F238E27FC236}">
                <a16:creationId xmlns:a16="http://schemas.microsoft.com/office/drawing/2014/main" id="{57518830-D054-4E84-BD21-B16099F2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1" name="source-matrix-12x12-r9-c5">
            <a:extLst xmlns:a="http://schemas.openxmlformats.org/drawingml/2006/main">
              <a:ext uri="{FF2B5EF4-FFF2-40B4-BE49-F238E27FC236}">
                <a16:creationId xmlns:a16="http://schemas.microsoft.com/office/drawing/2014/main" id="{E8BC91F3-39AB-4ED6-9903-1CDBF8DF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2" name="source-matrix-12x12-r9-c6">
            <a:extLst xmlns:a="http://schemas.openxmlformats.org/drawingml/2006/main">
              <a:ext uri="{FF2B5EF4-FFF2-40B4-BE49-F238E27FC236}">
                <a16:creationId xmlns:a16="http://schemas.microsoft.com/office/drawing/2014/main" id="{A33708D8-E2DC-490B-B1F0-56B213FB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3" name="source-matrix-12x12-r9-c7">
            <a:extLst xmlns:a="http://schemas.openxmlformats.org/drawingml/2006/main">
              <a:ext uri="{FF2B5EF4-FFF2-40B4-BE49-F238E27FC236}">
                <a16:creationId xmlns:a16="http://schemas.microsoft.com/office/drawing/2014/main" id="{92D636E9-43C1-47FE-83F1-19126307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4" name="source-matrix-12x12-r9-c8">
            <a:extLst xmlns:a="http://schemas.openxmlformats.org/drawingml/2006/main">
              <a:ext uri="{FF2B5EF4-FFF2-40B4-BE49-F238E27FC236}">
                <a16:creationId xmlns:a16="http://schemas.microsoft.com/office/drawing/2014/main" id="{37EEDD82-83DB-4F48-86BF-241B7C16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5" name="source-matrix-12x12-r9-c9">
            <a:extLst xmlns:a="http://schemas.openxmlformats.org/drawingml/2006/main">
              <a:ext uri="{FF2B5EF4-FFF2-40B4-BE49-F238E27FC236}">
                <a16:creationId xmlns:a16="http://schemas.microsoft.com/office/drawing/2014/main" id="{72328525-6936-4680-90FF-B83EEC2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06" name="source-matrix-12x12-r9-c10">
            <a:extLst xmlns:a="http://schemas.openxmlformats.org/drawingml/2006/main">
              <a:ext uri="{FF2B5EF4-FFF2-40B4-BE49-F238E27FC236}">
                <a16:creationId xmlns:a16="http://schemas.microsoft.com/office/drawing/2014/main" id="{55A76DA2-B2D7-4D30-ADB7-11D7D45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7" name="source-matrix-12x12-r9-c11">
            <a:extLst xmlns:a="http://schemas.openxmlformats.org/drawingml/2006/main">
              <a:ext uri="{FF2B5EF4-FFF2-40B4-BE49-F238E27FC236}">
                <a16:creationId xmlns:a16="http://schemas.microsoft.com/office/drawing/2014/main" id="{0B059CDD-254F-4422-A21F-711063C9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8" name="source-matrix-12x12-r9-c12">
            <a:extLst xmlns:a="http://schemas.openxmlformats.org/drawingml/2006/main">
              <a:ext uri="{FF2B5EF4-FFF2-40B4-BE49-F238E27FC236}">
                <a16:creationId xmlns:a16="http://schemas.microsoft.com/office/drawing/2014/main" id="{BB1381F7-B0DF-4558-A854-7676026C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9" name="source-matrix-12x12-r10-c1">
            <a:extLst xmlns:a="http://schemas.openxmlformats.org/drawingml/2006/main">
              <a:ext uri="{FF2B5EF4-FFF2-40B4-BE49-F238E27FC236}">
                <a16:creationId xmlns:a16="http://schemas.microsoft.com/office/drawing/2014/main" id="{64CAB4D5-27D2-498F-9AA5-08BF9484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0" name="source-matrix-12x12-r10-c2">
            <a:extLst xmlns:a="http://schemas.openxmlformats.org/drawingml/2006/main">
              <a:ext uri="{FF2B5EF4-FFF2-40B4-BE49-F238E27FC236}">
                <a16:creationId xmlns:a16="http://schemas.microsoft.com/office/drawing/2014/main" id="{50575198-F58C-465F-ABB1-D4CC406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1" name="source-matrix-12x12-r10-c3">
            <a:extLst xmlns:a="http://schemas.openxmlformats.org/drawingml/2006/main">
              <a:ext uri="{FF2B5EF4-FFF2-40B4-BE49-F238E27FC236}">
                <a16:creationId xmlns:a16="http://schemas.microsoft.com/office/drawing/2014/main" id="{A8800AE8-756B-4D27-8287-FAC1D719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2" name="source-matrix-12x12-r10-c4">
            <a:extLst xmlns:a="http://schemas.openxmlformats.org/drawingml/2006/main">
              <a:ext uri="{FF2B5EF4-FFF2-40B4-BE49-F238E27FC236}">
                <a16:creationId xmlns:a16="http://schemas.microsoft.com/office/drawing/2014/main" id="{B835D523-FA7B-43D7-8027-A2E696F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3" name="source-matrix-12x12-r10-c5">
            <a:extLst xmlns:a="http://schemas.openxmlformats.org/drawingml/2006/main">
              <a:ext uri="{FF2B5EF4-FFF2-40B4-BE49-F238E27FC236}">
                <a16:creationId xmlns:a16="http://schemas.microsoft.com/office/drawing/2014/main" id="{23D56008-B8D9-4F57-9300-E0A3B225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4" name="source-matrix-12x12-r10-c6">
            <a:extLst xmlns:a="http://schemas.openxmlformats.org/drawingml/2006/main">
              <a:ext uri="{FF2B5EF4-FFF2-40B4-BE49-F238E27FC236}">
                <a16:creationId xmlns:a16="http://schemas.microsoft.com/office/drawing/2014/main" id="{E3459B78-38BF-4B38-A77F-FABF8559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5" name="source-matrix-12x12-r10-c7">
            <a:extLst xmlns:a="http://schemas.openxmlformats.org/drawingml/2006/main">
              <a:ext uri="{FF2B5EF4-FFF2-40B4-BE49-F238E27FC236}">
                <a16:creationId xmlns:a16="http://schemas.microsoft.com/office/drawing/2014/main" id="{FF184548-715E-47D2-83FC-C58A2FCC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6" name="source-matrix-12x12-r10-c8">
            <a:extLst xmlns:a="http://schemas.openxmlformats.org/drawingml/2006/main">
              <a:ext uri="{FF2B5EF4-FFF2-40B4-BE49-F238E27FC236}">
                <a16:creationId xmlns:a16="http://schemas.microsoft.com/office/drawing/2014/main" id="{A561F5E6-B623-4A06-8EBE-810BCC19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7" name="source-matrix-12x12-r10-c9">
            <a:extLst xmlns:a="http://schemas.openxmlformats.org/drawingml/2006/main">
              <a:ext uri="{FF2B5EF4-FFF2-40B4-BE49-F238E27FC236}">
                <a16:creationId xmlns:a16="http://schemas.microsoft.com/office/drawing/2014/main" id="{B157DF75-D87C-4F74-B503-C583A65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18" name="source-matrix-12x12-r10-c10">
            <a:extLst xmlns:a="http://schemas.openxmlformats.org/drawingml/2006/main">
              <a:ext uri="{FF2B5EF4-FFF2-40B4-BE49-F238E27FC236}">
                <a16:creationId xmlns:a16="http://schemas.microsoft.com/office/drawing/2014/main" id="{47AF5EA7-BD35-4BC1-98BE-0FC45FB9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19" name="source-matrix-12x12-r10-c11">
            <a:extLst xmlns:a="http://schemas.openxmlformats.org/drawingml/2006/main">
              <a:ext uri="{FF2B5EF4-FFF2-40B4-BE49-F238E27FC236}">
                <a16:creationId xmlns:a16="http://schemas.microsoft.com/office/drawing/2014/main" id="{2755FCD9-D09E-4E1E-8CBE-DA7DFBF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0" name="source-matrix-12x12-r10-c12">
            <a:extLst xmlns:a="http://schemas.openxmlformats.org/drawingml/2006/main">
              <a:ext uri="{FF2B5EF4-FFF2-40B4-BE49-F238E27FC236}">
                <a16:creationId xmlns:a16="http://schemas.microsoft.com/office/drawing/2014/main" id="{0414FCBF-4DA9-4D84-8599-93BF6E64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4337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1" name="source-matrix-12x12-r11-c1">
            <a:extLst xmlns:a="http://schemas.openxmlformats.org/drawingml/2006/main">
              <a:ext uri="{FF2B5EF4-FFF2-40B4-BE49-F238E27FC236}">
                <a16:creationId xmlns:a16="http://schemas.microsoft.com/office/drawing/2014/main" id="{378E71BE-7A8D-41C2-ABDD-2A018B34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2" name="source-matrix-12x12-r11-c2">
            <a:extLst xmlns:a="http://schemas.openxmlformats.org/drawingml/2006/main">
              <a:ext uri="{FF2B5EF4-FFF2-40B4-BE49-F238E27FC236}">
                <a16:creationId xmlns:a16="http://schemas.microsoft.com/office/drawing/2014/main" id="{E1DA120B-289F-4CD8-A91A-5241E1D7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3" name="source-matrix-12x12-r11-c3">
            <a:extLst xmlns:a="http://schemas.openxmlformats.org/drawingml/2006/main">
              <a:ext uri="{FF2B5EF4-FFF2-40B4-BE49-F238E27FC236}">
                <a16:creationId xmlns:a16="http://schemas.microsoft.com/office/drawing/2014/main" id="{8967D45A-389F-4ADB-8550-45A77D9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4" name="source-matrix-12x12-r11-c4">
            <a:extLst xmlns:a="http://schemas.openxmlformats.org/drawingml/2006/main">
              <a:ext uri="{FF2B5EF4-FFF2-40B4-BE49-F238E27FC236}">
                <a16:creationId xmlns:a16="http://schemas.microsoft.com/office/drawing/2014/main" id="{33BD7A74-FA87-4B24-BD64-4A454BD5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5" name="source-matrix-12x12-r11-c5">
            <a:extLst xmlns:a="http://schemas.openxmlformats.org/drawingml/2006/main">
              <a:ext uri="{FF2B5EF4-FFF2-40B4-BE49-F238E27FC236}">
                <a16:creationId xmlns:a16="http://schemas.microsoft.com/office/drawing/2014/main" id="{002BC21B-E3E9-4252-8C4C-5A533402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6" name="source-matrix-12x12-r11-c6">
            <a:extLst xmlns:a="http://schemas.openxmlformats.org/drawingml/2006/main">
              <a:ext uri="{FF2B5EF4-FFF2-40B4-BE49-F238E27FC236}">
                <a16:creationId xmlns:a16="http://schemas.microsoft.com/office/drawing/2014/main" id="{CDF6C278-A58F-44AC-A724-746D0F0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7" name="source-matrix-12x12-r11-c7">
            <a:extLst xmlns:a="http://schemas.openxmlformats.org/drawingml/2006/main">
              <a:ext uri="{FF2B5EF4-FFF2-40B4-BE49-F238E27FC236}">
                <a16:creationId xmlns:a16="http://schemas.microsoft.com/office/drawing/2014/main" id="{594DC045-FE35-4D0F-9AA7-0A87E8AB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8" name="source-matrix-12x12-r11-c8">
            <a:extLst xmlns:a="http://schemas.openxmlformats.org/drawingml/2006/main">
              <a:ext uri="{FF2B5EF4-FFF2-40B4-BE49-F238E27FC236}">
                <a16:creationId xmlns:a16="http://schemas.microsoft.com/office/drawing/2014/main" id="{7FA63911-6C91-4A0E-B216-D419E25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9" name="source-matrix-12x12-r11-c9">
            <a:extLst xmlns:a="http://schemas.openxmlformats.org/drawingml/2006/main">
              <a:ext uri="{FF2B5EF4-FFF2-40B4-BE49-F238E27FC236}">
                <a16:creationId xmlns:a16="http://schemas.microsoft.com/office/drawing/2014/main" id="{B8E2DD23-800D-4CB7-8055-382E5285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0" name="source-matrix-12x12-r11-c10">
            <a:extLst xmlns:a="http://schemas.openxmlformats.org/drawingml/2006/main">
              <a:ext uri="{FF2B5EF4-FFF2-40B4-BE49-F238E27FC236}">
                <a16:creationId xmlns:a16="http://schemas.microsoft.com/office/drawing/2014/main" id="{4E537A4E-859E-418E-A32F-18F7B02B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1" name="source-matrix-12x12-r11-c11">
            <a:extLst xmlns:a="http://schemas.openxmlformats.org/drawingml/2006/main">
              <a:ext uri="{FF2B5EF4-FFF2-40B4-BE49-F238E27FC236}">
                <a16:creationId xmlns:a16="http://schemas.microsoft.com/office/drawing/2014/main" id="{688086D8-8BD3-488F-AEE1-B482D78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32" name="source-matrix-12x12-r11-c12">
            <a:extLst xmlns:a="http://schemas.openxmlformats.org/drawingml/2006/main">
              <a:ext uri="{FF2B5EF4-FFF2-40B4-BE49-F238E27FC236}">
                <a16:creationId xmlns:a16="http://schemas.microsoft.com/office/drawing/2014/main" id="{EA7BCDDF-6134-4956-AA64-CA9CDC7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72000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3" name="source-matrix-12x12-r12-c1">
            <a:extLst xmlns:a="http://schemas.openxmlformats.org/drawingml/2006/main">
              <a:ext uri="{FF2B5EF4-FFF2-40B4-BE49-F238E27FC236}">
                <a16:creationId xmlns:a16="http://schemas.microsoft.com/office/drawing/2014/main" id="{B582E56C-194E-4A55-A95F-DAE54A70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4" name="source-matrix-12x12-r12-c2">
            <a:extLst xmlns:a="http://schemas.openxmlformats.org/drawingml/2006/main">
              <a:ext uri="{FF2B5EF4-FFF2-40B4-BE49-F238E27FC236}">
                <a16:creationId xmlns:a16="http://schemas.microsoft.com/office/drawing/2014/main" id="{DE2FD31D-3211-4F4A-BF2E-8C633F1D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5" name="source-matrix-12x12-r12-c3">
            <a:extLst xmlns:a="http://schemas.openxmlformats.org/drawingml/2006/main">
              <a:ext uri="{FF2B5EF4-FFF2-40B4-BE49-F238E27FC236}">
                <a16:creationId xmlns:a16="http://schemas.microsoft.com/office/drawing/2014/main" id="{51BF7B79-213C-4CFB-9916-A394395C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6" name="source-matrix-12x12-r12-c4">
            <a:extLst xmlns:a="http://schemas.openxmlformats.org/drawingml/2006/main">
              <a:ext uri="{FF2B5EF4-FFF2-40B4-BE49-F238E27FC236}">
                <a16:creationId xmlns:a16="http://schemas.microsoft.com/office/drawing/2014/main" id="{7EED5BA2-46F9-4C62-97C3-DD03129F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7" name="source-matrix-12x12-r12-c5">
            <a:extLst xmlns:a="http://schemas.openxmlformats.org/drawingml/2006/main">
              <a:ext uri="{FF2B5EF4-FFF2-40B4-BE49-F238E27FC236}">
                <a16:creationId xmlns:a16="http://schemas.microsoft.com/office/drawing/2014/main" id="{E89A22EE-4A84-4FA2-919F-7A9AE513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8" name="source-matrix-12x12-r12-c6">
            <a:extLst xmlns:a="http://schemas.openxmlformats.org/drawingml/2006/main">
              <a:ext uri="{FF2B5EF4-FFF2-40B4-BE49-F238E27FC236}">
                <a16:creationId xmlns:a16="http://schemas.microsoft.com/office/drawing/2014/main" id="{9A28CDE3-BA2A-45B1-AAB2-0C989835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9" name="source-matrix-12x12-r12-c7">
            <a:extLst xmlns:a="http://schemas.openxmlformats.org/drawingml/2006/main">
              <a:ext uri="{FF2B5EF4-FFF2-40B4-BE49-F238E27FC236}">
                <a16:creationId xmlns:a16="http://schemas.microsoft.com/office/drawing/2014/main" id="{92001947-68F0-4772-BE93-F8DE69F1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0" name="source-matrix-12x12-r12-c8">
            <a:extLst xmlns:a="http://schemas.openxmlformats.org/drawingml/2006/main">
              <a:ext uri="{FF2B5EF4-FFF2-40B4-BE49-F238E27FC236}">
                <a16:creationId xmlns:a16="http://schemas.microsoft.com/office/drawing/2014/main" id="{91F08D64-80B4-4F3A-8152-C5AB1905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1" name="source-matrix-12x12-r12-c9">
            <a:extLst xmlns:a="http://schemas.openxmlformats.org/drawingml/2006/main">
              <a:ext uri="{FF2B5EF4-FFF2-40B4-BE49-F238E27FC236}">
                <a16:creationId xmlns:a16="http://schemas.microsoft.com/office/drawing/2014/main" id="{96C37382-F209-4F33-8914-221EBAC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2" name="source-matrix-12x12-r12-c10">
            <a:extLst xmlns:a="http://schemas.openxmlformats.org/drawingml/2006/main">
              <a:ext uri="{FF2B5EF4-FFF2-40B4-BE49-F238E27FC236}">
                <a16:creationId xmlns:a16="http://schemas.microsoft.com/office/drawing/2014/main" id="{E4B68B3D-2460-438A-9BFD-395611A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3" name="source-matrix-12x12-r12-c11">
            <a:extLst xmlns:a="http://schemas.openxmlformats.org/drawingml/2006/main">
              <a:ext uri="{FF2B5EF4-FFF2-40B4-BE49-F238E27FC236}">
                <a16:creationId xmlns:a16="http://schemas.microsoft.com/office/drawing/2014/main" id="{0D30BC9B-9896-4B53-8CE6-CA8609FC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4" name="source-matrix-12x12-r12-c12">
            <a:extLst xmlns:a="http://schemas.openxmlformats.org/drawingml/2006/main">
              <a:ext uri="{FF2B5EF4-FFF2-40B4-BE49-F238E27FC236}">
                <a16:creationId xmlns:a16="http://schemas.microsoft.com/office/drawing/2014/main" id="{58EA23C2-AAD5-4920-B11F-4EC2A37F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00625"/>
            <a:ext cx="429101" cy="429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9471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bootstrap-top-8x8-r1-c1">
            <a:extLst xmlns:a="http://schemas.openxmlformats.org/drawingml/2006/main">
              <a:ext uri="{FF2B5EF4-FFF2-40B4-BE49-F238E27FC236}">
                <a16:creationId xmlns:a16="http://schemas.microsoft.com/office/drawing/2014/main" id="{BDD939C1-19C5-4419-BA76-072CB823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" name="bootstrap-top-8x8-r1-c2">
            <a:extLst xmlns:a="http://schemas.openxmlformats.org/drawingml/2006/main">
              <a:ext uri="{FF2B5EF4-FFF2-40B4-BE49-F238E27FC236}">
                <a16:creationId xmlns:a16="http://schemas.microsoft.com/office/drawing/2014/main" id="{D6FFF8F2-CE24-4C15-84B9-9EB1B983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" name="bootstrap-top-8x8-r1-c3">
            <a:extLst xmlns:a="http://schemas.openxmlformats.org/drawingml/2006/main">
              <a:ext uri="{FF2B5EF4-FFF2-40B4-BE49-F238E27FC236}">
                <a16:creationId xmlns:a16="http://schemas.microsoft.com/office/drawing/2014/main" id="{E5F64BF0-6B36-4707-8C86-22B8E492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" name="bootstrap-top-8x8-r1-c4">
            <a:extLst xmlns:a="http://schemas.openxmlformats.org/drawingml/2006/main">
              <a:ext uri="{FF2B5EF4-FFF2-40B4-BE49-F238E27FC236}">
                <a16:creationId xmlns:a16="http://schemas.microsoft.com/office/drawing/2014/main" id="{19220C78-F8FF-467E-A02B-1F48A814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" name="bootstrap-top-8x8-r1-c5">
            <a:extLst xmlns:a="http://schemas.openxmlformats.org/drawingml/2006/main">
              <a:ext uri="{FF2B5EF4-FFF2-40B4-BE49-F238E27FC236}">
                <a16:creationId xmlns:a16="http://schemas.microsoft.com/office/drawing/2014/main" id="{B20F99ED-5728-4736-A105-488F255D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" name="bootstrap-top-8x8-r1-c6">
            <a:extLst xmlns:a="http://schemas.openxmlformats.org/drawingml/2006/main">
              <a:ext uri="{FF2B5EF4-FFF2-40B4-BE49-F238E27FC236}">
                <a16:creationId xmlns:a16="http://schemas.microsoft.com/office/drawing/2014/main" id="{86A4AFB5-2C5B-407E-9D8D-2A073420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" name="bootstrap-top-8x8-r1-c7">
            <a:extLst xmlns:a="http://schemas.openxmlformats.org/drawingml/2006/main">
              <a:ext uri="{FF2B5EF4-FFF2-40B4-BE49-F238E27FC236}">
                <a16:creationId xmlns:a16="http://schemas.microsoft.com/office/drawing/2014/main" id="{AE9C388E-DE3E-482F-9551-23A1ED6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" name="bootstrap-top-8x8-r1-c8">
            <a:extLst xmlns:a="http://schemas.openxmlformats.org/drawingml/2006/main">
              <a:ext uri="{FF2B5EF4-FFF2-40B4-BE49-F238E27FC236}">
                <a16:creationId xmlns:a16="http://schemas.microsoft.com/office/drawing/2014/main" id="{A95A3AC7-9D55-4EC3-9CBA-649F7154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" name="bootstrap-top-8x8-r2-c1">
            <a:extLst xmlns:a="http://schemas.openxmlformats.org/drawingml/2006/main">
              <a:ext uri="{FF2B5EF4-FFF2-40B4-BE49-F238E27FC236}">
                <a16:creationId xmlns:a16="http://schemas.microsoft.com/office/drawing/2014/main" id="{49B10C7B-C8E5-43A6-8957-A1C171D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" name="bootstrap-top-8x8-r2-c2">
            <a:extLst xmlns:a="http://schemas.openxmlformats.org/drawingml/2006/main">
              <a:ext uri="{FF2B5EF4-FFF2-40B4-BE49-F238E27FC236}">
                <a16:creationId xmlns:a16="http://schemas.microsoft.com/office/drawing/2014/main" id="{D56C13C6-4613-4773-908C-0B32497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1" name="bootstrap-top-8x8-r2-c3">
            <a:extLst xmlns:a="http://schemas.openxmlformats.org/drawingml/2006/main">
              <a:ext uri="{FF2B5EF4-FFF2-40B4-BE49-F238E27FC236}">
                <a16:creationId xmlns:a16="http://schemas.microsoft.com/office/drawing/2014/main" id="{4BD8DEB6-922B-4502-9F88-8051802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" name="bootstrap-top-8x8-r2-c4">
            <a:extLst xmlns:a="http://schemas.openxmlformats.org/drawingml/2006/main">
              <a:ext uri="{FF2B5EF4-FFF2-40B4-BE49-F238E27FC236}">
                <a16:creationId xmlns:a16="http://schemas.microsoft.com/office/drawing/2014/main" id="{BDD8FBAE-8302-4236-835D-6E1AE64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" name="bootstrap-top-8x8-r2-c5">
            <a:extLst xmlns:a="http://schemas.openxmlformats.org/drawingml/2006/main">
              <a:ext uri="{FF2B5EF4-FFF2-40B4-BE49-F238E27FC236}">
                <a16:creationId xmlns:a16="http://schemas.microsoft.com/office/drawing/2014/main" id="{93B83124-2C34-4B36-8B18-DB4CDA30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" name="bootstrap-top-8x8-r2-c6">
            <a:extLst xmlns:a="http://schemas.openxmlformats.org/drawingml/2006/main">
              <a:ext uri="{FF2B5EF4-FFF2-40B4-BE49-F238E27FC236}">
                <a16:creationId xmlns:a16="http://schemas.microsoft.com/office/drawing/2014/main" id="{43022105-2B43-4535-9D38-8437FBFA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" name="bootstrap-top-8x8-r2-c7">
            <a:extLst xmlns:a="http://schemas.openxmlformats.org/drawingml/2006/main">
              <a:ext uri="{FF2B5EF4-FFF2-40B4-BE49-F238E27FC236}">
                <a16:creationId xmlns:a16="http://schemas.microsoft.com/office/drawing/2014/main" id="{2F2B3C23-5ECF-40F3-9DC9-40D0B1B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" name="bootstrap-top-8x8-r2-c8">
            <a:extLst xmlns:a="http://schemas.openxmlformats.org/drawingml/2006/main">
              <a:ext uri="{FF2B5EF4-FFF2-40B4-BE49-F238E27FC236}">
                <a16:creationId xmlns:a16="http://schemas.microsoft.com/office/drawing/2014/main" id="{B8C8F4A9-1EFF-45D2-BE43-EF952E0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" name="bootstrap-top-8x8-r3-c1">
            <a:extLst xmlns:a="http://schemas.openxmlformats.org/drawingml/2006/main">
              <a:ext uri="{FF2B5EF4-FFF2-40B4-BE49-F238E27FC236}">
                <a16:creationId xmlns:a16="http://schemas.microsoft.com/office/drawing/2014/main" id="{25E9C452-F298-4CA9-BC52-BD667A80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" name="bootstrap-top-8x8-r3-c2">
            <a:extLst xmlns:a="http://schemas.openxmlformats.org/drawingml/2006/main">
              <a:ext uri="{FF2B5EF4-FFF2-40B4-BE49-F238E27FC236}">
                <a16:creationId xmlns:a16="http://schemas.microsoft.com/office/drawing/2014/main" id="{DE97DA16-F82B-42E0-BC11-F61AAA6F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" name="bootstrap-top-8x8-r3-c3">
            <a:extLst xmlns:a="http://schemas.openxmlformats.org/drawingml/2006/main">
              <a:ext uri="{FF2B5EF4-FFF2-40B4-BE49-F238E27FC236}">
                <a16:creationId xmlns:a16="http://schemas.microsoft.com/office/drawing/2014/main" id="{F99B355A-4C34-40B0-9522-308F1545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0" name="bootstrap-top-8x8-r3-c4">
            <a:extLst xmlns:a="http://schemas.openxmlformats.org/drawingml/2006/main">
              <a:ext uri="{FF2B5EF4-FFF2-40B4-BE49-F238E27FC236}">
                <a16:creationId xmlns:a16="http://schemas.microsoft.com/office/drawing/2014/main" id="{E5104226-5CE4-4D88-A5C6-5C38DBB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" name="bootstrap-top-8x8-r3-c5">
            <a:extLst xmlns:a="http://schemas.openxmlformats.org/drawingml/2006/main">
              <a:ext uri="{FF2B5EF4-FFF2-40B4-BE49-F238E27FC236}">
                <a16:creationId xmlns:a16="http://schemas.microsoft.com/office/drawing/2014/main" id="{7631F866-3F5B-4C9B-8259-1FC2E6B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" name="bootstrap-top-8x8-r3-c6">
            <a:extLst xmlns:a="http://schemas.openxmlformats.org/drawingml/2006/main">
              <a:ext uri="{FF2B5EF4-FFF2-40B4-BE49-F238E27FC236}">
                <a16:creationId xmlns:a16="http://schemas.microsoft.com/office/drawing/2014/main" id="{1F9709CE-94EB-45DD-9EF1-D40B218A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" name="bootstrap-top-8x8-r3-c7">
            <a:extLst xmlns:a="http://schemas.openxmlformats.org/drawingml/2006/main">
              <a:ext uri="{FF2B5EF4-FFF2-40B4-BE49-F238E27FC236}">
                <a16:creationId xmlns:a16="http://schemas.microsoft.com/office/drawing/2014/main" id="{15FEB022-2C41-49AE-B954-65B98EFE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" name="bootstrap-top-8x8-r3-c8">
            <a:extLst xmlns:a="http://schemas.openxmlformats.org/drawingml/2006/main">
              <a:ext uri="{FF2B5EF4-FFF2-40B4-BE49-F238E27FC236}">
                <a16:creationId xmlns:a16="http://schemas.microsoft.com/office/drawing/2014/main" id="{C05C12FC-EDBA-451D-95FE-7E6D8B5A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" name="bootstrap-top-8x8-r4-c1">
            <a:extLst xmlns:a="http://schemas.openxmlformats.org/drawingml/2006/main">
              <a:ext uri="{FF2B5EF4-FFF2-40B4-BE49-F238E27FC236}">
                <a16:creationId xmlns:a16="http://schemas.microsoft.com/office/drawing/2014/main" id="{7E60FD45-CB8D-47AE-8F53-E5924AC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" name="bootstrap-top-8x8-r4-c2">
            <a:extLst xmlns:a="http://schemas.openxmlformats.org/drawingml/2006/main">
              <a:ext uri="{FF2B5EF4-FFF2-40B4-BE49-F238E27FC236}">
                <a16:creationId xmlns:a16="http://schemas.microsoft.com/office/drawing/2014/main" id="{EC761772-5C4A-4C3C-8C5A-580546CE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" name="bootstrap-top-8x8-r4-c3">
            <a:extLst xmlns:a="http://schemas.openxmlformats.org/drawingml/2006/main">
              <a:ext uri="{FF2B5EF4-FFF2-40B4-BE49-F238E27FC236}">
                <a16:creationId xmlns:a16="http://schemas.microsoft.com/office/drawing/2014/main" id="{61215A78-DF2A-4D16-88A5-56C9EAEE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" name="bootstrap-top-8x8-r4-c4">
            <a:extLst xmlns:a="http://schemas.openxmlformats.org/drawingml/2006/main">
              <a:ext uri="{FF2B5EF4-FFF2-40B4-BE49-F238E27FC236}">
                <a16:creationId xmlns:a16="http://schemas.microsoft.com/office/drawing/2014/main" id="{45526A3F-5447-42B1-8628-13B7ED6A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9" name="bootstrap-top-8x8-r4-c5">
            <a:extLst xmlns:a="http://schemas.openxmlformats.org/drawingml/2006/main">
              <a:ext uri="{FF2B5EF4-FFF2-40B4-BE49-F238E27FC236}">
                <a16:creationId xmlns:a16="http://schemas.microsoft.com/office/drawing/2014/main" id="{A7764D60-0E3D-4437-B82B-7E466FF9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" name="bootstrap-top-8x8-r4-c6">
            <a:extLst xmlns:a="http://schemas.openxmlformats.org/drawingml/2006/main">
              <a:ext uri="{FF2B5EF4-FFF2-40B4-BE49-F238E27FC236}">
                <a16:creationId xmlns:a16="http://schemas.microsoft.com/office/drawing/2014/main" id="{7EE4A029-CCFD-433D-ABBA-4DFC0065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" name="bootstrap-top-8x8-r4-c7">
            <a:extLst xmlns:a="http://schemas.openxmlformats.org/drawingml/2006/main">
              <a:ext uri="{FF2B5EF4-FFF2-40B4-BE49-F238E27FC236}">
                <a16:creationId xmlns:a16="http://schemas.microsoft.com/office/drawing/2014/main" id="{C7FC6DAD-A08D-4007-845E-BEA19571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" name="bootstrap-top-8x8-r4-c8">
            <a:extLst xmlns:a="http://schemas.openxmlformats.org/drawingml/2006/main">
              <a:ext uri="{FF2B5EF4-FFF2-40B4-BE49-F238E27FC236}">
                <a16:creationId xmlns:a16="http://schemas.microsoft.com/office/drawing/2014/main" id="{D693F112-2924-403F-B391-CB8BCA3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" name="bootstrap-top-8x8-r5-c1">
            <a:extLst xmlns:a="http://schemas.openxmlformats.org/drawingml/2006/main">
              <a:ext uri="{FF2B5EF4-FFF2-40B4-BE49-F238E27FC236}">
                <a16:creationId xmlns:a16="http://schemas.microsoft.com/office/drawing/2014/main" id="{3329C2B7-D787-4DB3-AC6F-CCA49458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" name="bootstrap-top-8x8-r5-c2">
            <a:extLst xmlns:a="http://schemas.openxmlformats.org/drawingml/2006/main">
              <a:ext uri="{FF2B5EF4-FFF2-40B4-BE49-F238E27FC236}">
                <a16:creationId xmlns:a16="http://schemas.microsoft.com/office/drawing/2014/main" id="{920ECB97-5096-44CD-82AD-8F840255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5" name="bootstrap-top-8x8-r5-c3">
            <a:extLst xmlns:a="http://schemas.openxmlformats.org/drawingml/2006/main">
              <a:ext uri="{FF2B5EF4-FFF2-40B4-BE49-F238E27FC236}">
                <a16:creationId xmlns:a16="http://schemas.microsoft.com/office/drawing/2014/main" id="{A62C937B-0993-40D8-B0CA-88B72374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6" name="bootstrap-top-8x8-r5-c4">
            <a:extLst xmlns:a="http://schemas.openxmlformats.org/drawingml/2006/main">
              <a:ext uri="{FF2B5EF4-FFF2-40B4-BE49-F238E27FC236}">
                <a16:creationId xmlns:a16="http://schemas.microsoft.com/office/drawing/2014/main" id="{3023427E-7349-4880-AD48-A8784B9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7" name="bootstrap-top-8x8-r5-c5">
            <a:extLst xmlns:a="http://schemas.openxmlformats.org/drawingml/2006/main">
              <a:ext uri="{FF2B5EF4-FFF2-40B4-BE49-F238E27FC236}">
                <a16:creationId xmlns:a16="http://schemas.microsoft.com/office/drawing/2014/main" id="{5F44EC59-8613-4A77-9F73-8C0B374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8" name="bootstrap-top-8x8-r5-c6">
            <a:extLst xmlns:a="http://schemas.openxmlformats.org/drawingml/2006/main">
              <a:ext uri="{FF2B5EF4-FFF2-40B4-BE49-F238E27FC236}">
                <a16:creationId xmlns:a16="http://schemas.microsoft.com/office/drawing/2014/main" id="{7F27EB06-3D7F-453D-9AB3-E5AD9626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9" name="bootstrap-top-8x8-r5-c7">
            <a:extLst xmlns:a="http://schemas.openxmlformats.org/drawingml/2006/main">
              <a:ext uri="{FF2B5EF4-FFF2-40B4-BE49-F238E27FC236}">
                <a16:creationId xmlns:a16="http://schemas.microsoft.com/office/drawing/2014/main" id="{82F3F111-C490-4D31-B072-FD162AFB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0" name="bootstrap-top-8x8-r5-c8">
            <a:extLst xmlns:a="http://schemas.openxmlformats.org/drawingml/2006/main">
              <a:ext uri="{FF2B5EF4-FFF2-40B4-BE49-F238E27FC236}">
                <a16:creationId xmlns:a16="http://schemas.microsoft.com/office/drawing/2014/main" id="{DA6AE468-2411-42E7-B97B-CE2014B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1" name="bootstrap-top-8x8-r6-c1">
            <a:extLst xmlns:a="http://schemas.openxmlformats.org/drawingml/2006/main">
              <a:ext uri="{FF2B5EF4-FFF2-40B4-BE49-F238E27FC236}">
                <a16:creationId xmlns:a16="http://schemas.microsoft.com/office/drawing/2014/main" id="{C69515B1-6563-4423-BBD5-3706C5F6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2" name="bootstrap-top-8x8-r6-c2">
            <a:extLst xmlns:a="http://schemas.openxmlformats.org/drawingml/2006/main">
              <a:ext uri="{FF2B5EF4-FFF2-40B4-BE49-F238E27FC236}">
                <a16:creationId xmlns:a16="http://schemas.microsoft.com/office/drawing/2014/main" id="{1C0C2793-E72D-4CF6-91E7-66BEF787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3" name="bootstrap-top-8x8-r6-c3">
            <a:extLst xmlns:a="http://schemas.openxmlformats.org/drawingml/2006/main">
              <a:ext uri="{FF2B5EF4-FFF2-40B4-BE49-F238E27FC236}">
                <a16:creationId xmlns:a16="http://schemas.microsoft.com/office/drawing/2014/main" id="{548ABD9A-938E-4F3E-884F-19DC3D4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4" name="bootstrap-top-8x8-r6-c4">
            <a:extLst xmlns:a="http://schemas.openxmlformats.org/drawingml/2006/main">
              <a:ext uri="{FF2B5EF4-FFF2-40B4-BE49-F238E27FC236}">
                <a16:creationId xmlns:a16="http://schemas.microsoft.com/office/drawing/2014/main" id="{4B523DA6-15AD-4039-8457-1F0D463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5" name="bootstrap-top-8x8-r6-c5">
            <a:extLst xmlns:a="http://schemas.openxmlformats.org/drawingml/2006/main">
              <a:ext uri="{FF2B5EF4-FFF2-40B4-BE49-F238E27FC236}">
                <a16:creationId xmlns:a16="http://schemas.microsoft.com/office/drawing/2014/main" id="{1EDC8F60-E7FB-4B28-8FD6-4B29488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6" name="bootstrap-top-8x8-r6-c6">
            <a:extLst xmlns:a="http://schemas.openxmlformats.org/drawingml/2006/main">
              <a:ext uri="{FF2B5EF4-FFF2-40B4-BE49-F238E27FC236}">
                <a16:creationId xmlns:a16="http://schemas.microsoft.com/office/drawing/2014/main" id="{ABF691FF-FC11-417B-9706-294C32A3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47" name="bootstrap-top-8x8-r6-c7">
            <a:extLst xmlns:a="http://schemas.openxmlformats.org/drawingml/2006/main">
              <a:ext uri="{FF2B5EF4-FFF2-40B4-BE49-F238E27FC236}">
                <a16:creationId xmlns:a16="http://schemas.microsoft.com/office/drawing/2014/main" id="{250245C1-7F47-4971-A302-00E215E9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8" name="bootstrap-top-8x8-r6-c8">
            <a:extLst xmlns:a="http://schemas.openxmlformats.org/drawingml/2006/main">
              <a:ext uri="{FF2B5EF4-FFF2-40B4-BE49-F238E27FC236}">
                <a16:creationId xmlns:a16="http://schemas.microsoft.com/office/drawing/2014/main" id="{14C7E6C5-1A95-4F9B-A3B4-4CE5B427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9" name="bootstrap-top-8x8-r7-c1">
            <a:extLst xmlns:a="http://schemas.openxmlformats.org/drawingml/2006/main">
              <a:ext uri="{FF2B5EF4-FFF2-40B4-BE49-F238E27FC236}">
                <a16:creationId xmlns:a16="http://schemas.microsoft.com/office/drawing/2014/main" id="{83249AC6-AED3-44C0-B540-68A19ADC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0" name="bootstrap-top-8x8-r7-c2">
            <a:extLst xmlns:a="http://schemas.openxmlformats.org/drawingml/2006/main">
              <a:ext uri="{FF2B5EF4-FFF2-40B4-BE49-F238E27FC236}">
                <a16:creationId xmlns:a16="http://schemas.microsoft.com/office/drawing/2014/main" id="{FF88D268-9141-428D-99D3-A9FCC58C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1" name="bootstrap-top-8x8-r7-c3">
            <a:extLst xmlns:a="http://schemas.openxmlformats.org/drawingml/2006/main">
              <a:ext uri="{FF2B5EF4-FFF2-40B4-BE49-F238E27FC236}">
                <a16:creationId xmlns:a16="http://schemas.microsoft.com/office/drawing/2014/main" id="{E5280DB2-181F-4454-BEFB-B6D8F08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2" name="bootstrap-top-8x8-r7-c4">
            <a:extLst xmlns:a="http://schemas.openxmlformats.org/drawingml/2006/main">
              <a:ext uri="{FF2B5EF4-FFF2-40B4-BE49-F238E27FC236}">
                <a16:creationId xmlns:a16="http://schemas.microsoft.com/office/drawing/2014/main" id="{AB875FC4-D8FB-4AAD-8C8B-FC9C1B8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3" name="bootstrap-top-8x8-r7-c5">
            <a:extLst xmlns:a="http://schemas.openxmlformats.org/drawingml/2006/main">
              <a:ext uri="{FF2B5EF4-FFF2-40B4-BE49-F238E27FC236}">
                <a16:creationId xmlns:a16="http://schemas.microsoft.com/office/drawing/2014/main" id="{5DCC23DD-DBD2-4E65-B383-183D3F0D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4" name="bootstrap-top-8x8-r7-c6">
            <a:extLst xmlns:a="http://schemas.openxmlformats.org/drawingml/2006/main">
              <a:ext uri="{FF2B5EF4-FFF2-40B4-BE49-F238E27FC236}">
                <a16:creationId xmlns:a16="http://schemas.microsoft.com/office/drawing/2014/main" id="{58355A94-0834-4C5C-9237-685B8F65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5" name="bootstrap-top-8x8-r7-c7">
            <a:extLst xmlns:a="http://schemas.openxmlformats.org/drawingml/2006/main">
              <a:ext uri="{FF2B5EF4-FFF2-40B4-BE49-F238E27FC236}">
                <a16:creationId xmlns:a16="http://schemas.microsoft.com/office/drawing/2014/main" id="{D23682F4-2F37-4464-80A1-FA517BC3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56" name="bootstrap-top-8x8-r7-c8">
            <a:extLst xmlns:a="http://schemas.openxmlformats.org/drawingml/2006/main">
              <a:ext uri="{FF2B5EF4-FFF2-40B4-BE49-F238E27FC236}">
                <a16:creationId xmlns:a16="http://schemas.microsoft.com/office/drawing/2014/main" id="{C1666023-4570-473A-AA28-C689C37B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7" name="bootstrap-top-8x8-r8-c1">
            <a:extLst xmlns:a="http://schemas.openxmlformats.org/drawingml/2006/main">
              <a:ext uri="{FF2B5EF4-FFF2-40B4-BE49-F238E27FC236}">
                <a16:creationId xmlns:a16="http://schemas.microsoft.com/office/drawing/2014/main" id="{05A33B93-BD94-4C3D-834F-AB0F98D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8" name="bootstrap-top-8x8-r8-c2">
            <a:extLst xmlns:a="http://schemas.openxmlformats.org/drawingml/2006/main">
              <a:ext uri="{FF2B5EF4-FFF2-40B4-BE49-F238E27FC236}">
                <a16:creationId xmlns:a16="http://schemas.microsoft.com/office/drawing/2014/main" id="{D0087CFC-3B85-443C-B142-1D9FCF64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9" name="bootstrap-top-8x8-r8-c3">
            <a:extLst xmlns:a="http://schemas.openxmlformats.org/drawingml/2006/main">
              <a:ext uri="{FF2B5EF4-FFF2-40B4-BE49-F238E27FC236}">
                <a16:creationId xmlns:a16="http://schemas.microsoft.com/office/drawing/2014/main" id="{3A20E12E-A427-4959-8DE3-9FDBD28C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0" name="bootstrap-top-8x8-r8-c4">
            <a:extLst xmlns:a="http://schemas.openxmlformats.org/drawingml/2006/main">
              <a:ext uri="{FF2B5EF4-FFF2-40B4-BE49-F238E27FC236}">
                <a16:creationId xmlns:a16="http://schemas.microsoft.com/office/drawing/2014/main" id="{3A4A0927-8AC4-4F32-B167-5A56A39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1" name="bootstrap-top-8x8-r8-c5">
            <a:extLst xmlns:a="http://schemas.openxmlformats.org/drawingml/2006/main">
              <a:ext uri="{FF2B5EF4-FFF2-40B4-BE49-F238E27FC236}">
                <a16:creationId xmlns:a16="http://schemas.microsoft.com/office/drawing/2014/main" id="{E56A8990-B4D8-4564-9D9D-A08B250C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2" name="bootstrap-top-8x8-r8-c6">
            <a:extLst xmlns:a="http://schemas.openxmlformats.org/drawingml/2006/main">
              <a:ext uri="{FF2B5EF4-FFF2-40B4-BE49-F238E27FC236}">
                <a16:creationId xmlns:a16="http://schemas.microsoft.com/office/drawing/2014/main" id="{887445FB-D5A3-457F-A586-DF79B1B4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3" name="bootstrap-top-8x8-r8-c7">
            <a:extLst xmlns:a="http://schemas.openxmlformats.org/drawingml/2006/main">
              <a:ext uri="{FF2B5EF4-FFF2-40B4-BE49-F238E27FC236}">
                <a16:creationId xmlns:a16="http://schemas.microsoft.com/office/drawing/2014/main" id="{138F6332-A687-4175-A941-65E284D5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4" name="bootstrap-top-8x8-r8-c8">
            <a:extLst xmlns:a="http://schemas.openxmlformats.org/drawingml/2006/main">
              <a:ext uri="{FF2B5EF4-FFF2-40B4-BE49-F238E27FC236}">
                <a16:creationId xmlns:a16="http://schemas.microsoft.com/office/drawing/2014/main" id="{131082AE-6F07-4713-8F43-7F1F567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5327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bootstrap-middle-8x8-r1-c1">
            <a:extLst xmlns:a="http://schemas.openxmlformats.org/drawingml/2006/main">
              <a:ext uri="{FF2B5EF4-FFF2-40B4-BE49-F238E27FC236}">
                <a16:creationId xmlns:a16="http://schemas.microsoft.com/office/drawing/2014/main" id="{1010A5EB-CF05-48B9-8221-68A07F0B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" name="bootstrap-middle-8x8-r1-c2">
            <a:extLst xmlns:a="http://schemas.openxmlformats.org/drawingml/2006/main">
              <a:ext uri="{FF2B5EF4-FFF2-40B4-BE49-F238E27FC236}">
                <a16:creationId xmlns:a16="http://schemas.microsoft.com/office/drawing/2014/main" id="{6E280082-53A5-45D8-A1E7-D0CD46D7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" name="bootstrap-middle-8x8-r1-c3">
            <a:extLst xmlns:a="http://schemas.openxmlformats.org/drawingml/2006/main">
              <a:ext uri="{FF2B5EF4-FFF2-40B4-BE49-F238E27FC236}">
                <a16:creationId xmlns:a16="http://schemas.microsoft.com/office/drawing/2014/main" id="{155A3491-C8F9-43F0-BAF1-7BF5D185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" name="bootstrap-middle-8x8-r1-c4">
            <a:extLst xmlns:a="http://schemas.openxmlformats.org/drawingml/2006/main">
              <a:ext uri="{FF2B5EF4-FFF2-40B4-BE49-F238E27FC236}">
                <a16:creationId xmlns:a16="http://schemas.microsoft.com/office/drawing/2014/main" id="{BDBF1A13-B0BB-425E-9249-9410B9E9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E9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" name="bootstrap-middle-8x8-r1-c5">
            <a:extLst xmlns:a="http://schemas.openxmlformats.org/drawingml/2006/main">
              <a:ext uri="{FF2B5EF4-FFF2-40B4-BE49-F238E27FC236}">
                <a16:creationId xmlns:a16="http://schemas.microsoft.com/office/drawing/2014/main" id="{97FE7B3F-4639-4671-B75C-BCA9B68A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" name="bootstrap-middle-8x8-r1-c6">
            <a:extLst xmlns:a="http://schemas.openxmlformats.org/drawingml/2006/main">
              <a:ext uri="{FF2B5EF4-FFF2-40B4-BE49-F238E27FC236}">
                <a16:creationId xmlns:a16="http://schemas.microsoft.com/office/drawing/2014/main" id="{4B2840DC-1B95-487C-8550-6157F3AA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" name="bootstrap-middle-8x8-r1-c7">
            <a:extLst xmlns:a="http://schemas.openxmlformats.org/drawingml/2006/main">
              <a:ext uri="{FF2B5EF4-FFF2-40B4-BE49-F238E27FC236}">
                <a16:creationId xmlns:a16="http://schemas.microsoft.com/office/drawing/2014/main" id="{8658590B-B7BD-4236-8F97-A8C281D9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" name="bootstrap-middle-8x8-r1-c8">
            <a:extLst xmlns:a="http://schemas.openxmlformats.org/drawingml/2006/main">
              <a:ext uri="{FF2B5EF4-FFF2-40B4-BE49-F238E27FC236}">
                <a16:creationId xmlns:a16="http://schemas.microsoft.com/office/drawing/2014/main" id="{3809991D-FE38-4ECC-AD43-225416AC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" name="bootstrap-middle-8x8-r2-c1">
            <a:extLst xmlns:a="http://schemas.openxmlformats.org/drawingml/2006/main">
              <a:ext uri="{FF2B5EF4-FFF2-40B4-BE49-F238E27FC236}">
                <a16:creationId xmlns:a16="http://schemas.microsoft.com/office/drawing/2014/main" id="{D46C9156-7347-456D-8A48-A4A2575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" name="bootstrap-middle-8x8-r2-c2">
            <a:extLst xmlns:a="http://schemas.openxmlformats.org/drawingml/2006/main">
              <a:ext uri="{FF2B5EF4-FFF2-40B4-BE49-F238E27FC236}">
                <a16:creationId xmlns:a16="http://schemas.microsoft.com/office/drawing/2014/main" id="{DCC356B0-1C4B-4E4E-BB58-3810933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1" name="bootstrap-middle-8x8-r2-c3">
            <a:extLst xmlns:a="http://schemas.openxmlformats.org/drawingml/2006/main">
              <a:ext uri="{FF2B5EF4-FFF2-40B4-BE49-F238E27FC236}">
                <a16:creationId xmlns:a16="http://schemas.microsoft.com/office/drawing/2014/main" id="{E74A96D0-26BB-40FF-AF78-2B7E724C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" name="bootstrap-middle-8x8-r2-c4">
            <a:extLst xmlns:a="http://schemas.openxmlformats.org/drawingml/2006/main">
              <a:ext uri="{FF2B5EF4-FFF2-40B4-BE49-F238E27FC236}">
                <a16:creationId xmlns:a16="http://schemas.microsoft.com/office/drawing/2014/main" id="{9B72E7FA-D10C-4595-B9E3-3615EE18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" name="bootstrap-middle-8x8-r2-c5">
            <a:extLst xmlns:a="http://schemas.openxmlformats.org/drawingml/2006/main">
              <a:ext uri="{FF2B5EF4-FFF2-40B4-BE49-F238E27FC236}">
                <a16:creationId xmlns:a16="http://schemas.microsoft.com/office/drawing/2014/main" id="{52EA48AF-1806-4D17-A44C-80A79F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" name="bootstrap-middle-8x8-r2-c6">
            <a:extLst xmlns:a="http://schemas.openxmlformats.org/drawingml/2006/main">
              <a:ext uri="{FF2B5EF4-FFF2-40B4-BE49-F238E27FC236}">
                <a16:creationId xmlns:a16="http://schemas.microsoft.com/office/drawing/2014/main" id="{E623B5DB-8EFD-4F31-A1CF-30639163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" name="bootstrap-middle-8x8-r2-c7">
            <a:extLst xmlns:a="http://schemas.openxmlformats.org/drawingml/2006/main">
              <a:ext uri="{FF2B5EF4-FFF2-40B4-BE49-F238E27FC236}">
                <a16:creationId xmlns:a16="http://schemas.microsoft.com/office/drawing/2014/main" id="{5CA8FB0E-4C4F-40FF-90C0-D8165621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" name="bootstrap-middle-8x8-r2-c8">
            <a:extLst xmlns:a="http://schemas.openxmlformats.org/drawingml/2006/main">
              <a:ext uri="{FF2B5EF4-FFF2-40B4-BE49-F238E27FC236}">
                <a16:creationId xmlns:a16="http://schemas.microsoft.com/office/drawing/2014/main" id="{88725F81-F362-4262-A3EE-8BFFBCE4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" name="bootstrap-middle-8x8-r3-c1">
            <a:extLst xmlns:a="http://schemas.openxmlformats.org/drawingml/2006/main">
              <a:ext uri="{FF2B5EF4-FFF2-40B4-BE49-F238E27FC236}">
                <a16:creationId xmlns:a16="http://schemas.microsoft.com/office/drawing/2014/main" id="{5CBD0349-2054-41E5-90C3-683A9397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" name="bootstrap-middle-8x8-r3-c2">
            <a:extLst xmlns:a="http://schemas.openxmlformats.org/drawingml/2006/main">
              <a:ext uri="{FF2B5EF4-FFF2-40B4-BE49-F238E27FC236}">
                <a16:creationId xmlns:a16="http://schemas.microsoft.com/office/drawing/2014/main" id="{96C5ABCD-9CEC-4A0E-AF51-666A59B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" name="bootstrap-middle-8x8-r3-c3">
            <a:extLst xmlns:a="http://schemas.openxmlformats.org/drawingml/2006/main">
              <a:ext uri="{FF2B5EF4-FFF2-40B4-BE49-F238E27FC236}">
                <a16:creationId xmlns:a16="http://schemas.microsoft.com/office/drawing/2014/main" id="{05FBCBA7-F53B-4638-B095-A2C948C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0" name="bootstrap-middle-8x8-r3-c4">
            <a:extLst xmlns:a="http://schemas.openxmlformats.org/drawingml/2006/main">
              <a:ext uri="{FF2B5EF4-FFF2-40B4-BE49-F238E27FC236}">
                <a16:creationId xmlns:a16="http://schemas.microsoft.com/office/drawing/2014/main" id="{B5AA43AE-B10D-4995-BEFE-AC3BE530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" name="bootstrap-middle-8x8-r3-c5">
            <a:extLst xmlns:a="http://schemas.openxmlformats.org/drawingml/2006/main">
              <a:ext uri="{FF2B5EF4-FFF2-40B4-BE49-F238E27FC236}">
                <a16:creationId xmlns:a16="http://schemas.microsoft.com/office/drawing/2014/main" id="{590A862C-ECA4-4B08-A329-3821095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" name="bootstrap-middle-8x8-r3-c6">
            <a:extLst xmlns:a="http://schemas.openxmlformats.org/drawingml/2006/main">
              <a:ext uri="{FF2B5EF4-FFF2-40B4-BE49-F238E27FC236}">
                <a16:creationId xmlns:a16="http://schemas.microsoft.com/office/drawing/2014/main" id="{C47E05F2-B374-4AD0-BBEE-642965D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" name="bootstrap-middle-8x8-r3-c7">
            <a:extLst xmlns:a="http://schemas.openxmlformats.org/drawingml/2006/main">
              <a:ext uri="{FF2B5EF4-FFF2-40B4-BE49-F238E27FC236}">
                <a16:creationId xmlns:a16="http://schemas.microsoft.com/office/drawing/2014/main" id="{C5C6F5FB-9CC6-4665-80DF-0147C79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" name="bootstrap-middle-8x8-r3-c8">
            <a:extLst xmlns:a="http://schemas.openxmlformats.org/drawingml/2006/main">
              <a:ext uri="{FF2B5EF4-FFF2-40B4-BE49-F238E27FC236}">
                <a16:creationId xmlns:a16="http://schemas.microsoft.com/office/drawing/2014/main" id="{F11F702A-5295-4BFA-89B6-774DB472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" name="bootstrap-middle-8x8-r4-c1">
            <a:extLst xmlns:a="http://schemas.openxmlformats.org/drawingml/2006/main">
              <a:ext uri="{FF2B5EF4-FFF2-40B4-BE49-F238E27FC236}">
                <a16:creationId xmlns:a16="http://schemas.microsoft.com/office/drawing/2014/main" id="{66BC4EA8-DD9B-4D77-96F5-AE64DEA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E9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" name="bootstrap-middle-8x8-r4-c2">
            <a:extLst xmlns:a="http://schemas.openxmlformats.org/drawingml/2006/main">
              <a:ext uri="{FF2B5EF4-FFF2-40B4-BE49-F238E27FC236}">
                <a16:creationId xmlns:a16="http://schemas.microsoft.com/office/drawing/2014/main" id="{58EAE150-861A-4186-8651-A53EEE9F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" name="bootstrap-middle-8x8-r4-c3">
            <a:extLst xmlns:a="http://schemas.openxmlformats.org/drawingml/2006/main">
              <a:ext uri="{FF2B5EF4-FFF2-40B4-BE49-F238E27FC236}">
                <a16:creationId xmlns:a16="http://schemas.microsoft.com/office/drawing/2014/main" id="{E339262D-13FC-4586-B306-31E03144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" name="bootstrap-middle-8x8-r4-c4">
            <a:extLst xmlns:a="http://schemas.openxmlformats.org/drawingml/2006/main">
              <a:ext uri="{FF2B5EF4-FFF2-40B4-BE49-F238E27FC236}">
                <a16:creationId xmlns:a16="http://schemas.microsoft.com/office/drawing/2014/main" id="{3F557EA7-9B75-4146-BCD4-BEB3075C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9" name="bootstrap-middle-8x8-r4-c5">
            <a:extLst xmlns:a="http://schemas.openxmlformats.org/drawingml/2006/main">
              <a:ext uri="{FF2B5EF4-FFF2-40B4-BE49-F238E27FC236}">
                <a16:creationId xmlns:a16="http://schemas.microsoft.com/office/drawing/2014/main" id="{94A46C4C-C001-4971-BB14-7635C9D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" name="bootstrap-middle-8x8-r4-c6">
            <a:extLst xmlns:a="http://schemas.openxmlformats.org/drawingml/2006/main">
              <a:ext uri="{FF2B5EF4-FFF2-40B4-BE49-F238E27FC236}">
                <a16:creationId xmlns:a16="http://schemas.microsoft.com/office/drawing/2014/main" id="{CA01348F-45A4-4B44-8789-8E2F3E00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" name="bootstrap-middle-8x8-r4-c7">
            <a:extLst xmlns:a="http://schemas.openxmlformats.org/drawingml/2006/main">
              <a:ext uri="{FF2B5EF4-FFF2-40B4-BE49-F238E27FC236}">
                <a16:creationId xmlns:a16="http://schemas.microsoft.com/office/drawing/2014/main" id="{1987DF18-42C2-464C-ACEC-52FE352A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" name="bootstrap-middle-8x8-r4-c8">
            <a:extLst xmlns:a="http://schemas.openxmlformats.org/drawingml/2006/main">
              <a:ext uri="{FF2B5EF4-FFF2-40B4-BE49-F238E27FC236}">
                <a16:creationId xmlns:a16="http://schemas.microsoft.com/office/drawing/2014/main" id="{98C63E41-D18A-4A3C-B2E5-B668919E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" name="bootstrap-middle-8x8-r5-c1">
            <a:extLst xmlns:a="http://schemas.openxmlformats.org/drawingml/2006/main">
              <a:ext uri="{FF2B5EF4-FFF2-40B4-BE49-F238E27FC236}">
                <a16:creationId xmlns:a16="http://schemas.microsoft.com/office/drawing/2014/main" id="{7C4796EA-A4E7-43F2-8EB0-543F288C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" name="bootstrap-middle-8x8-r5-c2">
            <a:extLst xmlns:a="http://schemas.openxmlformats.org/drawingml/2006/main">
              <a:ext uri="{FF2B5EF4-FFF2-40B4-BE49-F238E27FC236}">
                <a16:creationId xmlns:a16="http://schemas.microsoft.com/office/drawing/2014/main" id="{0047664A-06DF-4968-BDCE-2954CBFC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5" name="bootstrap-middle-8x8-r5-c3">
            <a:extLst xmlns:a="http://schemas.openxmlformats.org/drawingml/2006/main">
              <a:ext uri="{FF2B5EF4-FFF2-40B4-BE49-F238E27FC236}">
                <a16:creationId xmlns:a16="http://schemas.microsoft.com/office/drawing/2014/main" id="{3EECECBA-3874-4175-91DB-156EB576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6" name="bootstrap-middle-8x8-r5-c4">
            <a:extLst xmlns:a="http://schemas.openxmlformats.org/drawingml/2006/main">
              <a:ext uri="{FF2B5EF4-FFF2-40B4-BE49-F238E27FC236}">
                <a16:creationId xmlns:a16="http://schemas.microsoft.com/office/drawing/2014/main" id="{808782E8-8FCE-4213-AFB0-9FD5B83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7" name="bootstrap-middle-8x8-r5-c5">
            <a:extLst xmlns:a="http://schemas.openxmlformats.org/drawingml/2006/main">
              <a:ext uri="{FF2B5EF4-FFF2-40B4-BE49-F238E27FC236}">
                <a16:creationId xmlns:a16="http://schemas.microsoft.com/office/drawing/2014/main" id="{C51E66C4-1F8D-4730-A2A1-FA6BC95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8" name="bootstrap-middle-8x8-r5-c6">
            <a:extLst xmlns:a="http://schemas.openxmlformats.org/drawingml/2006/main">
              <a:ext uri="{FF2B5EF4-FFF2-40B4-BE49-F238E27FC236}">
                <a16:creationId xmlns:a16="http://schemas.microsoft.com/office/drawing/2014/main" id="{54E4F48B-5276-4E83-8AF1-BC43B178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9" name="bootstrap-middle-8x8-r5-c7">
            <a:extLst xmlns:a="http://schemas.openxmlformats.org/drawingml/2006/main">
              <a:ext uri="{FF2B5EF4-FFF2-40B4-BE49-F238E27FC236}">
                <a16:creationId xmlns:a16="http://schemas.microsoft.com/office/drawing/2014/main" id="{B9EA4C42-65EE-4EE6-A171-224DB9A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0" name="bootstrap-middle-8x8-r5-c8">
            <a:extLst xmlns:a="http://schemas.openxmlformats.org/drawingml/2006/main">
              <a:ext uri="{FF2B5EF4-FFF2-40B4-BE49-F238E27FC236}">
                <a16:creationId xmlns:a16="http://schemas.microsoft.com/office/drawing/2014/main" id="{E63C0DC0-006E-41B8-9ED8-D40D9E92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1" name="bootstrap-middle-8x8-r6-c1">
            <a:extLst xmlns:a="http://schemas.openxmlformats.org/drawingml/2006/main">
              <a:ext uri="{FF2B5EF4-FFF2-40B4-BE49-F238E27FC236}">
                <a16:creationId xmlns:a16="http://schemas.microsoft.com/office/drawing/2014/main" id="{5FCD1057-D6BF-4098-A9BF-036B20F4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2" name="bootstrap-middle-8x8-r6-c2">
            <a:extLst xmlns:a="http://schemas.openxmlformats.org/drawingml/2006/main">
              <a:ext uri="{FF2B5EF4-FFF2-40B4-BE49-F238E27FC236}">
                <a16:creationId xmlns:a16="http://schemas.microsoft.com/office/drawing/2014/main" id="{56965AC7-7B78-44CD-8F73-5429E37F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3" name="bootstrap-middle-8x8-r6-c3">
            <a:extLst xmlns:a="http://schemas.openxmlformats.org/drawingml/2006/main">
              <a:ext uri="{FF2B5EF4-FFF2-40B4-BE49-F238E27FC236}">
                <a16:creationId xmlns:a16="http://schemas.microsoft.com/office/drawing/2014/main" id="{D3D71504-A25E-450D-89B1-AC3A0DAE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4" name="bootstrap-middle-8x8-r6-c4">
            <a:extLst xmlns:a="http://schemas.openxmlformats.org/drawingml/2006/main">
              <a:ext uri="{FF2B5EF4-FFF2-40B4-BE49-F238E27FC236}">
                <a16:creationId xmlns:a16="http://schemas.microsoft.com/office/drawing/2014/main" id="{A2DE62F4-4EDA-4BEB-B5A9-B358EA4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5" name="bootstrap-middle-8x8-r6-c5">
            <a:extLst xmlns:a="http://schemas.openxmlformats.org/drawingml/2006/main">
              <a:ext uri="{FF2B5EF4-FFF2-40B4-BE49-F238E27FC236}">
                <a16:creationId xmlns:a16="http://schemas.microsoft.com/office/drawing/2014/main" id="{A258AE3B-62F1-46E8-B376-22362F1B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6" name="bootstrap-middle-8x8-r6-c6">
            <a:extLst xmlns:a="http://schemas.openxmlformats.org/drawingml/2006/main">
              <a:ext uri="{FF2B5EF4-FFF2-40B4-BE49-F238E27FC236}">
                <a16:creationId xmlns:a16="http://schemas.microsoft.com/office/drawing/2014/main" id="{1B6D01C2-F4AB-434B-9E35-95610DD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47" name="bootstrap-middle-8x8-r6-c7">
            <a:extLst xmlns:a="http://schemas.openxmlformats.org/drawingml/2006/main">
              <a:ext uri="{FF2B5EF4-FFF2-40B4-BE49-F238E27FC236}">
                <a16:creationId xmlns:a16="http://schemas.microsoft.com/office/drawing/2014/main" id="{86485DE2-74C6-455A-8693-E284B6B8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8" name="bootstrap-middle-8x8-r6-c8">
            <a:extLst xmlns:a="http://schemas.openxmlformats.org/drawingml/2006/main">
              <a:ext uri="{FF2B5EF4-FFF2-40B4-BE49-F238E27FC236}">
                <a16:creationId xmlns:a16="http://schemas.microsoft.com/office/drawing/2014/main" id="{293AC592-6D67-4FBB-8A2A-6FD0BD0B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9" name="bootstrap-middle-8x8-r7-c1">
            <a:extLst xmlns:a="http://schemas.openxmlformats.org/drawingml/2006/main">
              <a:ext uri="{FF2B5EF4-FFF2-40B4-BE49-F238E27FC236}">
                <a16:creationId xmlns:a16="http://schemas.microsoft.com/office/drawing/2014/main" id="{C1B2AE7B-43ED-4825-9B35-A85019EF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0" name="bootstrap-middle-8x8-r7-c2">
            <a:extLst xmlns:a="http://schemas.openxmlformats.org/drawingml/2006/main">
              <a:ext uri="{FF2B5EF4-FFF2-40B4-BE49-F238E27FC236}">
                <a16:creationId xmlns:a16="http://schemas.microsoft.com/office/drawing/2014/main" id="{124EAEF7-3D67-4785-B79C-841F523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1" name="bootstrap-middle-8x8-r7-c3">
            <a:extLst xmlns:a="http://schemas.openxmlformats.org/drawingml/2006/main">
              <a:ext uri="{FF2B5EF4-FFF2-40B4-BE49-F238E27FC236}">
                <a16:creationId xmlns:a16="http://schemas.microsoft.com/office/drawing/2014/main" id="{3C626FDF-85CF-4927-842A-D1F763E2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4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2" name="bootstrap-middle-8x8-r7-c4">
            <a:extLst xmlns:a="http://schemas.openxmlformats.org/drawingml/2006/main">
              <a:ext uri="{FF2B5EF4-FFF2-40B4-BE49-F238E27FC236}">
                <a16:creationId xmlns:a16="http://schemas.microsoft.com/office/drawing/2014/main" id="{F21A5EAE-8A0B-485C-B7DA-ADF90AD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A61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3" name="bootstrap-middle-8x8-r7-c5">
            <a:extLst xmlns:a="http://schemas.openxmlformats.org/drawingml/2006/main">
              <a:ext uri="{FF2B5EF4-FFF2-40B4-BE49-F238E27FC236}">
                <a16:creationId xmlns:a16="http://schemas.microsoft.com/office/drawing/2014/main" id="{50D28270-0471-493F-A3E6-5077A9ED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4" name="bootstrap-middle-8x8-r7-c6">
            <a:extLst xmlns:a="http://schemas.openxmlformats.org/drawingml/2006/main">
              <a:ext uri="{FF2B5EF4-FFF2-40B4-BE49-F238E27FC236}">
                <a16:creationId xmlns:a16="http://schemas.microsoft.com/office/drawing/2014/main" id="{27A11AE0-3D05-4615-BF5C-E1FE12D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5" name="bootstrap-middle-8x8-r7-c7">
            <a:extLst xmlns:a="http://schemas.openxmlformats.org/drawingml/2006/main">
              <a:ext uri="{FF2B5EF4-FFF2-40B4-BE49-F238E27FC236}">
                <a16:creationId xmlns:a16="http://schemas.microsoft.com/office/drawing/2014/main" id="{3FC696F6-B9FC-432B-B8DA-5B1078FD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56" name="bootstrap-middle-8x8-r7-c8">
            <a:extLst xmlns:a="http://schemas.openxmlformats.org/drawingml/2006/main">
              <a:ext uri="{FF2B5EF4-FFF2-40B4-BE49-F238E27FC236}">
                <a16:creationId xmlns:a16="http://schemas.microsoft.com/office/drawing/2014/main" id="{516D54F9-AE64-4EBE-BBE5-9DDE9C48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7" name="bootstrap-middle-8x8-r8-c1">
            <a:extLst xmlns:a="http://schemas.openxmlformats.org/drawingml/2006/main">
              <a:ext uri="{FF2B5EF4-FFF2-40B4-BE49-F238E27FC236}">
                <a16:creationId xmlns:a16="http://schemas.microsoft.com/office/drawing/2014/main" id="{5005686A-0E0D-4B14-8964-64D60424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34C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8" name="bootstrap-middle-8x8-r8-c2">
            <a:extLst xmlns:a="http://schemas.openxmlformats.org/drawingml/2006/main">
              <a:ext uri="{FF2B5EF4-FFF2-40B4-BE49-F238E27FC236}">
                <a16:creationId xmlns:a16="http://schemas.microsoft.com/office/drawing/2014/main" id="{02BD3EE8-98CC-4E96-89D8-312AD980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9" name="bootstrap-middle-8x8-r8-c3">
            <a:extLst xmlns:a="http://schemas.openxmlformats.org/drawingml/2006/main">
              <a:ext uri="{FF2B5EF4-FFF2-40B4-BE49-F238E27FC236}">
                <a16:creationId xmlns:a16="http://schemas.microsoft.com/office/drawing/2014/main" id="{DC3E5914-C184-4D8A-A995-0A6E7AB4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9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0" name="bootstrap-middle-8x8-r8-c4">
            <a:extLst xmlns:a="http://schemas.openxmlformats.org/drawingml/2006/main">
              <a:ext uri="{FF2B5EF4-FFF2-40B4-BE49-F238E27FC236}">
                <a16:creationId xmlns:a16="http://schemas.microsoft.com/office/drawing/2014/main" id="{6CA1B998-4E38-4541-B7E7-D914F86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08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1" name="bootstrap-middle-8x8-r8-c5">
            <a:extLst xmlns:a="http://schemas.openxmlformats.org/drawingml/2006/main">
              <a:ext uri="{FF2B5EF4-FFF2-40B4-BE49-F238E27FC236}">
                <a16:creationId xmlns:a16="http://schemas.microsoft.com/office/drawing/2014/main" id="{4A15266E-6AE8-40DD-A716-1BAF9073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2" name="bootstrap-middle-8x8-r8-c6">
            <a:extLst xmlns:a="http://schemas.openxmlformats.org/drawingml/2006/main">
              <a:ext uri="{FF2B5EF4-FFF2-40B4-BE49-F238E27FC236}">
                <a16:creationId xmlns:a16="http://schemas.microsoft.com/office/drawing/2014/main" id="{59745FF3-2A52-48B2-A18F-7F9B9D36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3" name="bootstrap-middle-8x8-r8-c7">
            <a:extLst xmlns:a="http://schemas.openxmlformats.org/drawingml/2006/main">
              <a:ext uri="{FF2B5EF4-FFF2-40B4-BE49-F238E27FC236}">
                <a16:creationId xmlns:a16="http://schemas.microsoft.com/office/drawing/2014/main" id="{C9800D65-C65B-4BC6-AA1B-E7755CC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4" name="bootstrap-middle-8x8-r8-c8">
            <a:extLst xmlns:a="http://schemas.openxmlformats.org/drawingml/2006/main">
              <a:ext uri="{FF2B5EF4-FFF2-40B4-BE49-F238E27FC236}">
                <a16:creationId xmlns:a16="http://schemas.microsoft.com/office/drawing/2014/main" id="{59655BC5-06A9-44B4-B5CE-9F6B727D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4357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bootstrap-bottom-8x8-r1-c1">
            <a:extLst xmlns:a="http://schemas.openxmlformats.org/drawingml/2006/main">
              <a:ext uri="{FF2B5EF4-FFF2-40B4-BE49-F238E27FC236}">
                <a16:creationId xmlns:a16="http://schemas.microsoft.com/office/drawing/2014/main" id="{9A2AB93E-BA03-4BF8-9DFC-3403CF20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" name="bootstrap-bottom-8x8-r1-c2">
            <a:extLst xmlns:a="http://schemas.openxmlformats.org/drawingml/2006/main">
              <a:ext uri="{FF2B5EF4-FFF2-40B4-BE49-F238E27FC236}">
                <a16:creationId xmlns:a16="http://schemas.microsoft.com/office/drawing/2014/main" id="{B6A44642-7103-4144-82DB-597EFAF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" name="bootstrap-bottom-8x8-r1-c3">
            <a:extLst xmlns:a="http://schemas.openxmlformats.org/drawingml/2006/main">
              <a:ext uri="{FF2B5EF4-FFF2-40B4-BE49-F238E27FC236}">
                <a16:creationId xmlns:a16="http://schemas.microsoft.com/office/drawing/2014/main" id="{680C2F36-822C-4E53-A8E2-913D4E2F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" name="bootstrap-bottom-8x8-r1-c4">
            <a:extLst xmlns:a="http://schemas.openxmlformats.org/drawingml/2006/main">
              <a:ext uri="{FF2B5EF4-FFF2-40B4-BE49-F238E27FC236}">
                <a16:creationId xmlns:a16="http://schemas.microsoft.com/office/drawing/2014/main" id="{042C35B2-2151-4578-874D-207C5EBC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" name="bootstrap-bottom-8x8-r1-c5">
            <a:extLst xmlns:a="http://schemas.openxmlformats.org/drawingml/2006/main">
              <a:ext uri="{FF2B5EF4-FFF2-40B4-BE49-F238E27FC236}">
                <a16:creationId xmlns:a16="http://schemas.microsoft.com/office/drawing/2014/main" id="{C7BB5756-720B-4E3E-A660-8124566D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" name="bootstrap-bottom-8x8-r1-c6">
            <a:extLst xmlns:a="http://schemas.openxmlformats.org/drawingml/2006/main">
              <a:ext uri="{FF2B5EF4-FFF2-40B4-BE49-F238E27FC236}">
                <a16:creationId xmlns:a16="http://schemas.microsoft.com/office/drawing/2014/main" id="{E7578AB2-82DB-4D56-883D-3C4D37C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7" name="bootstrap-bottom-8x8-r1-c7">
            <a:extLst xmlns:a="http://schemas.openxmlformats.org/drawingml/2006/main">
              <a:ext uri="{FF2B5EF4-FFF2-40B4-BE49-F238E27FC236}">
                <a16:creationId xmlns:a16="http://schemas.microsoft.com/office/drawing/2014/main" id="{E251B8CF-A41A-4C7B-9FFE-077F26DC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8" name="bootstrap-bottom-8x8-r1-c8">
            <a:extLst xmlns:a="http://schemas.openxmlformats.org/drawingml/2006/main">
              <a:ext uri="{FF2B5EF4-FFF2-40B4-BE49-F238E27FC236}">
                <a16:creationId xmlns:a16="http://schemas.microsoft.com/office/drawing/2014/main" id="{10577801-6B65-4A93-A26B-407BA81C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8575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9" name="bootstrap-bottom-8x8-r2-c1">
            <a:extLst xmlns:a="http://schemas.openxmlformats.org/drawingml/2006/main">
              <a:ext uri="{FF2B5EF4-FFF2-40B4-BE49-F238E27FC236}">
                <a16:creationId xmlns:a16="http://schemas.microsoft.com/office/drawing/2014/main" id="{24819445-DE56-4A1F-9AD1-3A3D159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0" name="bootstrap-bottom-8x8-r2-c2">
            <a:extLst xmlns:a="http://schemas.openxmlformats.org/drawingml/2006/main">
              <a:ext uri="{FF2B5EF4-FFF2-40B4-BE49-F238E27FC236}">
                <a16:creationId xmlns:a16="http://schemas.microsoft.com/office/drawing/2014/main" id="{2CE0F52D-4441-4CA9-B8F4-E164B6F3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11" name="bootstrap-bottom-8x8-r2-c3">
            <a:extLst xmlns:a="http://schemas.openxmlformats.org/drawingml/2006/main">
              <a:ext uri="{FF2B5EF4-FFF2-40B4-BE49-F238E27FC236}">
                <a16:creationId xmlns:a16="http://schemas.microsoft.com/office/drawing/2014/main" id="{40610FA5-B6FF-4ECA-9A65-C3AA62D9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2" name="bootstrap-bottom-8x8-r2-c4">
            <a:extLst xmlns:a="http://schemas.openxmlformats.org/drawingml/2006/main">
              <a:ext uri="{FF2B5EF4-FFF2-40B4-BE49-F238E27FC236}">
                <a16:creationId xmlns:a16="http://schemas.microsoft.com/office/drawing/2014/main" id="{2D595E6E-05EF-4569-8EEA-7414CFFC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3" name="bootstrap-bottom-8x8-r2-c5">
            <a:extLst xmlns:a="http://schemas.openxmlformats.org/drawingml/2006/main">
              <a:ext uri="{FF2B5EF4-FFF2-40B4-BE49-F238E27FC236}">
                <a16:creationId xmlns:a16="http://schemas.microsoft.com/office/drawing/2014/main" id="{1A087BA6-2B49-4B22-A63B-89B8C5F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4" name="bootstrap-bottom-8x8-r2-c6">
            <a:extLst xmlns:a="http://schemas.openxmlformats.org/drawingml/2006/main">
              <a:ext uri="{FF2B5EF4-FFF2-40B4-BE49-F238E27FC236}">
                <a16:creationId xmlns:a16="http://schemas.microsoft.com/office/drawing/2014/main" id="{12811B1D-A58E-424C-B97B-2B35332E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5" name="bootstrap-bottom-8x8-r2-c7">
            <a:extLst xmlns:a="http://schemas.openxmlformats.org/drawingml/2006/main">
              <a:ext uri="{FF2B5EF4-FFF2-40B4-BE49-F238E27FC236}">
                <a16:creationId xmlns:a16="http://schemas.microsoft.com/office/drawing/2014/main" id="{2099EE90-4D92-46DF-BEAD-D4EE050D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6" name="bootstrap-bottom-8x8-r2-c8">
            <a:extLst xmlns:a="http://schemas.openxmlformats.org/drawingml/2006/main">
              <a:ext uri="{FF2B5EF4-FFF2-40B4-BE49-F238E27FC236}">
                <a16:creationId xmlns:a16="http://schemas.microsoft.com/office/drawing/2014/main" id="{A81F336B-4668-4AEE-9A3B-14725A25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92868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7" name="bootstrap-bottom-8x8-r3-c1">
            <a:extLst xmlns:a="http://schemas.openxmlformats.org/drawingml/2006/main">
              <a:ext uri="{FF2B5EF4-FFF2-40B4-BE49-F238E27FC236}">
                <a16:creationId xmlns:a16="http://schemas.microsoft.com/office/drawing/2014/main" id="{4CC353EB-2E27-4B91-A08D-BBF4E3E0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8" name="bootstrap-bottom-8x8-r3-c2">
            <a:extLst xmlns:a="http://schemas.openxmlformats.org/drawingml/2006/main">
              <a:ext uri="{FF2B5EF4-FFF2-40B4-BE49-F238E27FC236}">
                <a16:creationId xmlns:a16="http://schemas.microsoft.com/office/drawing/2014/main" id="{2209938D-2162-4D95-BEB1-584F1A1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19" name="bootstrap-bottom-8x8-r3-c3">
            <a:extLst xmlns:a="http://schemas.openxmlformats.org/drawingml/2006/main">
              <a:ext uri="{FF2B5EF4-FFF2-40B4-BE49-F238E27FC236}">
                <a16:creationId xmlns:a16="http://schemas.microsoft.com/office/drawing/2014/main" id="{31548514-9BEF-4451-A407-C7884E72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0" name="bootstrap-bottom-8x8-r3-c4">
            <a:extLst xmlns:a="http://schemas.openxmlformats.org/drawingml/2006/main">
              <a:ext uri="{FF2B5EF4-FFF2-40B4-BE49-F238E27FC236}">
                <a16:creationId xmlns:a16="http://schemas.microsoft.com/office/drawing/2014/main" id="{673A89B4-471A-4DEF-AD7B-3DD45E2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1" name="bootstrap-bottom-8x8-r3-c5">
            <a:extLst xmlns:a="http://schemas.openxmlformats.org/drawingml/2006/main">
              <a:ext uri="{FF2B5EF4-FFF2-40B4-BE49-F238E27FC236}">
                <a16:creationId xmlns:a16="http://schemas.microsoft.com/office/drawing/2014/main" id="{48858DF7-4753-472B-BAAF-D14F5A96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2" name="bootstrap-bottom-8x8-r3-c6">
            <a:extLst xmlns:a="http://schemas.openxmlformats.org/drawingml/2006/main">
              <a:ext uri="{FF2B5EF4-FFF2-40B4-BE49-F238E27FC236}">
                <a16:creationId xmlns:a16="http://schemas.microsoft.com/office/drawing/2014/main" id="{D7AE8A01-7499-4111-992E-5297E3BC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3" name="bootstrap-bottom-8x8-r3-c7">
            <a:extLst xmlns:a="http://schemas.openxmlformats.org/drawingml/2006/main">
              <a:ext uri="{FF2B5EF4-FFF2-40B4-BE49-F238E27FC236}">
                <a16:creationId xmlns:a16="http://schemas.microsoft.com/office/drawing/2014/main" id="{9E533845-5309-49DE-9E6E-6B6DC287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4" name="bootstrap-bottom-8x8-r3-c8">
            <a:extLst xmlns:a="http://schemas.openxmlformats.org/drawingml/2006/main">
              <a:ext uri="{FF2B5EF4-FFF2-40B4-BE49-F238E27FC236}">
                <a16:creationId xmlns:a16="http://schemas.microsoft.com/office/drawing/2014/main" id="{EC5881B3-0524-4A50-8245-49F143D1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157162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5" name="bootstrap-bottom-8x8-r4-c1">
            <a:extLst xmlns:a="http://schemas.openxmlformats.org/drawingml/2006/main">
              <a:ext uri="{FF2B5EF4-FFF2-40B4-BE49-F238E27FC236}">
                <a16:creationId xmlns:a16="http://schemas.microsoft.com/office/drawing/2014/main" id="{7D40A1A9-7461-4C98-AE04-30701921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6" name="bootstrap-bottom-8x8-r4-c2">
            <a:extLst xmlns:a="http://schemas.openxmlformats.org/drawingml/2006/main">
              <a:ext uri="{FF2B5EF4-FFF2-40B4-BE49-F238E27FC236}">
                <a16:creationId xmlns:a16="http://schemas.microsoft.com/office/drawing/2014/main" id="{C2683564-868C-4705-B3A0-0A364541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7" name="bootstrap-bottom-8x8-r4-c3">
            <a:extLst xmlns:a="http://schemas.openxmlformats.org/drawingml/2006/main">
              <a:ext uri="{FF2B5EF4-FFF2-40B4-BE49-F238E27FC236}">
                <a16:creationId xmlns:a16="http://schemas.microsoft.com/office/drawing/2014/main" id="{FA4322FC-F874-403D-9B66-7702C4E3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28" name="bootstrap-bottom-8x8-r4-c4">
            <a:extLst xmlns:a="http://schemas.openxmlformats.org/drawingml/2006/main">
              <a:ext uri="{FF2B5EF4-FFF2-40B4-BE49-F238E27FC236}">
                <a16:creationId xmlns:a16="http://schemas.microsoft.com/office/drawing/2014/main" id="{2CA77E77-E2EF-4900-8808-A2BA6EED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29" name="bootstrap-bottom-8x8-r4-c5">
            <a:extLst xmlns:a="http://schemas.openxmlformats.org/drawingml/2006/main">
              <a:ext uri="{FF2B5EF4-FFF2-40B4-BE49-F238E27FC236}">
                <a16:creationId xmlns:a16="http://schemas.microsoft.com/office/drawing/2014/main" id="{91E7D6F0-514D-4E2A-819B-7747AF28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0" name="bootstrap-bottom-8x8-r4-c6">
            <a:extLst xmlns:a="http://schemas.openxmlformats.org/drawingml/2006/main">
              <a:ext uri="{FF2B5EF4-FFF2-40B4-BE49-F238E27FC236}">
                <a16:creationId xmlns:a16="http://schemas.microsoft.com/office/drawing/2014/main" id="{50CFA97D-5776-4BE7-9F67-4AADC8C5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1" name="bootstrap-bottom-8x8-r4-c7">
            <a:extLst xmlns:a="http://schemas.openxmlformats.org/drawingml/2006/main">
              <a:ext uri="{FF2B5EF4-FFF2-40B4-BE49-F238E27FC236}">
                <a16:creationId xmlns:a16="http://schemas.microsoft.com/office/drawing/2014/main" id="{7F7F66D3-90F6-49CF-BCA9-D8B702C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2" name="bootstrap-bottom-8x8-r4-c8">
            <a:extLst xmlns:a="http://schemas.openxmlformats.org/drawingml/2006/main">
              <a:ext uri="{FF2B5EF4-FFF2-40B4-BE49-F238E27FC236}">
                <a16:creationId xmlns:a16="http://schemas.microsoft.com/office/drawing/2014/main" id="{75AB71CB-C624-4DF4-B789-060AB9F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21456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3" name="bootstrap-bottom-8x8-r5-c1">
            <a:extLst xmlns:a="http://schemas.openxmlformats.org/drawingml/2006/main">
              <a:ext uri="{FF2B5EF4-FFF2-40B4-BE49-F238E27FC236}">
                <a16:creationId xmlns:a16="http://schemas.microsoft.com/office/drawing/2014/main" id="{A02A92BC-156D-4E22-9C1C-8DD14F1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4" name="bootstrap-bottom-8x8-r5-c2">
            <a:extLst xmlns:a="http://schemas.openxmlformats.org/drawingml/2006/main">
              <a:ext uri="{FF2B5EF4-FFF2-40B4-BE49-F238E27FC236}">
                <a16:creationId xmlns:a16="http://schemas.microsoft.com/office/drawing/2014/main" id="{26402094-C8C1-471C-AF07-9361D78A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5" name="bootstrap-bottom-8x8-r5-c3">
            <a:extLst xmlns:a="http://schemas.openxmlformats.org/drawingml/2006/main">
              <a:ext uri="{FF2B5EF4-FFF2-40B4-BE49-F238E27FC236}">
                <a16:creationId xmlns:a16="http://schemas.microsoft.com/office/drawing/2014/main" id="{D4075C4F-4042-4AAC-8432-CCD8736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6" name="bootstrap-bottom-8x8-r5-c4">
            <a:extLst xmlns:a="http://schemas.openxmlformats.org/drawingml/2006/main">
              <a:ext uri="{FF2B5EF4-FFF2-40B4-BE49-F238E27FC236}">
                <a16:creationId xmlns:a16="http://schemas.microsoft.com/office/drawing/2014/main" id="{7A605C5F-A1E9-407F-93BD-1B115EC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7" name="bootstrap-bottom-8x8-r5-c5">
            <a:extLst xmlns:a="http://schemas.openxmlformats.org/drawingml/2006/main">
              <a:ext uri="{FF2B5EF4-FFF2-40B4-BE49-F238E27FC236}">
                <a16:creationId xmlns:a16="http://schemas.microsoft.com/office/drawing/2014/main" id="{98D79412-6DD2-4266-AEC3-2D902DA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38" name="bootstrap-bottom-8x8-r5-c6">
            <a:extLst xmlns:a="http://schemas.openxmlformats.org/drawingml/2006/main">
              <a:ext uri="{FF2B5EF4-FFF2-40B4-BE49-F238E27FC236}">
                <a16:creationId xmlns:a16="http://schemas.microsoft.com/office/drawing/2014/main" id="{AE5C2FCA-D43B-4E50-8599-B569DFE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39" name="bootstrap-bottom-8x8-r5-c7">
            <a:extLst xmlns:a="http://schemas.openxmlformats.org/drawingml/2006/main">
              <a:ext uri="{FF2B5EF4-FFF2-40B4-BE49-F238E27FC236}">
                <a16:creationId xmlns:a16="http://schemas.microsoft.com/office/drawing/2014/main" id="{74B2416A-76ED-4291-9522-D215A55D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0" name="bootstrap-bottom-8x8-r5-c8">
            <a:extLst xmlns:a="http://schemas.openxmlformats.org/drawingml/2006/main">
              <a:ext uri="{FF2B5EF4-FFF2-40B4-BE49-F238E27FC236}">
                <a16:creationId xmlns:a16="http://schemas.microsoft.com/office/drawing/2014/main" id="{664D746C-A828-4902-83B4-B4B16D52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857500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1" name="bootstrap-bottom-8x8-r6-c1">
            <a:extLst xmlns:a="http://schemas.openxmlformats.org/drawingml/2006/main">
              <a:ext uri="{FF2B5EF4-FFF2-40B4-BE49-F238E27FC236}">
                <a16:creationId xmlns:a16="http://schemas.microsoft.com/office/drawing/2014/main" id="{87DE45D5-A747-44BB-9FBF-21E8F3E6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2" name="bootstrap-bottom-8x8-r6-c2">
            <a:extLst xmlns:a="http://schemas.openxmlformats.org/drawingml/2006/main">
              <a:ext uri="{FF2B5EF4-FFF2-40B4-BE49-F238E27FC236}">
                <a16:creationId xmlns:a16="http://schemas.microsoft.com/office/drawing/2014/main" id="{3339A6C8-EAC0-45DD-B20C-DD52DCD8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3" name="bootstrap-bottom-8x8-r6-c3">
            <a:extLst xmlns:a="http://schemas.openxmlformats.org/drawingml/2006/main">
              <a:ext uri="{FF2B5EF4-FFF2-40B4-BE49-F238E27FC236}">
                <a16:creationId xmlns:a16="http://schemas.microsoft.com/office/drawing/2014/main" id="{8EE8D958-888A-4DC2-8DBF-C03A2227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4" name="bootstrap-bottom-8x8-r6-c4">
            <a:extLst xmlns:a="http://schemas.openxmlformats.org/drawingml/2006/main">
              <a:ext uri="{FF2B5EF4-FFF2-40B4-BE49-F238E27FC236}">
                <a16:creationId xmlns:a16="http://schemas.microsoft.com/office/drawing/2014/main" id="{DA10297B-70B0-440B-BD7D-7A17E58F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5" name="bootstrap-bottom-8x8-r6-c5">
            <a:extLst xmlns:a="http://schemas.openxmlformats.org/drawingml/2006/main">
              <a:ext uri="{FF2B5EF4-FFF2-40B4-BE49-F238E27FC236}">
                <a16:creationId xmlns:a16="http://schemas.microsoft.com/office/drawing/2014/main" id="{CB8576C5-CD59-4976-851E-862C1592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6" name="bootstrap-bottom-8x8-r6-c6">
            <a:extLst xmlns:a="http://schemas.openxmlformats.org/drawingml/2006/main">
              <a:ext uri="{FF2B5EF4-FFF2-40B4-BE49-F238E27FC236}">
                <a16:creationId xmlns:a16="http://schemas.microsoft.com/office/drawing/2014/main" id="{5E30D723-52F4-4166-911D-F56B1999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47" name="bootstrap-bottom-8x8-r6-c7">
            <a:extLst xmlns:a="http://schemas.openxmlformats.org/drawingml/2006/main">
              <a:ext uri="{FF2B5EF4-FFF2-40B4-BE49-F238E27FC236}">
                <a16:creationId xmlns:a16="http://schemas.microsoft.com/office/drawing/2014/main" id="{4AA9A056-0C80-4863-9091-86A1DBD5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8" name="bootstrap-bottom-8x8-r6-c8">
            <a:extLst xmlns:a="http://schemas.openxmlformats.org/drawingml/2006/main">
              <a:ext uri="{FF2B5EF4-FFF2-40B4-BE49-F238E27FC236}">
                <a16:creationId xmlns:a16="http://schemas.microsoft.com/office/drawing/2014/main" id="{D1799421-F2ED-47AF-9BCB-7BCB46D8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00438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49" name="bootstrap-bottom-8x8-r7-c1">
            <a:extLst xmlns:a="http://schemas.openxmlformats.org/drawingml/2006/main">
              <a:ext uri="{FF2B5EF4-FFF2-40B4-BE49-F238E27FC236}">
                <a16:creationId xmlns:a16="http://schemas.microsoft.com/office/drawing/2014/main" id="{3EFFDF67-7D29-43A3-BC13-75D0C1C3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0" name="bootstrap-bottom-8x8-r7-c2">
            <a:extLst xmlns:a="http://schemas.openxmlformats.org/drawingml/2006/main">
              <a:ext uri="{FF2B5EF4-FFF2-40B4-BE49-F238E27FC236}">
                <a16:creationId xmlns:a16="http://schemas.microsoft.com/office/drawing/2014/main" id="{11628626-918C-48DF-837D-7D2D460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1" name="bootstrap-bottom-8x8-r7-c3">
            <a:extLst xmlns:a="http://schemas.openxmlformats.org/drawingml/2006/main">
              <a:ext uri="{FF2B5EF4-FFF2-40B4-BE49-F238E27FC236}">
                <a16:creationId xmlns:a16="http://schemas.microsoft.com/office/drawing/2014/main" id="{DC24F315-7B22-45B8-B77B-8937149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74A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2" name="bootstrap-bottom-8x8-r7-c4">
            <a:extLst xmlns:a="http://schemas.openxmlformats.org/drawingml/2006/main">
              <a:ext uri="{FF2B5EF4-FFF2-40B4-BE49-F238E27FC236}">
                <a16:creationId xmlns:a16="http://schemas.microsoft.com/office/drawing/2014/main" id="{53F58225-0F7E-4A64-BC9A-F0D4C0D1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16E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3" name="bootstrap-bottom-8x8-r7-c5">
            <a:extLst xmlns:a="http://schemas.openxmlformats.org/drawingml/2006/main">
              <a:ext uri="{FF2B5EF4-FFF2-40B4-BE49-F238E27FC236}">
                <a16:creationId xmlns:a16="http://schemas.microsoft.com/office/drawing/2014/main" id="{40BA3F89-E143-48A2-A04A-51B3BFF1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4" name="bootstrap-bottom-8x8-r7-c6">
            <a:extLst xmlns:a="http://schemas.openxmlformats.org/drawingml/2006/main">
              <a:ext uri="{FF2B5EF4-FFF2-40B4-BE49-F238E27FC236}">
                <a16:creationId xmlns:a16="http://schemas.microsoft.com/office/drawing/2014/main" id="{A6065ACC-FD35-40E6-B793-95502EF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8AF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5" name="bootstrap-bottom-8x8-r7-c7">
            <a:extLst xmlns:a="http://schemas.openxmlformats.org/drawingml/2006/main">
              <a:ext uri="{FF2B5EF4-FFF2-40B4-BE49-F238E27FC236}">
                <a16:creationId xmlns:a16="http://schemas.microsoft.com/office/drawing/2014/main" id="{55487EB4-631D-4FC4-8158-E6587D6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  <p:sp>
        <p:nvSpPr>
          <p:cNvPr id="56" name="bootstrap-bottom-8x8-r7-c8">
            <a:extLst xmlns:a="http://schemas.openxmlformats.org/drawingml/2006/main">
              <a:ext uri="{FF2B5EF4-FFF2-40B4-BE49-F238E27FC236}">
                <a16:creationId xmlns:a16="http://schemas.microsoft.com/office/drawing/2014/main" id="{E00F9A34-9D24-438D-AB5A-DC46762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143375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7" name="bootstrap-bottom-8x8-r8-c1">
            <a:extLst xmlns:a="http://schemas.openxmlformats.org/drawingml/2006/main">
              <a:ext uri="{FF2B5EF4-FFF2-40B4-BE49-F238E27FC236}">
                <a16:creationId xmlns:a16="http://schemas.microsoft.com/office/drawing/2014/main" id="{F04E3DA1-CF13-4E3C-9D71-F88F73E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6053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8" name="bootstrap-bottom-8x8-r8-c2">
            <a:extLst xmlns:a="http://schemas.openxmlformats.org/drawingml/2006/main">
              <a:ext uri="{FF2B5EF4-FFF2-40B4-BE49-F238E27FC236}">
                <a16:creationId xmlns:a16="http://schemas.microsoft.com/office/drawing/2014/main" id="{80407423-22DF-40A0-B26D-F2A2793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8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59" name="bootstrap-bottom-8x8-r8-c3">
            <a:extLst xmlns:a="http://schemas.openxmlformats.org/drawingml/2006/main">
              <a:ext uri="{FF2B5EF4-FFF2-40B4-BE49-F238E27FC236}">
                <a16:creationId xmlns:a16="http://schemas.microsoft.com/office/drawing/2014/main" id="{1EA6020B-3C32-47BA-9B20-12DB2B13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A77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0" name="bootstrap-bottom-8x8-r8-c4">
            <a:extLst xmlns:a="http://schemas.openxmlformats.org/drawingml/2006/main">
              <a:ext uri="{FF2B5EF4-FFF2-40B4-BE49-F238E27FC236}">
                <a16:creationId xmlns:a16="http://schemas.microsoft.com/office/drawing/2014/main" id="{C97B43AD-D15B-4C99-A4F6-13152BE5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A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1" name="bootstrap-bottom-8x8-r8-c5">
            <a:extLst xmlns:a="http://schemas.openxmlformats.org/drawingml/2006/main">
              <a:ext uri="{FF2B5EF4-FFF2-40B4-BE49-F238E27FC236}">
                <a16:creationId xmlns:a16="http://schemas.microsoft.com/office/drawing/2014/main" id="{2DEC22EE-C2F3-4F17-88CB-A09F431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C7DB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2" name="bootstrap-bottom-8x8-r8-c6">
            <a:extLst xmlns:a="http://schemas.openxmlformats.org/drawingml/2006/main">
              <a:ext uri="{FF2B5EF4-FFF2-40B4-BE49-F238E27FC236}">
                <a16:creationId xmlns:a16="http://schemas.microsoft.com/office/drawing/2014/main" id="{FE1BE2CC-38F1-4BA0-B6E2-AAACB5CC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3" name="bootstrap-bottom-8x8-r8-c7">
            <a:extLst xmlns:a="http://schemas.openxmlformats.org/drawingml/2006/main">
              <a:ext uri="{FF2B5EF4-FFF2-40B4-BE49-F238E27FC236}">
                <a16:creationId xmlns:a16="http://schemas.microsoft.com/office/drawing/2014/main" id="{4804105A-D6B5-4581-AEDE-B5E36AB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0B8"/>
          </a:solidFill>
          <a:ln xmlns:a="http://schemas.openxmlformats.org/drawingml/2006/main" w="3620">
            <a:solidFill>
              <a:srgbClr val="F8FAFB"/>
            </a:solidFill>
            <a:prstDash val="solid"/>
          </a:ln>
        </p:spPr>
      </p:sp>
      <p:sp>
        <p:nvSpPr>
          <p:cNvPr id="64" name="bootstrap-bottom-8x8-r8-c8">
            <a:extLst xmlns:a="http://schemas.openxmlformats.org/drawingml/2006/main">
              <a:ext uri="{FF2B5EF4-FFF2-40B4-BE49-F238E27FC236}">
                <a16:creationId xmlns:a16="http://schemas.microsoft.com/office/drawing/2014/main" id="{E0E84A13-76FE-4295-AEC4-335DC3C7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786313"/>
            <a:ext cx="643414" cy="643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B8C4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7662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2026-08-18T14:01:55.4970000Z</dcterms:created>
  <dcterms:modified xsi:type="dcterms:W3CDTF">2026-08-18T14:01:55.4970000Z</dcterms:modified>
</coreProperties>
</file>