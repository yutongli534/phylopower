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ccbb7d2ce4fe3" /><Relationship Type="http://schemas.openxmlformats.org/officeDocument/2006/relationships/extended-properties" Target="/docProps/app.xml" Id="Rc2e0fc33f15b48ee" /><Relationship Type="http://schemas.openxmlformats.org/officeDocument/2006/relationships/officeDocument" Target="/ppt/presentation.xml" Id="R6671125ec038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67b6e88eeb4b92"/>
  </p:sldMasterIdLst>
  <p:notesMasterIdLst>
    <p:notesMasterId xmlns:r="http://schemas.openxmlformats.org/officeDocument/2006/relationships" r:id="R501430af42f34e5e"/>
  </p:notesMasterIdLst>
  <p:sldIdLst>
    <p:sldId xmlns:r="http://schemas.openxmlformats.org/officeDocument/2006/relationships" id="256" r:id="Radbf7d3b4f304da2"/>
    <p:sldId xmlns:r="http://schemas.openxmlformats.org/officeDocument/2006/relationships" id="257" r:id="Rd995a050ba844732"/>
    <p:sldId xmlns:r="http://schemas.openxmlformats.org/officeDocument/2006/relationships" id="258" r:id="R4efa7cbd2c6649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ccee881bec4c02" /><Relationship Type="http://schemas.openxmlformats.org/officeDocument/2006/relationships/slideMaster" Target="/ppt/slideMasters/slideMaster1.xml" Id="R0467b6e88eeb4b92" /><Relationship Type="http://schemas.openxmlformats.org/officeDocument/2006/relationships/notesMaster" Target="/ppt/notesMasters/notesMaster1.xml" Id="R501430af42f34e5e" /><Relationship Type="http://schemas.openxmlformats.org/officeDocument/2006/relationships/presProps" Target="/ppt/presProps.xml" Id="R03358d4c4c2b4e26" /><Relationship Type="http://schemas.openxmlformats.org/officeDocument/2006/relationships/tableStyles" Target="/ppt/tableStyles.xml" Id="R9d3a2e9a86254dad" /><Relationship Type="http://schemas.openxmlformats.org/officeDocument/2006/relationships/slide" Target="/ppt/slides/slide1.xml" Id="Radbf7d3b4f304da2" /><Relationship Type="http://schemas.openxmlformats.org/officeDocument/2006/relationships/slide" Target="/ppt/slides/slide2.xml" Id="Rd995a050ba844732" /><Relationship Type="http://schemas.openxmlformats.org/officeDocument/2006/relationships/slide" Target="/ppt/slides/slide3.xml" Id="R4efa7cbd2c6649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1cd6b20854f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8db26794df4c26" /><Relationship Type="http://schemas.openxmlformats.org/officeDocument/2006/relationships/notesMaster" Target="/ppt/notesMasters/notesMaster1.xml" Id="R79487be6cf1a4b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c6aece1335482f" /><Relationship Type="http://schemas.openxmlformats.org/officeDocument/2006/relationships/notesMaster" Target="/ppt/notesMasters/notesMaster1.xml" Id="R34885c9aa54e40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5be95ae5d948ce" /><Relationship Type="http://schemas.openxmlformats.org/officeDocument/2006/relationships/notesMaster" Target="/ppt/notesMasters/notesMaster1.xml" Id="Rc8efa493e85643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codex-clipboard-8bee9934-b9f9-4d97-8716-31d90bce09f8.png</a:t>
            </a:r>
          </a:p>
          <a:p xmlns:a="http://schemas.openxmlformats.org/drawingml/2006/main">
            <a:r>
              <a:t>- Recreated as native PowerPoint shapes. Every heatmap cell, arrow, label, and symbol is independently editable.</a:t>
            </a:r>
          </a:p>
          <a:p xmlns:a="http://schemas.openxmlformats.org/drawingml/2006/main">
            <a:r>
              <a:t>- Density option: OPTION A · 10×10 → 7×7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codex-clipboard-8bee9934-b9f9-4d97-8716-31d90bce09f8.png</a:t>
            </a:r>
          </a:p>
          <a:p xmlns:a="http://schemas.openxmlformats.org/drawingml/2006/main">
            <a:r>
              <a:t>- Recreated as native PowerPoint shapes. Every heatmap cell, arrow, label, and symbol is independently editable.</a:t>
            </a:r>
          </a:p>
          <a:p xmlns:a="http://schemas.openxmlformats.org/drawingml/2006/main">
            <a:r>
              <a:t>- Density option: OPTION B · 12×12 → 8×8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codex-clipboard-8bee9934-b9f9-4d97-8716-31d90bce09f8.png</a:t>
            </a:r>
          </a:p>
          <a:p xmlns:a="http://schemas.openxmlformats.org/drawingml/2006/main">
            <a:r>
              <a:t>- Recreated as native PowerPoint shapes. Every heatmap cell, arrow, label, and symbol is independently editable.</a:t>
            </a:r>
          </a:p>
          <a:p xmlns:a="http://schemas.openxmlformats.org/drawingml/2006/main">
            <a:r>
              <a:t>- Density option: OPTION C · 14×14 → 10×10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b1fe7dc6849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72081883314ef2" /><Relationship Type="http://schemas.openxmlformats.org/officeDocument/2006/relationships/slideLayout" Target="/ppt/slideLayouts/slideLayout1.xml" Id="R1547c112af314a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47c112af314a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3ad2c93314943" /><Relationship Type="http://schemas.openxmlformats.org/officeDocument/2006/relationships/notesSlide" Target="/ppt/notesSlides/notesSlide1.xml" Id="Ra05dc6fcb57546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eebe4f8324462" /><Relationship Type="http://schemas.openxmlformats.org/officeDocument/2006/relationships/notesSlide" Target="/ppt/notesSlides/notesSlide2.xml" Id="Rab6034fb287f44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1cba226b349b6" /><Relationship Type="http://schemas.openxmlformats.org/officeDocument/2006/relationships/notesSlide" Target="/ppt/notesSlides/notesSlide3.xml" Id="R2c05810ec5d940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density-1-panel">
            <a:extLst xmlns:a="http://schemas.openxmlformats.org/drawingml/2006/main">
              <a:ext uri="{FF2B5EF4-FFF2-40B4-BE49-F238E27FC236}">
                <a16:creationId xmlns:a16="http://schemas.microsoft.com/office/drawing/2014/main" id="{FFD10DA7-C571-4339-A821-98E0ED70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1391900" cy="5619750"/>
          </a:xfrm>
          <a:prstGeom xmlns:a="http://schemas.openxmlformats.org/drawingml/2006/main" prst="roundRect">
            <a:avLst>
              <a:gd name="adj" fmla="val 8814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nsity-1-source-to-top">
            <a:extLst xmlns:a="http://schemas.openxmlformats.org/drawingml/2006/main">
              <a:ext uri="{FF2B5EF4-FFF2-40B4-BE49-F238E27FC236}">
                <a16:creationId xmlns:a16="http://schemas.microsoft.com/office/drawing/2014/main" id="{0AB38CE5-39A7-4BF9-A547-0ECD6719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667125" y="219075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nsity-1-source-to-middle">
            <a:extLst xmlns:a="http://schemas.openxmlformats.org/drawingml/2006/main">
              <a:ext uri="{FF2B5EF4-FFF2-40B4-BE49-F238E27FC236}">
                <a16:creationId xmlns:a16="http://schemas.microsoft.com/office/drawing/2014/main" id="{74C7D3CC-88DF-4CE8-BE91-FAF3548C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3295650"/>
            <a:ext cx="1381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nsity-1-source-to-bottom">
            <a:extLst xmlns:a="http://schemas.openxmlformats.org/drawingml/2006/main">
              <a:ext uri="{FF2B5EF4-FFF2-40B4-BE49-F238E27FC236}">
                <a16:creationId xmlns:a16="http://schemas.microsoft.com/office/drawing/2014/main" id="{25401E7B-7FD6-4436-B7B0-D2EA27D8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667125" y="443865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nsity-1-metric-to-top">
            <a:extLst xmlns:a="http://schemas.openxmlformats.org/drawingml/2006/main">
              <a:ext uri="{FF2B5EF4-FFF2-40B4-BE49-F238E27FC236}">
                <a16:creationId xmlns:a16="http://schemas.microsoft.com/office/drawing/2014/main" id="{D7F6FEAF-DCC9-4EA5-B52B-E1AF7FA3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143750" y="219075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nsity-1-metric-to-middle">
            <a:extLst xmlns:a="http://schemas.openxmlformats.org/drawingml/2006/main">
              <a:ext uri="{FF2B5EF4-FFF2-40B4-BE49-F238E27FC236}">
                <a16:creationId xmlns:a16="http://schemas.microsoft.com/office/drawing/2014/main" id="{956C241F-C206-455D-B2E7-21F66AFB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295650"/>
            <a:ext cx="1428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nsity-1-metric-to-bottom">
            <a:extLst xmlns:a="http://schemas.openxmlformats.org/drawingml/2006/main">
              <a:ext uri="{FF2B5EF4-FFF2-40B4-BE49-F238E27FC236}">
                <a16:creationId xmlns:a16="http://schemas.microsoft.com/office/drawing/2014/main" id="{11BAA989-8E27-47D5-BA1E-A00F6736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143750" y="443865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nsity-1-option-label">
            <a:extLst xmlns:a="http://schemas.openxmlformats.org/drawingml/2006/main">
              <a:ext uri="{FF2B5EF4-FFF2-40B4-BE49-F238E27FC236}">
                <a16:creationId xmlns:a16="http://schemas.microsoft.com/office/drawing/2014/main" id="{40754388-B619-42A9-952C-7A6693DE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43A"/>
                </a:solidFill>
              </a:defRPr>
            </a:pPr>
            <a:r>
              <a:rPr sz="1650" b="1">
                <a:solidFill>
                  <a:srgbClr val="25343A"/>
                </a:solidFill>
              </a:rPr>
              <a:t>OPTION A · 10×10 → 7×7</a:t>
            </a:r>
          </a:p>
        </p:txBody>
      </p:sp>
      <p:sp>
        <p:nvSpPr>
          <p:cNvPr id="9" name="density-1-title">
            <a:extLst xmlns:a="http://schemas.openxmlformats.org/drawingml/2006/main">
              <a:ext uri="{FF2B5EF4-FFF2-40B4-BE49-F238E27FC236}">
                <a16:creationId xmlns:a16="http://schemas.microsoft.com/office/drawing/2014/main" id="{149E6106-4627-49F0-8A4E-060E15FC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287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81B"/>
                </a:solidFill>
              </a:defRPr>
            </a:pPr>
            <a:r>
              <a:rPr sz="3150" b="1">
                <a:solidFill>
                  <a:srgbClr val="11181B"/>
                </a:solidFill>
              </a:rPr>
              <a:t>Bootstrap resampling &amp; PERMANOVA</a:t>
            </a:r>
          </a:p>
        </p:txBody>
      </p:sp>
      <p:sp>
        <p:nvSpPr>
          <p:cNvPr id="10" name="density-1-omega2">
            <a:extLst xmlns:a="http://schemas.openxmlformats.org/drawingml/2006/main">
              <a:ext uri="{FF2B5EF4-FFF2-40B4-BE49-F238E27FC236}">
                <a16:creationId xmlns:a16="http://schemas.microsoft.com/office/drawing/2014/main" id="{AD47010F-D6E0-4902-A913-069EB7ED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11181B"/>
                </a:solidFill>
              </a:defRPr>
            </a:pPr>
            <a:r>
              <a:rPr sz="3300" b="0">
                <a:solidFill>
                  <a:srgbClr val="11181B"/>
                </a:solidFill>
              </a:rPr>
              <a:t>ω²</a:t>
            </a:r>
          </a:p>
        </p:txBody>
      </p:sp>
      <p:sp>
        <p:nvSpPr>
          <p:cNvPr id="11" name="density-1-pvalue">
            <a:extLst xmlns:a="http://schemas.openxmlformats.org/drawingml/2006/main">
              <a:ext uri="{FF2B5EF4-FFF2-40B4-BE49-F238E27FC236}">
                <a16:creationId xmlns:a16="http://schemas.microsoft.com/office/drawing/2014/main" id="{A2FB4078-8052-487F-82E6-21A4FBEB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1181B"/>
                </a:solidFill>
              </a:defRPr>
            </a:pPr>
            <a:r>
              <a:rPr sz="3150" b="0">
                <a:solidFill>
                  <a:srgbClr val="11181B"/>
                </a:solidFill>
              </a:rPr>
              <a:t>p value</a:t>
            </a:r>
          </a:p>
        </p:txBody>
      </p:sp>
      <p:sp>
        <p:nvSpPr>
          <p:cNvPr id="12" name="density-1-repeat-icon">
            <a:extLst xmlns:a="http://schemas.openxmlformats.org/drawingml/2006/main">
              <a:ext uri="{FF2B5EF4-FFF2-40B4-BE49-F238E27FC236}">
                <a16:creationId xmlns:a16="http://schemas.microsoft.com/office/drawing/2014/main" id="{A9E08E9E-33A6-4F55-B8B6-3F56D5BA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39474C"/>
                </a:solidFill>
              </a:defRPr>
            </a:pPr>
            <a:r>
              <a:rPr sz="3750" b="0">
                <a:solidFill>
                  <a:srgbClr val="39474C"/>
                </a:solidFill>
              </a:rPr>
              <a:t>↻</a:t>
            </a:r>
          </a:p>
        </p:txBody>
      </p:sp>
      <p:sp>
        <p:nvSpPr>
          <p:cNvPr id="13" name="density-1-iterations">
            <a:extLst xmlns:a="http://schemas.openxmlformats.org/drawingml/2006/main">
              <a:ext uri="{FF2B5EF4-FFF2-40B4-BE49-F238E27FC236}">
                <a16:creationId xmlns:a16="http://schemas.microsoft.com/office/drawing/2014/main" id="{2A924963-FD84-4798-B3EA-3E62B938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816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1181B"/>
                </a:solidFill>
              </a:defRPr>
            </a:pPr>
            <a:r>
              <a:rPr sz="2850" b="0">
                <a:solidFill>
                  <a:srgbClr val="11181B"/>
                </a:solidFill>
              </a:rPr>
              <a:t>B = 500 iterations</a:t>
            </a:r>
          </a:p>
        </p:txBody>
      </p:sp>
      <p:sp>
        <p:nvSpPr>
          <p:cNvPr id="14" name="density-1-source-r1-c1">
            <a:extLst xmlns:a="http://schemas.openxmlformats.org/drawingml/2006/main">
              <a:ext uri="{FF2B5EF4-FFF2-40B4-BE49-F238E27FC236}">
                <a16:creationId xmlns:a16="http://schemas.microsoft.com/office/drawing/2014/main" id="{C20672D8-B59C-47DF-B20F-F6CDF80D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nsity-1-source-r1-c2">
            <a:extLst xmlns:a="http://schemas.openxmlformats.org/drawingml/2006/main">
              <a:ext uri="{FF2B5EF4-FFF2-40B4-BE49-F238E27FC236}">
                <a16:creationId xmlns:a16="http://schemas.microsoft.com/office/drawing/2014/main" id="{5B81054A-2D17-494A-8E2B-574E0A13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4288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nsity-1-source-r1-c3">
            <a:extLst xmlns:a="http://schemas.openxmlformats.org/drawingml/2006/main">
              <a:ext uri="{FF2B5EF4-FFF2-40B4-BE49-F238E27FC236}">
                <a16:creationId xmlns:a16="http://schemas.microsoft.com/office/drawing/2014/main" id="{DD52286D-F30B-453E-AEA7-66F7B47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nsity-1-source-r1-c4">
            <a:extLst xmlns:a="http://schemas.openxmlformats.org/drawingml/2006/main">
              <a:ext uri="{FF2B5EF4-FFF2-40B4-BE49-F238E27FC236}">
                <a16:creationId xmlns:a16="http://schemas.microsoft.com/office/drawing/2014/main" id="{7978DA10-7645-47EF-828F-FB6F8173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24288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nsity-1-source-r1-c5">
            <a:extLst xmlns:a="http://schemas.openxmlformats.org/drawingml/2006/main">
              <a:ext uri="{FF2B5EF4-FFF2-40B4-BE49-F238E27FC236}">
                <a16:creationId xmlns:a16="http://schemas.microsoft.com/office/drawing/2014/main" id="{F7B4A3C5-CC96-41CE-BD97-D8422520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288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nsity-1-source-r1-c6">
            <a:extLst xmlns:a="http://schemas.openxmlformats.org/drawingml/2006/main">
              <a:ext uri="{FF2B5EF4-FFF2-40B4-BE49-F238E27FC236}">
                <a16:creationId xmlns:a16="http://schemas.microsoft.com/office/drawing/2014/main" id="{94EC7013-9D6F-4510-A7E5-9AE517A1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4288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nsity-1-source-r1-c7">
            <a:extLst xmlns:a="http://schemas.openxmlformats.org/drawingml/2006/main">
              <a:ext uri="{FF2B5EF4-FFF2-40B4-BE49-F238E27FC236}">
                <a16:creationId xmlns:a16="http://schemas.microsoft.com/office/drawing/2014/main" id="{FF58EC2F-ED34-48DA-93E5-B2F818D4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ensity-1-source-r1-c8">
            <a:extLst xmlns:a="http://schemas.openxmlformats.org/drawingml/2006/main">
              <a:ext uri="{FF2B5EF4-FFF2-40B4-BE49-F238E27FC236}">
                <a16:creationId xmlns:a16="http://schemas.microsoft.com/office/drawing/2014/main" id="{09C16371-48E3-4678-8BB7-F8F25C2C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4288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nsity-1-source-r1-c9">
            <a:extLst xmlns:a="http://schemas.openxmlformats.org/drawingml/2006/main">
              <a:ext uri="{FF2B5EF4-FFF2-40B4-BE49-F238E27FC236}">
                <a16:creationId xmlns:a16="http://schemas.microsoft.com/office/drawing/2014/main" id="{3095E091-57B2-41E3-9523-8185CEED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288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ensity-1-source-r1-c10">
            <a:extLst xmlns:a="http://schemas.openxmlformats.org/drawingml/2006/main">
              <a:ext uri="{FF2B5EF4-FFF2-40B4-BE49-F238E27FC236}">
                <a16:creationId xmlns:a16="http://schemas.microsoft.com/office/drawing/2014/main" id="{4E1E2829-1687-4480-8C08-CE84F745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24288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ensity-1-source-r2-c1">
            <a:extLst xmlns:a="http://schemas.openxmlformats.org/drawingml/2006/main">
              <a:ext uri="{FF2B5EF4-FFF2-40B4-BE49-F238E27FC236}">
                <a16:creationId xmlns:a16="http://schemas.microsoft.com/office/drawing/2014/main" id="{D32BC6AD-893C-46E4-BE50-A34E2FFF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431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nsity-1-source-r2-c2">
            <a:extLst xmlns:a="http://schemas.openxmlformats.org/drawingml/2006/main">
              <a:ext uri="{FF2B5EF4-FFF2-40B4-BE49-F238E27FC236}">
                <a16:creationId xmlns:a16="http://schemas.microsoft.com/office/drawing/2014/main" id="{3A1C71EE-014F-4F81-956E-2FDFD60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6431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ensity-1-source-r2-c3">
            <a:extLst xmlns:a="http://schemas.openxmlformats.org/drawingml/2006/main">
              <a:ext uri="{FF2B5EF4-FFF2-40B4-BE49-F238E27FC236}">
                <a16:creationId xmlns:a16="http://schemas.microsoft.com/office/drawing/2014/main" id="{5B0F58B2-B5E0-4D8D-AAD1-60EEE93A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31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nsity-1-source-r2-c4">
            <a:extLst xmlns:a="http://schemas.openxmlformats.org/drawingml/2006/main">
              <a:ext uri="{FF2B5EF4-FFF2-40B4-BE49-F238E27FC236}">
                <a16:creationId xmlns:a16="http://schemas.microsoft.com/office/drawing/2014/main" id="{04C33FBB-1BC4-4D69-8B92-DEAAD95C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26431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ensity-1-source-r2-c5">
            <a:extLst xmlns:a="http://schemas.openxmlformats.org/drawingml/2006/main">
              <a:ext uri="{FF2B5EF4-FFF2-40B4-BE49-F238E27FC236}">
                <a16:creationId xmlns:a16="http://schemas.microsoft.com/office/drawing/2014/main" id="{B25E3C2A-B6EF-4218-89CA-04C0FD8E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431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ensity-1-source-r2-c6">
            <a:extLst xmlns:a="http://schemas.openxmlformats.org/drawingml/2006/main">
              <a:ext uri="{FF2B5EF4-FFF2-40B4-BE49-F238E27FC236}">
                <a16:creationId xmlns:a16="http://schemas.microsoft.com/office/drawing/2014/main" id="{FE8748C2-D527-4890-95B2-96EC325F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6431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ensity-1-source-r2-c7">
            <a:extLst xmlns:a="http://schemas.openxmlformats.org/drawingml/2006/main">
              <a:ext uri="{FF2B5EF4-FFF2-40B4-BE49-F238E27FC236}">
                <a16:creationId xmlns:a16="http://schemas.microsoft.com/office/drawing/2014/main" id="{19D724A4-F350-44A7-B1E3-06AAD75E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31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ensity-1-source-r2-c8">
            <a:extLst xmlns:a="http://schemas.openxmlformats.org/drawingml/2006/main">
              <a:ext uri="{FF2B5EF4-FFF2-40B4-BE49-F238E27FC236}">
                <a16:creationId xmlns:a16="http://schemas.microsoft.com/office/drawing/2014/main" id="{D0C55D67-0706-4212-856F-88510F82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6431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ensity-1-source-r2-c9">
            <a:extLst xmlns:a="http://schemas.openxmlformats.org/drawingml/2006/main">
              <a:ext uri="{FF2B5EF4-FFF2-40B4-BE49-F238E27FC236}">
                <a16:creationId xmlns:a16="http://schemas.microsoft.com/office/drawing/2014/main" id="{A01E0333-CD3E-4D8A-B67E-3785EFD8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431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ensity-1-source-r2-c10">
            <a:extLst xmlns:a="http://schemas.openxmlformats.org/drawingml/2006/main">
              <a:ext uri="{FF2B5EF4-FFF2-40B4-BE49-F238E27FC236}">
                <a16:creationId xmlns:a16="http://schemas.microsoft.com/office/drawing/2014/main" id="{2AEB9785-A606-4788-A51E-7376880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26431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ensity-1-source-r3-c1">
            <a:extLst xmlns:a="http://schemas.openxmlformats.org/drawingml/2006/main">
              <a:ext uri="{FF2B5EF4-FFF2-40B4-BE49-F238E27FC236}">
                <a16:creationId xmlns:a16="http://schemas.microsoft.com/office/drawing/2014/main" id="{BF405716-4932-4021-83A9-D4046E18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ensity-1-source-r3-c2">
            <a:extLst xmlns:a="http://schemas.openxmlformats.org/drawingml/2006/main">
              <a:ext uri="{FF2B5EF4-FFF2-40B4-BE49-F238E27FC236}">
                <a16:creationId xmlns:a16="http://schemas.microsoft.com/office/drawing/2014/main" id="{86459C64-CDB9-4484-A602-07CB3DBE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85750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ensity-1-source-r3-c3">
            <a:extLst xmlns:a="http://schemas.openxmlformats.org/drawingml/2006/main">
              <a:ext uri="{FF2B5EF4-FFF2-40B4-BE49-F238E27FC236}">
                <a16:creationId xmlns:a16="http://schemas.microsoft.com/office/drawing/2014/main" id="{CD9BD9BA-1B24-41FA-A957-8B6D5A9C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ensity-1-source-r3-c4">
            <a:extLst xmlns:a="http://schemas.openxmlformats.org/drawingml/2006/main">
              <a:ext uri="{FF2B5EF4-FFF2-40B4-BE49-F238E27FC236}">
                <a16:creationId xmlns:a16="http://schemas.microsoft.com/office/drawing/2014/main" id="{9DB8834B-495B-4BDA-A786-D79C6BD2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285750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ensity-1-source-r3-c5">
            <a:extLst xmlns:a="http://schemas.openxmlformats.org/drawingml/2006/main">
              <a:ext uri="{FF2B5EF4-FFF2-40B4-BE49-F238E27FC236}">
                <a16:creationId xmlns:a16="http://schemas.microsoft.com/office/drawing/2014/main" id="{5F47F0F4-E2DC-4463-BABD-8F2C21D0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5750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ensity-1-source-r3-c6">
            <a:extLst xmlns:a="http://schemas.openxmlformats.org/drawingml/2006/main">
              <a:ext uri="{FF2B5EF4-FFF2-40B4-BE49-F238E27FC236}">
                <a16:creationId xmlns:a16="http://schemas.microsoft.com/office/drawing/2014/main" id="{C336B528-6EA3-41B7-A348-E70F4462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85750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ensity-1-source-r3-c7">
            <a:extLst xmlns:a="http://schemas.openxmlformats.org/drawingml/2006/main">
              <a:ext uri="{FF2B5EF4-FFF2-40B4-BE49-F238E27FC236}">
                <a16:creationId xmlns:a16="http://schemas.microsoft.com/office/drawing/2014/main" id="{5041E6B0-0B75-4418-B3E5-370A68B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ensity-1-source-r3-c8">
            <a:extLst xmlns:a="http://schemas.openxmlformats.org/drawingml/2006/main">
              <a:ext uri="{FF2B5EF4-FFF2-40B4-BE49-F238E27FC236}">
                <a16:creationId xmlns:a16="http://schemas.microsoft.com/office/drawing/2014/main" id="{14048F8E-B96C-4E1B-B79B-0B77911E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85750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ensity-1-source-r3-c9">
            <a:extLst xmlns:a="http://schemas.openxmlformats.org/drawingml/2006/main">
              <a:ext uri="{FF2B5EF4-FFF2-40B4-BE49-F238E27FC236}">
                <a16:creationId xmlns:a16="http://schemas.microsoft.com/office/drawing/2014/main" id="{F345E996-082F-422F-B9E8-34F04E4B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5750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ensity-1-source-r3-c10">
            <a:extLst xmlns:a="http://schemas.openxmlformats.org/drawingml/2006/main">
              <a:ext uri="{FF2B5EF4-FFF2-40B4-BE49-F238E27FC236}">
                <a16:creationId xmlns:a16="http://schemas.microsoft.com/office/drawing/2014/main" id="{08A70971-B7DC-4898-BBAF-2F99E550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285750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ensity-1-source-r4-c1">
            <a:extLst xmlns:a="http://schemas.openxmlformats.org/drawingml/2006/main">
              <a:ext uri="{FF2B5EF4-FFF2-40B4-BE49-F238E27FC236}">
                <a16:creationId xmlns:a16="http://schemas.microsoft.com/office/drawing/2014/main" id="{90A334B1-8460-4CB4-BF07-4BB2C53F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7181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ensity-1-source-r4-c2">
            <a:extLst xmlns:a="http://schemas.openxmlformats.org/drawingml/2006/main">
              <a:ext uri="{FF2B5EF4-FFF2-40B4-BE49-F238E27FC236}">
                <a16:creationId xmlns:a16="http://schemas.microsoft.com/office/drawing/2014/main" id="{32022650-62B8-4214-8954-EEBBA18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07181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ensity-1-source-r4-c3">
            <a:extLst xmlns:a="http://schemas.openxmlformats.org/drawingml/2006/main">
              <a:ext uri="{FF2B5EF4-FFF2-40B4-BE49-F238E27FC236}">
                <a16:creationId xmlns:a16="http://schemas.microsoft.com/office/drawing/2014/main" id="{7095E63A-B8EA-4D0C-9DE8-AB8DD87F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181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ensity-1-source-r4-c4">
            <a:extLst xmlns:a="http://schemas.openxmlformats.org/drawingml/2006/main">
              <a:ext uri="{FF2B5EF4-FFF2-40B4-BE49-F238E27FC236}">
                <a16:creationId xmlns:a16="http://schemas.microsoft.com/office/drawing/2014/main" id="{91D98BE3-6988-4B69-9761-08E1AE69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7181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ensity-1-source-r4-c5">
            <a:extLst xmlns:a="http://schemas.openxmlformats.org/drawingml/2006/main">
              <a:ext uri="{FF2B5EF4-FFF2-40B4-BE49-F238E27FC236}">
                <a16:creationId xmlns:a16="http://schemas.microsoft.com/office/drawing/2014/main" id="{3994E0B7-0785-44B2-B0E9-52D45F62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7181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ensity-1-source-r4-c6">
            <a:extLst xmlns:a="http://schemas.openxmlformats.org/drawingml/2006/main">
              <a:ext uri="{FF2B5EF4-FFF2-40B4-BE49-F238E27FC236}">
                <a16:creationId xmlns:a16="http://schemas.microsoft.com/office/drawing/2014/main" id="{4FEC6C50-320E-4687-B554-34FACED3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07181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ensity-1-source-r4-c7">
            <a:extLst xmlns:a="http://schemas.openxmlformats.org/drawingml/2006/main">
              <a:ext uri="{FF2B5EF4-FFF2-40B4-BE49-F238E27FC236}">
                <a16:creationId xmlns:a16="http://schemas.microsoft.com/office/drawing/2014/main" id="{9A03DA4E-8E32-4085-8B15-7339147B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7181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ensity-1-source-r4-c8">
            <a:extLst xmlns:a="http://schemas.openxmlformats.org/drawingml/2006/main">
              <a:ext uri="{FF2B5EF4-FFF2-40B4-BE49-F238E27FC236}">
                <a16:creationId xmlns:a16="http://schemas.microsoft.com/office/drawing/2014/main" id="{E5E20951-C152-48EF-89D0-BC2F60C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07181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ensity-1-source-r4-c9">
            <a:extLst xmlns:a="http://schemas.openxmlformats.org/drawingml/2006/main">
              <a:ext uri="{FF2B5EF4-FFF2-40B4-BE49-F238E27FC236}">
                <a16:creationId xmlns:a16="http://schemas.microsoft.com/office/drawing/2014/main" id="{AFF6FBA0-0870-4310-A82D-CD2FBF5B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7181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ensity-1-source-r4-c10">
            <a:extLst xmlns:a="http://schemas.openxmlformats.org/drawingml/2006/main">
              <a:ext uri="{FF2B5EF4-FFF2-40B4-BE49-F238E27FC236}">
                <a16:creationId xmlns:a16="http://schemas.microsoft.com/office/drawing/2014/main" id="{28AB2238-B055-4917-821D-E38EAA0E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07181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ensity-1-source-r5-c1">
            <a:extLst xmlns:a="http://schemas.openxmlformats.org/drawingml/2006/main">
              <a:ext uri="{FF2B5EF4-FFF2-40B4-BE49-F238E27FC236}">
                <a16:creationId xmlns:a16="http://schemas.microsoft.com/office/drawing/2014/main" id="{E7121649-16E2-4BDB-9424-0D7A751B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ensity-1-source-r5-c2">
            <a:extLst xmlns:a="http://schemas.openxmlformats.org/drawingml/2006/main">
              <a:ext uri="{FF2B5EF4-FFF2-40B4-BE49-F238E27FC236}">
                <a16:creationId xmlns:a16="http://schemas.microsoft.com/office/drawing/2014/main" id="{3AD15852-B6F0-41B4-96F4-A967C551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28612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ensity-1-source-r5-c3">
            <a:extLst xmlns:a="http://schemas.openxmlformats.org/drawingml/2006/main">
              <a:ext uri="{FF2B5EF4-FFF2-40B4-BE49-F238E27FC236}">
                <a16:creationId xmlns:a16="http://schemas.microsoft.com/office/drawing/2014/main" id="{26B0F8B4-6C87-4177-A301-A75A7097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8612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ensity-1-source-r5-c4">
            <a:extLst xmlns:a="http://schemas.openxmlformats.org/drawingml/2006/main">
              <a:ext uri="{FF2B5EF4-FFF2-40B4-BE49-F238E27FC236}">
                <a16:creationId xmlns:a16="http://schemas.microsoft.com/office/drawing/2014/main" id="{EA8539D3-A563-4955-B28A-BE508D71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28612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ensity-1-source-r5-c5">
            <a:extLst xmlns:a="http://schemas.openxmlformats.org/drawingml/2006/main">
              <a:ext uri="{FF2B5EF4-FFF2-40B4-BE49-F238E27FC236}">
                <a16:creationId xmlns:a16="http://schemas.microsoft.com/office/drawing/2014/main" id="{FB8B41CD-8CEC-43DF-A73A-BAF35F86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8612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ensity-1-source-r5-c6">
            <a:extLst xmlns:a="http://schemas.openxmlformats.org/drawingml/2006/main">
              <a:ext uri="{FF2B5EF4-FFF2-40B4-BE49-F238E27FC236}">
                <a16:creationId xmlns:a16="http://schemas.microsoft.com/office/drawing/2014/main" id="{49F046E3-BCF8-4A74-8A23-44BAA3EF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28612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ensity-1-source-r5-c7">
            <a:extLst xmlns:a="http://schemas.openxmlformats.org/drawingml/2006/main">
              <a:ext uri="{FF2B5EF4-FFF2-40B4-BE49-F238E27FC236}">
                <a16:creationId xmlns:a16="http://schemas.microsoft.com/office/drawing/2014/main" id="{B201D0C5-9BC1-4C07-BD8A-40DD8F84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ensity-1-source-r5-c8">
            <a:extLst xmlns:a="http://schemas.openxmlformats.org/drawingml/2006/main">
              <a:ext uri="{FF2B5EF4-FFF2-40B4-BE49-F238E27FC236}">
                <a16:creationId xmlns:a16="http://schemas.microsoft.com/office/drawing/2014/main" id="{36BACC27-24E7-4DEF-9706-95FC1F67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28612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ensity-1-source-r5-c9">
            <a:extLst xmlns:a="http://schemas.openxmlformats.org/drawingml/2006/main">
              <a:ext uri="{FF2B5EF4-FFF2-40B4-BE49-F238E27FC236}">
                <a16:creationId xmlns:a16="http://schemas.microsoft.com/office/drawing/2014/main" id="{A10D5730-5B5C-497E-BB42-C7C1E4DF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8612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ensity-1-source-r5-c10">
            <a:extLst xmlns:a="http://schemas.openxmlformats.org/drawingml/2006/main">
              <a:ext uri="{FF2B5EF4-FFF2-40B4-BE49-F238E27FC236}">
                <a16:creationId xmlns:a16="http://schemas.microsoft.com/office/drawing/2014/main" id="{6C5FAAF1-FB01-4CB7-974A-4D44BB2A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28612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ensity-1-source-r6-c1">
            <a:extLst xmlns:a="http://schemas.openxmlformats.org/drawingml/2006/main">
              <a:ext uri="{FF2B5EF4-FFF2-40B4-BE49-F238E27FC236}">
                <a16:creationId xmlns:a16="http://schemas.microsoft.com/office/drawing/2014/main" id="{2DC31EEB-2BDA-425E-B648-6486EE95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043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ensity-1-source-r6-c2">
            <a:extLst xmlns:a="http://schemas.openxmlformats.org/drawingml/2006/main">
              <a:ext uri="{FF2B5EF4-FFF2-40B4-BE49-F238E27FC236}">
                <a16:creationId xmlns:a16="http://schemas.microsoft.com/office/drawing/2014/main" id="{4224AC33-D7DB-458E-AEBE-A61E418F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50043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ensity-1-source-r6-c3">
            <a:extLst xmlns:a="http://schemas.openxmlformats.org/drawingml/2006/main">
              <a:ext uri="{FF2B5EF4-FFF2-40B4-BE49-F238E27FC236}">
                <a16:creationId xmlns:a16="http://schemas.microsoft.com/office/drawing/2014/main" id="{DCDFE38E-FA20-40AC-AA66-E3889A7B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043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ensity-1-source-r6-c4">
            <a:extLst xmlns:a="http://schemas.openxmlformats.org/drawingml/2006/main">
              <a:ext uri="{FF2B5EF4-FFF2-40B4-BE49-F238E27FC236}">
                <a16:creationId xmlns:a16="http://schemas.microsoft.com/office/drawing/2014/main" id="{3974928E-E30B-4AA0-9A81-FBC1F2DE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50043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ensity-1-source-r6-c5">
            <a:extLst xmlns:a="http://schemas.openxmlformats.org/drawingml/2006/main">
              <a:ext uri="{FF2B5EF4-FFF2-40B4-BE49-F238E27FC236}">
                <a16:creationId xmlns:a16="http://schemas.microsoft.com/office/drawing/2014/main" id="{BC679ECE-68C3-4E58-AA57-5BAE19FD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0043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ensity-1-source-r6-c6">
            <a:extLst xmlns:a="http://schemas.openxmlformats.org/drawingml/2006/main">
              <a:ext uri="{FF2B5EF4-FFF2-40B4-BE49-F238E27FC236}">
                <a16:creationId xmlns:a16="http://schemas.microsoft.com/office/drawing/2014/main" id="{9CF99C0D-529D-4ECE-AD23-CF2D222E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50043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ensity-1-source-r6-c7">
            <a:extLst xmlns:a="http://schemas.openxmlformats.org/drawingml/2006/main">
              <a:ext uri="{FF2B5EF4-FFF2-40B4-BE49-F238E27FC236}">
                <a16:creationId xmlns:a16="http://schemas.microsoft.com/office/drawing/2014/main" id="{E1423D6B-EC14-4B58-9318-CEA06F9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0043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ensity-1-source-r6-c8">
            <a:extLst xmlns:a="http://schemas.openxmlformats.org/drawingml/2006/main">
              <a:ext uri="{FF2B5EF4-FFF2-40B4-BE49-F238E27FC236}">
                <a16:creationId xmlns:a16="http://schemas.microsoft.com/office/drawing/2014/main" id="{15D6E1E0-C1E0-4F75-B9B0-1675B83B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50043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ensity-1-source-r6-c9">
            <a:extLst xmlns:a="http://schemas.openxmlformats.org/drawingml/2006/main">
              <a:ext uri="{FF2B5EF4-FFF2-40B4-BE49-F238E27FC236}">
                <a16:creationId xmlns:a16="http://schemas.microsoft.com/office/drawing/2014/main" id="{ABC20F85-688A-4C6E-B67C-6FF42696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0043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ensity-1-source-r6-c10">
            <a:extLst xmlns:a="http://schemas.openxmlformats.org/drawingml/2006/main">
              <a:ext uri="{FF2B5EF4-FFF2-40B4-BE49-F238E27FC236}">
                <a16:creationId xmlns:a16="http://schemas.microsoft.com/office/drawing/2014/main" id="{FE34DA82-6BEB-4BF1-ADB7-C9A60440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50043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ensity-1-source-r7-c1">
            <a:extLst xmlns:a="http://schemas.openxmlformats.org/drawingml/2006/main">
              <a:ext uri="{FF2B5EF4-FFF2-40B4-BE49-F238E27FC236}">
                <a16:creationId xmlns:a16="http://schemas.microsoft.com/office/drawing/2014/main" id="{3D1D21B2-6DB4-4361-95B8-1D21B85E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ensity-1-source-r7-c2">
            <a:extLst xmlns:a="http://schemas.openxmlformats.org/drawingml/2006/main">
              <a:ext uri="{FF2B5EF4-FFF2-40B4-BE49-F238E27FC236}">
                <a16:creationId xmlns:a16="http://schemas.microsoft.com/office/drawing/2014/main" id="{6073D96A-D557-4F67-A5DA-83F30F5F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71475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ensity-1-source-r7-c3">
            <a:extLst xmlns:a="http://schemas.openxmlformats.org/drawingml/2006/main">
              <a:ext uri="{FF2B5EF4-FFF2-40B4-BE49-F238E27FC236}">
                <a16:creationId xmlns:a16="http://schemas.microsoft.com/office/drawing/2014/main" id="{38503909-FAFC-45CE-80A2-6964DE43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ensity-1-source-r7-c4">
            <a:extLst xmlns:a="http://schemas.openxmlformats.org/drawingml/2006/main">
              <a:ext uri="{FF2B5EF4-FFF2-40B4-BE49-F238E27FC236}">
                <a16:creationId xmlns:a16="http://schemas.microsoft.com/office/drawing/2014/main" id="{7AC5FA7E-89A6-49E6-8374-1A3A281A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71475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ensity-1-source-r7-c5">
            <a:extLst xmlns:a="http://schemas.openxmlformats.org/drawingml/2006/main">
              <a:ext uri="{FF2B5EF4-FFF2-40B4-BE49-F238E27FC236}">
                <a16:creationId xmlns:a16="http://schemas.microsoft.com/office/drawing/2014/main" id="{0A7E1F1E-B986-4AFE-A3CE-42D4D121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1475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ensity-1-source-r7-c6">
            <a:extLst xmlns:a="http://schemas.openxmlformats.org/drawingml/2006/main">
              <a:ext uri="{FF2B5EF4-FFF2-40B4-BE49-F238E27FC236}">
                <a16:creationId xmlns:a16="http://schemas.microsoft.com/office/drawing/2014/main" id="{2907D4D9-E095-48E1-8323-6822C148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71475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ensity-1-source-r7-c7">
            <a:extLst xmlns:a="http://schemas.openxmlformats.org/drawingml/2006/main">
              <a:ext uri="{FF2B5EF4-FFF2-40B4-BE49-F238E27FC236}">
                <a16:creationId xmlns:a16="http://schemas.microsoft.com/office/drawing/2014/main" id="{A88341AA-6D38-4B20-870D-5F046A35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ensity-1-source-r7-c8">
            <a:extLst xmlns:a="http://schemas.openxmlformats.org/drawingml/2006/main">
              <a:ext uri="{FF2B5EF4-FFF2-40B4-BE49-F238E27FC236}">
                <a16:creationId xmlns:a16="http://schemas.microsoft.com/office/drawing/2014/main" id="{95CDC341-E387-4020-A05D-B597897C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71475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ensity-1-source-r7-c9">
            <a:extLst xmlns:a="http://schemas.openxmlformats.org/drawingml/2006/main">
              <a:ext uri="{FF2B5EF4-FFF2-40B4-BE49-F238E27FC236}">
                <a16:creationId xmlns:a16="http://schemas.microsoft.com/office/drawing/2014/main" id="{62F31FBB-2212-49E5-8AA4-33D704E5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1475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ensity-1-source-r7-c10">
            <a:extLst xmlns:a="http://schemas.openxmlformats.org/drawingml/2006/main">
              <a:ext uri="{FF2B5EF4-FFF2-40B4-BE49-F238E27FC236}">
                <a16:creationId xmlns:a16="http://schemas.microsoft.com/office/drawing/2014/main" id="{FC807D18-4A92-42E1-AE45-6B07647A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714750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ensity-1-source-r8-c1">
            <a:extLst xmlns:a="http://schemas.openxmlformats.org/drawingml/2006/main">
              <a:ext uri="{FF2B5EF4-FFF2-40B4-BE49-F238E27FC236}">
                <a16:creationId xmlns:a16="http://schemas.microsoft.com/office/drawing/2014/main" id="{2F7301BD-D4A1-4871-AAE3-CA38C279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2906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ensity-1-source-r8-c2">
            <a:extLst xmlns:a="http://schemas.openxmlformats.org/drawingml/2006/main">
              <a:ext uri="{FF2B5EF4-FFF2-40B4-BE49-F238E27FC236}">
                <a16:creationId xmlns:a16="http://schemas.microsoft.com/office/drawing/2014/main" id="{FAEB4B0B-FCC3-4FEA-A413-207AD1E3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92906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ensity-1-source-r8-c3">
            <a:extLst xmlns:a="http://schemas.openxmlformats.org/drawingml/2006/main">
              <a:ext uri="{FF2B5EF4-FFF2-40B4-BE49-F238E27FC236}">
                <a16:creationId xmlns:a16="http://schemas.microsoft.com/office/drawing/2014/main" id="{0E8400BD-D1B6-421A-9C6E-034C761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2906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ensity-1-source-r8-c4">
            <a:extLst xmlns:a="http://schemas.openxmlformats.org/drawingml/2006/main">
              <a:ext uri="{FF2B5EF4-FFF2-40B4-BE49-F238E27FC236}">
                <a16:creationId xmlns:a16="http://schemas.microsoft.com/office/drawing/2014/main" id="{2BE4506A-B1F3-4093-920D-563FD2B7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92906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ensity-1-source-r8-c5">
            <a:extLst xmlns:a="http://schemas.openxmlformats.org/drawingml/2006/main">
              <a:ext uri="{FF2B5EF4-FFF2-40B4-BE49-F238E27FC236}">
                <a16:creationId xmlns:a16="http://schemas.microsoft.com/office/drawing/2014/main" id="{98E43496-E885-4E05-BCD3-675C8E12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92906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ensity-1-source-r8-c6">
            <a:extLst xmlns:a="http://schemas.openxmlformats.org/drawingml/2006/main">
              <a:ext uri="{FF2B5EF4-FFF2-40B4-BE49-F238E27FC236}">
                <a16:creationId xmlns:a16="http://schemas.microsoft.com/office/drawing/2014/main" id="{1AF5977E-251A-475D-BB6E-2533CB8D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92906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ensity-1-source-r8-c7">
            <a:extLst xmlns:a="http://schemas.openxmlformats.org/drawingml/2006/main">
              <a:ext uri="{FF2B5EF4-FFF2-40B4-BE49-F238E27FC236}">
                <a16:creationId xmlns:a16="http://schemas.microsoft.com/office/drawing/2014/main" id="{5A2465CF-1BD8-4233-8EAF-720085ED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906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ensity-1-source-r8-c8">
            <a:extLst xmlns:a="http://schemas.openxmlformats.org/drawingml/2006/main">
              <a:ext uri="{FF2B5EF4-FFF2-40B4-BE49-F238E27FC236}">
                <a16:creationId xmlns:a16="http://schemas.microsoft.com/office/drawing/2014/main" id="{952E68D4-F898-4EA2-84C1-1506AC13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392906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ensity-1-source-r8-c9">
            <a:extLst xmlns:a="http://schemas.openxmlformats.org/drawingml/2006/main">
              <a:ext uri="{FF2B5EF4-FFF2-40B4-BE49-F238E27FC236}">
                <a16:creationId xmlns:a16="http://schemas.microsoft.com/office/drawing/2014/main" id="{4F64360B-9DF5-456E-8FF7-3D3F0D19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2906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ensity-1-source-r8-c10">
            <a:extLst xmlns:a="http://schemas.openxmlformats.org/drawingml/2006/main">
              <a:ext uri="{FF2B5EF4-FFF2-40B4-BE49-F238E27FC236}">
                <a16:creationId xmlns:a16="http://schemas.microsoft.com/office/drawing/2014/main" id="{2754DF36-77A6-4C11-9C1C-241FADC9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929063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ensity-1-source-r9-c1">
            <a:extLst xmlns:a="http://schemas.openxmlformats.org/drawingml/2006/main">
              <a:ext uri="{FF2B5EF4-FFF2-40B4-BE49-F238E27FC236}">
                <a16:creationId xmlns:a16="http://schemas.microsoft.com/office/drawing/2014/main" id="{C8448E4D-99D6-49AF-A544-2DA7A2B1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ensity-1-source-r9-c2">
            <a:extLst xmlns:a="http://schemas.openxmlformats.org/drawingml/2006/main">
              <a:ext uri="{FF2B5EF4-FFF2-40B4-BE49-F238E27FC236}">
                <a16:creationId xmlns:a16="http://schemas.microsoft.com/office/drawing/2014/main" id="{F34B61A4-E1F5-403B-BA92-3BB41CD9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41433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ensity-1-source-r9-c3">
            <a:extLst xmlns:a="http://schemas.openxmlformats.org/drawingml/2006/main">
              <a:ext uri="{FF2B5EF4-FFF2-40B4-BE49-F238E27FC236}">
                <a16:creationId xmlns:a16="http://schemas.microsoft.com/office/drawing/2014/main" id="{90AF9721-CB52-4876-91F1-DFF14273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ensity-1-source-r9-c4">
            <a:extLst xmlns:a="http://schemas.openxmlformats.org/drawingml/2006/main">
              <a:ext uri="{FF2B5EF4-FFF2-40B4-BE49-F238E27FC236}">
                <a16:creationId xmlns:a16="http://schemas.microsoft.com/office/drawing/2014/main" id="{4AEDCB76-ABB0-4F32-8965-748969F9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41433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ensity-1-source-r9-c5">
            <a:extLst xmlns:a="http://schemas.openxmlformats.org/drawingml/2006/main">
              <a:ext uri="{FF2B5EF4-FFF2-40B4-BE49-F238E27FC236}">
                <a16:creationId xmlns:a16="http://schemas.microsoft.com/office/drawing/2014/main" id="{C5C59B92-CD81-41CB-92F3-2831E784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433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ensity-1-source-r9-c6">
            <a:extLst xmlns:a="http://schemas.openxmlformats.org/drawingml/2006/main">
              <a:ext uri="{FF2B5EF4-FFF2-40B4-BE49-F238E27FC236}">
                <a16:creationId xmlns:a16="http://schemas.microsoft.com/office/drawing/2014/main" id="{8825AB47-EC92-40DB-93B5-9E88E8BB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1433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ensity-1-source-r9-c7">
            <a:extLst xmlns:a="http://schemas.openxmlformats.org/drawingml/2006/main">
              <a:ext uri="{FF2B5EF4-FFF2-40B4-BE49-F238E27FC236}">
                <a16:creationId xmlns:a16="http://schemas.microsoft.com/office/drawing/2014/main" id="{66990FB5-1FEE-4C65-8755-8AC22DCA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433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ensity-1-source-r9-c8">
            <a:extLst xmlns:a="http://schemas.openxmlformats.org/drawingml/2006/main">
              <a:ext uri="{FF2B5EF4-FFF2-40B4-BE49-F238E27FC236}">
                <a16:creationId xmlns:a16="http://schemas.microsoft.com/office/drawing/2014/main" id="{DB4CC043-20F1-4760-9903-E85FF7E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41433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ensity-1-source-r9-c9">
            <a:extLst xmlns:a="http://schemas.openxmlformats.org/drawingml/2006/main">
              <a:ext uri="{FF2B5EF4-FFF2-40B4-BE49-F238E27FC236}">
                <a16:creationId xmlns:a16="http://schemas.microsoft.com/office/drawing/2014/main" id="{8FA1F453-CB1A-4A49-B60F-C0F79E13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433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ensity-1-source-r9-c10">
            <a:extLst xmlns:a="http://schemas.openxmlformats.org/drawingml/2006/main">
              <a:ext uri="{FF2B5EF4-FFF2-40B4-BE49-F238E27FC236}">
                <a16:creationId xmlns:a16="http://schemas.microsoft.com/office/drawing/2014/main" id="{A4CF4EF5-FD38-4444-BE66-13571182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4143375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ensity-1-source-r10-c1">
            <a:extLst xmlns:a="http://schemas.openxmlformats.org/drawingml/2006/main">
              <a:ext uri="{FF2B5EF4-FFF2-40B4-BE49-F238E27FC236}">
                <a16:creationId xmlns:a16="http://schemas.microsoft.com/office/drawing/2014/main" id="{007B2205-7451-4578-8979-56A77EA1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576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ensity-1-source-r10-c2">
            <a:extLst xmlns:a="http://schemas.openxmlformats.org/drawingml/2006/main">
              <a:ext uri="{FF2B5EF4-FFF2-40B4-BE49-F238E27FC236}">
                <a16:creationId xmlns:a16="http://schemas.microsoft.com/office/drawing/2014/main" id="{320A3F25-85AD-488B-9740-70AD1C76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43576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ensity-1-source-r10-c3">
            <a:extLst xmlns:a="http://schemas.openxmlformats.org/drawingml/2006/main">
              <a:ext uri="{FF2B5EF4-FFF2-40B4-BE49-F238E27FC236}">
                <a16:creationId xmlns:a16="http://schemas.microsoft.com/office/drawing/2014/main" id="{11C14486-CAB5-4969-BB59-B6D431A0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576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ensity-1-source-r10-c4">
            <a:extLst xmlns:a="http://schemas.openxmlformats.org/drawingml/2006/main">
              <a:ext uri="{FF2B5EF4-FFF2-40B4-BE49-F238E27FC236}">
                <a16:creationId xmlns:a16="http://schemas.microsoft.com/office/drawing/2014/main" id="{C0EFED76-020D-4DEC-828E-7B9B66BE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43576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ensity-1-source-r10-c5">
            <a:extLst xmlns:a="http://schemas.openxmlformats.org/drawingml/2006/main">
              <a:ext uri="{FF2B5EF4-FFF2-40B4-BE49-F238E27FC236}">
                <a16:creationId xmlns:a16="http://schemas.microsoft.com/office/drawing/2014/main" id="{C87F8C44-18B4-4345-A29F-7B68FD8C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576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ensity-1-source-r10-c6">
            <a:extLst xmlns:a="http://schemas.openxmlformats.org/drawingml/2006/main">
              <a:ext uri="{FF2B5EF4-FFF2-40B4-BE49-F238E27FC236}">
                <a16:creationId xmlns:a16="http://schemas.microsoft.com/office/drawing/2014/main" id="{772BC660-0481-4DF0-BB76-55F23581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3576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ensity-1-source-r10-c7">
            <a:extLst xmlns:a="http://schemas.openxmlformats.org/drawingml/2006/main">
              <a:ext uri="{FF2B5EF4-FFF2-40B4-BE49-F238E27FC236}">
                <a16:creationId xmlns:a16="http://schemas.microsoft.com/office/drawing/2014/main" id="{BB7C45EF-6A01-4AB1-88D5-12555A6E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576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ensity-1-source-r10-c8">
            <a:extLst xmlns:a="http://schemas.openxmlformats.org/drawingml/2006/main">
              <a:ext uri="{FF2B5EF4-FFF2-40B4-BE49-F238E27FC236}">
                <a16:creationId xmlns:a16="http://schemas.microsoft.com/office/drawing/2014/main" id="{23005D4D-6E13-46DF-907F-44325C7D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43576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ensity-1-source-r10-c9">
            <a:extLst xmlns:a="http://schemas.openxmlformats.org/drawingml/2006/main">
              <a:ext uri="{FF2B5EF4-FFF2-40B4-BE49-F238E27FC236}">
                <a16:creationId xmlns:a16="http://schemas.microsoft.com/office/drawing/2014/main" id="{8B5C6613-645E-4DD8-90E5-2DB1251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576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ensity-1-source-r10-c10">
            <a:extLst xmlns:a="http://schemas.openxmlformats.org/drawingml/2006/main">
              <a:ext uri="{FF2B5EF4-FFF2-40B4-BE49-F238E27FC236}">
                <a16:creationId xmlns:a16="http://schemas.microsoft.com/office/drawing/2014/main" id="{38B58814-5D60-4A6C-AB67-7A3C086D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4357688"/>
            <a:ext cx="215741" cy="2157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ensity-1-bootstrap-1-r1-c1">
            <a:extLst xmlns:a="http://schemas.openxmlformats.org/drawingml/2006/main">
              <a:ext uri="{FF2B5EF4-FFF2-40B4-BE49-F238E27FC236}">
                <a16:creationId xmlns:a16="http://schemas.microsoft.com/office/drawing/2014/main" id="{65658C50-FD07-404F-B002-AFA79301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ensity-1-bootstrap-1-r1-c2">
            <a:extLst xmlns:a="http://schemas.openxmlformats.org/drawingml/2006/main">
              <a:ext uri="{FF2B5EF4-FFF2-40B4-BE49-F238E27FC236}">
                <a16:creationId xmlns:a16="http://schemas.microsoft.com/office/drawing/2014/main" id="{CEC9F65D-62CE-48F5-B7B0-DFE0C640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ensity-1-bootstrap-1-r1-c3">
            <a:extLst xmlns:a="http://schemas.openxmlformats.org/drawingml/2006/main">
              <a:ext uri="{FF2B5EF4-FFF2-40B4-BE49-F238E27FC236}">
                <a16:creationId xmlns:a16="http://schemas.microsoft.com/office/drawing/2014/main" id="{3C2E74C8-5E41-450C-812A-43558C11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ensity-1-bootstrap-1-r1-c4">
            <a:extLst xmlns:a="http://schemas.openxmlformats.org/drawingml/2006/main">
              <a:ext uri="{FF2B5EF4-FFF2-40B4-BE49-F238E27FC236}">
                <a16:creationId xmlns:a16="http://schemas.microsoft.com/office/drawing/2014/main" id="{E34CFF81-4A62-4F09-9461-0F7D6752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ensity-1-bootstrap-1-r1-c5">
            <a:extLst xmlns:a="http://schemas.openxmlformats.org/drawingml/2006/main">
              <a:ext uri="{FF2B5EF4-FFF2-40B4-BE49-F238E27FC236}">
                <a16:creationId xmlns:a16="http://schemas.microsoft.com/office/drawing/2014/main" id="{E3A8DD36-1A75-4C90-BC75-02D9E5F2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ensity-1-bootstrap-1-r1-c6">
            <a:extLst xmlns:a="http://schemas.openxmlformats.org/drawingml/2006/main">
              <a:ext uri="{FF2B5EF4-FFF2-40B4-BE49-F238E27FC236}">
                <a16:creationId xmlns:a16="http://schemas.microsoft.com/office/drawing/2014/main" id="{EE8F9A12-75B8-4104-941C-1BCE4C87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ensity-1-bootstrap-1-r1-c7">
            <a:extLst xmlns:a="http://schemas.openxmlformats.org/drawingml/2006/main">
              <a:ext uri="{FF2B5EF4-FFF2-40B4-BE49-F238E27FC236}">
                <a16:creationId xmlns:a16="http://schemas.microsoft.com/office/drawing/2014/main" id="{63407242-67C6-4D2B-9EC5-AABC9B4D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ensity-1-bootstrap-1-r2-c1">
            <a:extLst xmlns:a="http://schemas.openxmlformats.org/drawingml/2006/main">
              <a:ext uri="{FF2B5EF4-FFF2-40B4-BE49-F238E27FC236}">
                <a16:creationId xmlns:a16="http://schemas.microsoft.com/office/drawing/2014/main" id="{9438447F-9F67-47D3-8601-AFE72543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6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ensity-1-bootstrap-1-r2-c2">
            <a:extLst xmlns:a="http://schemas.openxmlformats.org/drawingml/2006/main">
              <a:ext uri="{FF2B5EF4-FFF2-40B4-BE49-F238E27FC236}">
                <a16:creationId xmlns:a16="http://schemas.microsoft.com/office/drawing/2014/main" id="{95B9FD15-26E9-4013-9EDE-D90E6AF1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6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ensity-1-bootstrap-1-r2-c3">
            <a:extLst xmlns:a="http://schemas.openxmlformats.org/drawingml/2006/main">
              <a:ext uri="{FF2B5EF4-FFF2-40B4-BE49-F238E27FC236}">
                <a16:creationId xmlns:a16="http://schemas.microsoft.com/office/drawing/2014/main" id="{0F96EA06-6ED8-40FA-9D46-E3622A50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ensity-1-bootstrap-1-r2-c4">
            <a:extLst xmlns:a="http://schemas.openxmlformats.org/drawingml/2006/main">
              <a:ext uri="{FF2B5EF4-FFF2-40B4-BE49-F238E27FC236}">
                <a16:creationId xmlns:a16="http://schemas.microsoft.com/office/drawing/2014/main" id="{C1FCE179-AF4C-4F22-A505-C7EE4FA6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ensity-1-bootstrap-1-r2-c5">
            <a:extLst xmlns:a="http://schemas.openxmlformats.org/drawingml/2006/main">
              <a:ext uri="{FF2B5EF4-FFF2-40B4-BE49-F238E27FC236}">
                <a16:creationId xmlns:a16="http://schemas.microsoft.com/office/drawing/2014/main" id="{FC2B24C6-626D-45B9-99EA-CF063D8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ensity-1-bootstrap-1-r2-c6">
            <a:extLst xmlns:a="http://schemas.openxmlformats.org/drawingml/2006/main">
              <a:ext uri="{FF2B5EF4-FFF2-40B4-BE49-F238E27FC236}">
                <a16:creationId xmlns:a16="http://schemas.microsoft.com/office/drawing/2014/main" id="{458E40D2-79C1-4837-8778-5EA186C8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ensity-1-bootstrap-1-r2-c7">
            <a:extLst xmlns:a="http://schemas.openxmlformats.org/drawingml/2006/main">
              <a:ext uri="{FF2B5EF4-FFF2-40B4-BE49-F238E27FC236}">
                <a16:creationId xmlns:a16="http://schemas.microsoft.com/office/drawing/2014/main" id="{6AC253D9-E2A2-4238-9892-ECF6F09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ensity-1-bootstrap-1-r3-c1">
            <a:extLst xmlns:a="http://schemas.openxmlformats.org/drawingml/2006/main">
              <a:ext uri="{FF2B5EF4-FFF2-40B4-BE49-F238E27FC236}">
                <a16:creationId xmlns:a16="http://schemas.microsoft.com/office/drawing/2014/main" id="{DAE5B2B8-B1E5-4008-ABCF-5AB66063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ensity-1-bootstrap-1-r3-c2">
            <a:extLst xmlns:a="http://schemas.openxmlformats.org/drawingml/2006/main">
              <a:ext uri="{FF2B5EF4-FFF2-40B4-BE49-F238E27FC236}">
                <a16:creationId xmlns:a16="http://schemas.microsoft.com/office/drawing/2014/main" id="{9E8B98C4-EA0D-4BCD-9E45-1162344D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14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ensity-1-bootstrap-1-r3-c3">
            <a:extLst xmlns:a="http://schemas.openxmlformats.org/drawingml/2006/main">
              <a:ext uri="{FF2B5EF4-FFF2-40B4-BE49-F238E27FC236}">
                <a16:creationId xmlns:a16="http://schemas.microsoft.com/office/drawing/2014/main" id="{4C2CB0F8-4DAB-4DF0-A47E-AD2967CA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ensity-1-bootstrap-1-r3-c4">
            <a:extLst xmlns:a="http://schemas.openxmlformats.org/drawingml/2006/main">
              <a:ext uri="{FF2B5EF4-FFF2-40B4-BE49-F238E27FC236}">
                <a16:creationId xmlns:a16="http://schemas.microsoft.com/office/drawing/2014/main" id="{27401485-592B-4EED-A2A2-B3C3DBA9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ensity-1-bootstrap-1-r3-c5">
            <a:extLst xmlns:a="http://schemas.openxmlformats.org/drawingml/2006/main">
              <a:ext uri="{FF2B5EF4-FFF2-40B4-BE49-F238E27FC236}">
                <a16:creationId xmlns:a16="http://schemas.microsoft.com/office/drawing/2014/main" id="{EABE4F69-C082-4B7E-84E3-708AC8B6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ensity-1-bootstrap-1-r3-c6">
            <a:extLst xmlns:a="http://schemas.openxmlformats.org/drawingml/2006/main">
              <a:ext uri="{FF2B5EF4-FFF2-40B4-BE49-F238E27FC236}">
                <a16:creationId xmlns:a16="http://schemas.microsoft.com/office/drawing/2014/main" id="{0544AC83-A9F7-48EA-ABE2-CB3E2390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ensity-1-bootstrap-1-r3-c7">
            <a:extLst xmlns:a="http://schemas.openxmlformats.org/drawingml/2006/main">
              <a:ext uri="{FF2B5EF4-FFF2-40B4-BE49-F238E27FC236}">
                <a16:creationId xmlns:a16="http://schemas.microsoft.com/office/drawing/2014/main" id="{B203C814-586B-418B-B210-AFF56215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ensity-1-bootstrap-1-r4-c1">
            <a:extLst xmlns:a="http://schemas.openxmlformats.org/drawingml/2006/main">
              <a:ext uri="{FF2B5EF4-FFF2-40B4-BE49-F238E27FC236}">
                <a16:creationId xmlns:a16="http://schemas.microsoft.com/office/drawing/2014/main" id="{8FCEC958-F92E-4E79-B22F-B5AF27E6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ensity-1-bootstrap-1-r4-c2">
            <a:extLst xmlns:a="http://schemas.openxmlformats.org/drawingml/2006/main">
              <a:ext uri="{FF2B5EF4-FFF2-40B4-BE49-F238E27FC236}">
                <a16:creationId xmlns:a16="http://schemas.microsoft.com/office/drawing/2014/main" id="{840FF517-BDFE-4A5D-8F56-E5A45B31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66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ensity-1-bootstrap-1-r4-c3">
            <a:extLst xmlns:a="http://schemas.openxmlformats.org/drawingml/2006/main">
              <a:ext uri="{FF2B5EF4-FFF2-40B4-BE49-F238E27FC236}">
                <a16:creationId xmlns:a16="http://schemas.microsoft.com/office/drawing/2014/main" id="{0D9D4BE2-6B7A-4577-8582-B4A13B78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ensity-1-bootstrap-1-r4-c4">
            <a:extLst xmlns:a="http://schemas.openxmlformats.org/drawingml/2006/main">
              <a:ext uri="{FF2B5EF4-FFF2-40B4-BE49-F238E27FC236}">
                <a16:creationId xmlns:a16="http://schemas.microsoft.com/office/drawing/2014/main" id="{A335AB49-F750-4231-B5D6-8E8FD78A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ensity-1-bootstrap-1-r4-c5">
            <a:extLst xmlns:a="http://schemas.openxmlformats.org/drawingml/2006/main">
              <a:ext uri="{FF2B5EF4-FFF2-40B4-BE49-F238E27FC236}">
                <a16:creationId xmlns:a16="http://schemas.microsoft.com/office/drawing/2014/main" id="{828DED7F-DFEE-42AA-AFFA-310A56F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ensity-1-bootstrap-1-r4-c6">
            <a:extLst xmlns:a="http://schemas.openxmlformats.org/drawingml/2006/main">
              <a:ext uri="{FF2B5EF4-FFF2-40B4-BE49-F238E27FC236}">
                <a16:creationId xmlns:a16="http://schemas.microsoft.com/office/drawing/2014/main" id="{72E8A4BB-CA06-41B7-B54C-3A2D5443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ensity-1-bootstrap-1-r4-c7">
            <a:extLst xmlns:a="http://schemas.openxmlformats.org/drawingml/2006/main">
              <a:ext uri="{FF2B5EF4-FFF2-40B4-BE49-F238E27FC236}">
                <a16:creationId xmlns:a16="http://schemas.microsoft.com/office/drawing/2014/main" id="{F7CDDCDA-D32B-4374-954A-0F7F1BA2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ensity-1-bootstrap-1-r5-c1">
            <a:extLst xmlns:a="http://schemas.openxmlformats.org/drawingml/2006/main">
              <a:ext uri="{FF2B5EF4-FFF2-40B4-BE49-F238E27FC236}">
                <a16:creationId xmlns:a16="http://schemas.microsoft.com/office/drawing/2014/main" id="{7A7E13D0-30D4-4A5C-B0F6-DDAA407B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ensity-1-bootstrap-1-r5-c2">
            <a:extLst xmlns:a="http://schemas.openxmlformats.org/drawingml/2006/main">
              <a:ext uri="{FF2B5EF4-FFF2-40B4-BE49-F238E27FC236}">
                <a16:creationId xmlns:a16="http://schemas.microsoft.com/office/drawing/2014/main" id="{356BA924-ECD8-4D06-8AB2-30744A84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19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ensity-1-bootstrap-1-r5-c3">
            <a:extLst xmlns:a="http://schemas.openxmlformats.org/drawingml/2006/main">
              <a:ext uri="{FF2B5EF4-FFF2-40B4-BE49-F238E27FC236}">
                <a16:creationId xmlns:a16="http://schemas.microsoft.com/office/drawing/2014/main" id="{7C5B26A5-6025-4DD3-B7E1-73100C14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19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ensity-1-bootstrap-1-r5-c4">
            <a:extLst xmlns:a="http://schemas.openxmlformats.org/drawingml/2006/main">
              <a:ext uri="{FF2B5EF4-FFF2-40B4-BE49-F238E27FC236}">
                <a16:creationId xmlns:a16="http://schemas.microsoft.com/office/drawing/2014/main" id="{0FF10A0B-1003-43B7-9795-DD44BA1B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ensity-1-bootstrap-1-r5-c5">
            <a:extLst xmlns:a="http://schemas.openxmlformats.org/drawingml/2006/main">
              <a:ext uri="{FF2B5EF4-FFF2-40B4-BE49-F238E27FC236}">
                <a16:creationId xmlns:a16="http://schemas.microsoft.com/office/drawing/2014/main" id="{33343650-2713-4B91-8347-8FE921E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ensity-1-bootstrap-1-r5-c6">
            <a:extLst xmlns:a="http://schemas.openxmlformats.org/drawingml/2006/main">
              <a:ext uri="{FF2B5EF4-FFF2-40B4-BE49-F238E27FC236}">
                <a16:creationId xmlns:a16="http://schemas.microsoft.com/office/drawing/2014/main" id="{13FFACFF-ABA9-4EB2-8784-7B1F3062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ensity-1-bootstrap-1-r5-c7">
            <a:extLst xmlns:a="http://schemas.openxmlformats.org/drawingml/2006/main">
              <a:ext uri="{FF2B5EF4-FFF2-40B4-BE49-F238E27FC236}">
                <a16:creationId xmlns:a16="http://schemas.microsoft.com/office/drawing/2014/main" id="{B8DDE6CA-3B16-40C8-BF3F-28287206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ensity-1-bootstrap-1-r6-c1">
            <a:extLst xmlns:a="http://schemas.openxmlformats.org/drawingml/2006/main">
              <a:ext uri="{FF2B5EF4-FFF2-40B4-BE49-F238E27FC236}">
                <a16:creationId xmlns:a16="http://schemas.microsoft.com/office/drawing/2014/main" id="{52C133CA-023A-490B-AF52-6905052A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ensity-1-bootstrap-1-r6-c2">
            <a:extLst xmlns:a="http://schemas.openxmlformats.org/drawingml/2006/main">
              <a:ext uri="{FF2B5EF4-FFF2-40B4-BE49-F238E27FC236}">
                <a16:creationId xmlns:a16="http://schemas.microsoft.com/office/drawing/2014/main" id="{26074EC7-9C85-4161-868E-E39F9241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ensity-1-bootstrap-1-r6-c3">
            <a:extLst xmlns:a="http://schemas.openxmlformats.org/drawingml/2006/main">
              <a:ext uri="{FF2B5EF4-FFF2-40B4-BE49-F238E27FC236}">
                <a16:creationId xmlns:a16="http://schemas.microsoft.com/office/drawing/2014/main" id="{6BED77D5-CEF8-4BF6-82F6-F0BBF54D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ensity-1-bootstrap-1-r6-c4">
            <a:extLst xmlns:a="http://schemas.openxmlformats.org/drawingml/2006/main">
              <a:ext uri="{FF2B5EF4-FFF2-40B4-BE49-F238E27FC236}">
                <a16:creationId xmlns:a16="http://schemas.microsoft.com/office/drawing/2014/main" id="{AFFF73EF-0CD8-4DC8-A865-6C75932A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ensity-1-bootstrap-1-r6-c5">
            <a:extLst xmlns:a="http://schemas.openxmlformats.org/drawingml/2006/main">
              <a:ext uri="{FF2B5EF4-FFF2-40B4-BE49-F238E27FC236}">
                <a16:creationId xmlns:a16="http://schemas.microsoft.com/office/drawing/2014/main" id="{5BA17D6F-519D-4926-B8B9-FF991E5D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ensity-1-bootstrap-1-r6-c6">
            <a:extLst xmlns:a="http://schemas.openxmlformats.org/drawingml/2006/main">
              <a:ext uri="{FF2B5EF4-FFF2-40B4-BE49-F238E27FC236}">
                <a16:creationId xmlns:a16="http://schemas.microsoft.com/office/drawing/2014/main" id="{11E211BA-FCB4-41A7-9F73-598A97FF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ensity-1-bootstrap-1-r6-c7">
            <a:extLst xmlns:a="http://schemas.openxmlformats.org/drawingml/2006/main">
              <a:ext uri="{FF2B5EF4-FFF2-40B4-BE49-F238E27FC236}">
                <a16:creationId xmlns:a16="http://schemas.microsoft.com/office/drawing/2014/main" id="{CC1C4DA3-3D96-4B25-9639-B1F28B86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ensity-1-bootstrap-1-r7-c1">
            <a:extLst xmlns:a="http://schemas.openxmlformats.org/drawingml/2006/main">
              <a:ext uri="{FF2B5EF4-FFF2-40B4-BE49-F238E27FC236}">
                <a16:creationId xmlns:a16="http://schemas.microsoft.com/office/drawing/2014/main" id="{9960D86B-1743-4FD3-9215-511A49DA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ensity-1-bootstrap-1-r7-c2">
            <a:extLst xmlns:a="http://schemas.openxmlformats.org/drawingml/2006/main">
              <a:ext uri="{FF2B5EF4-FFF2-40B4-BE49-F238E27FC236}">
                <a16:creationId xmlns:a16="http://schemas.microsoft.com/office/drawing/2014/main" id="{B7E3AB8B-C5A1-4069-B700-B38585F8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ensity-1-bootstrap-1-r7-c3">
            <a:extLst xmlns:a="http://schemas.openxmlformats.org/drawingml/2006/main">
              <a:ext uri="{FF2B5EF4-FFF2-40B4-BE49-F238E27FC236}">
                <a16:creationId xmlns:a16="http://schemas.microsoft.com/office/drawing/2014/main" id="{3EF9A1C8-DC69-45A8-A5FE-39BBB237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24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ensity-1-bootstrap-1-r7-c4">
            <a:extLst xmlns:a="http://schemas.openxmlformats.org/drawingml/2006/main">
              <a:ext uri="{FF2B5EF4-FFF2-40B4-BE49-F238E27FC236}">
                <a16:creationId xmlns:a16="http://schemas.microsoft.com/office/drawing/2014/main" id="{D70354C1-25FC-4CE5-A12D-4CEEAB35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ensity-1-bootstrap-1-r7-c5">
            <a:extLst xmlns:a="http://schemas.openxmlformats.org/drawingml/2006/main">
              <a:ext uri="{FF2B5EF4-FFF2-40B4-BE49-F238E27FC236}">
                <a16:creationId xmlns:a16="http://schemas.microsoft.com/office/drawing/2014/main" id="{5AB97A75-DEE1-4712-8890-6455CFB7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ensity-1-bootstrap-1-r7-c6">
            <a:extLst xmlns:a="http://schemas.openxmlformats.org/drawingml/2006/main">
              <a:ext uri="{FF2B5EF4-FFF2-40B4-BE49-F238E27FC236}">
                <a16:creationId xmlns:a16="http://schemas.microsoft.com/office/drawing/2014/main" id="{F2463969-894C-4C00-9F5D-8B4855F4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ensity-1-bootstrap-1-r7-c7">
            <a:extLst xmlns:a="http://schemas.openxmlformats.org/drawingml/2006/main">
              <a:ext uri="{FF2B5EF4-FFF2-40B4-BE49-F238E27FC236}">
                <a16:creationId xmlns:a16="http://schemas.microsoft.com/office/drawing/2014/main" id="{8F58CB1E-20A1-40BF-86DC-81B909D3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ensity-1-bootstrap-2-r1-c1">
            <a:extLst xmlns:a="http://schemas.openxmlformats.org/drawingml/2006/main">
              <a:ext uri="{FF2B5EF4-FFF2-40B4-BE49-F238E27FC236}">
                <a16:creationId xmlns:a16="http://schemas.microsoft.com/office/drawing/2014/main" id="{3D927AF3-41DE-4DD0-B85A-68DB475D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ensity-1-bootstrap-2-r1-c2">
            <a:extLst xmlns:a="http://schemas.openxmlformats.org/drawingml/2006/main">
              <a:ext uri="{FF2B5EF4-FFF2-40B4-BE49-F238E27FC236}">
                <a16:creationId xmlns:a16="http://schemas.microsoft.com/office/drawing/2014/main" id="{B390B558-525F-4DEA-962E-5295726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33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ensity-1-bootstrap-2-r1-c3">
            <a:extLst xmlns:a="http://schemas.openxmlformats.org/drawingml/2006/main">
              <a:ext uri="{FF2B5EF4-FFF2-40B4-BE49-F238E27FC236}">
                <a16:creationId xmlns:a16="http://schemas.microsoft.com/office/drawing/2014/main" id="{3B4C9202-8759-46FB-B0E9-C0CEFB91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ensity-1-bootstrap-2-r1-c4">
            <a:extLst xmlns:a="http://schemas.openxmlformats.org/drawingml/2006/main">
              <a:ext uri="{FF2B5EF4-FFF2-40B4-BE49-F238E27FC236}">
                <a16:creationId xmlns:a16="http://schemas.microsoft.com/office/drawing/2014/main" id="{54ABB55D-D430-4C8D-8F80-588875AD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ensity-1-bootstrap-2-r1-c5">
            <a:extLst xmlns:a="http://schemas.openxmlformats.org/drawingml/2006/main">
              <a:ext uri="{FF2B5EF4-FFF2-40B4-BE49-F238E27FC236}">
                <a16:creationId xmlns:a16="http://schemas.microsoft.com/office/drawing/2014/main" id="{A4C5905A-16D9-481E-BA1C-EC6AB534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ensity-1-bootstrap-2-r1-c6">
            <a:extLst xmlns:a="http://schemas.openxmlformats.org/drawingml/2006/main">
              <a:ext uri="{FF2B5EF4-FFF2-40B4-BE49-F238E27FC236}">
                <a16:creationId xmlns:a16="http://schemas.microsoft.com/office/drawing/2014/main" id="{9BEFD42D-2B64-44D1-A8FE-823DAE46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ensity-1-bootstrap-2-r1-c7">
            <a:extLst xmlns:a="http://schemas.openxmlformats.org/drawingml/2006/main">
              <a:ext uri="{FF2B5EF4-FFF2-40B4-BE49-F238E27FC236}">
                <a16:creationId xmlns:a16="http://schemas.microsoft.com/office/drawing/2014/main" id="{D0F6536A-4E89-4F5F-A30A-284F97AF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ensity-1-bootstrap-2-r2-c1">
            <a:extLst xmlns:a="http://schemas.openxmlformats.org/drawingml/2006/main">
              <a:ext uri="{FF2B5EF4-FFF2-40B4-BE49-F238E27FC236}">
                <a16:creationId xmlns:a16="http://schemas.microsoft.com/office/drawing/2014/main" id="{D108503D-B6A4-452B-9757-052D73C8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86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ensity-1-bootstrap-2-r2-c2">
            <a:extLst xmlns:a="http://schemas.openxmlformats.org/drawingml/2006/main">
              <a:ext uri="{FF2B5EF4-FFF2-40B4-BE49-F238E27FC236}">
                <a16:creationId xmlns:a16="http://schemas.microsoft.com/office/drawing/2014/main" id="{0C628F49-8338-47FB-952A-0AEBF717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86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ensity-1-bootstrap-2-r2-c3">
            <a:extLst xmlns:a="http://schemas.openxmlformats.org/drawingml/2006/main">
              <a:ext uri="{FF2B5EF4-FFF2-40B4-BE49-F238E27FC236}">
                <a16:creationId xmlns:a16="http://schemas.microsoft.com/office/drawing/2014/main" id="{D1A62A12-EC88-474E-B70D-46E2C01A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ensity-1-bootstrap-2-r2-c4">
            <a:extLst xmlns:a="http://schemas.openxmlformats.org/drawingml/2006/main">
              <a:ext uri="{FF2B5EF4-FFF2-40B4-BE49-F238E27FC236}">
                <a16:creationId xmlns:a16="http://schemas.microsoft.com/office/drawing/2014/main" id="{645DEAF9-CCAB-4D72-B77D-BF261F3D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ensity-1-bootstrap-2-r2-c5">
            <a:extLst xmlns:a="http://schemas.openxmlformats.org/drawingml/2006/main">
              <a:ext uri="{FF2B5EF4-FFF2-40B4-BE49-F238E27FC236}">
                <a16:creationId xmlns:a16="http://schemas.microsoft.com/office/drawing/2014/main" id="{C4462481-9E8B-4F57-B8A5-28477AB0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ensity-1-bootstrap-2-r2-c6">
            <a:extLst xmlns:a="http://schemas.openxmlformats.org/drawingml/2006/main">
              <a:ext uri="{FF2B5EF4-FFF2-40B4-BE49-F238E27FC236}">
                <a16:creationId xmlns:a16="http://schemas.microsoft.com/office/drawing/2014/main" id="{DCBA483C-749B-455A-9E58-72CA5095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ensity-1-bootstrap-2-r2-c7">
            <a:extLst xmlns:a="http://schemas.openxmlformats.org/drawingml/2006/main">
              <a:ext uri="{FF2B5EF4-FFF2-40B4-BE49-F238E27FC236}">
                <a16:creationId xmlns:a16="http://schemas.microsoft.com/office/drawing/2014/main" id="{583C7088-E3FC-4827-908D-14E85C3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ensity-1-bootstrap-2-r3-c1">
            <a:extLst xmlns:a="http://schemas.openxmlformats.org/drawingml/2006/main">
              <a:ext uri="{FF2B5EF4-FFF2-40B4-BE49-F238E27FC236}">
                <a16:creationId xmlns:a16="http://schemas.microsoft.com/office/drawing/2014/main" id="{61C865AC-0A99-4FEA-AB82-9B44C925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ensity-1-bootstrap-2-r3-c2">
            <a:extLst xmlns:a="http://schemas.openxmlformats.org/drawingml/2006/main">
              <a:ext uri="{FF2B5EF4-FFF2-40B4-BE49-F238E27FC236}">
                <a16:creationId xmlns:a16="http://schemas.microsoft.com/office/drawing/2014/main" id="{9A52EAD8-F09E-438E-851C-9E25DAEA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38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ensity-1-bootstrap-2-r3-c3">
            <a:extLst xmlns:a="http://schemas.openxmlformats.org/drawingml/2006/main">
              <a:ext uri="{FF2B5EF4-FFF2-40B4-BE49-F238E27FC236}">
                <a16:creationId xmlns:a16="http://schemas.microsoft.com/office/drawing/2014/main" id="{80F08BE4-277C-4CF5-808D-4053C923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ensity-1-bootstrap-2-r3-c4">
            <a:extLst xmlns:a="http://schemas.openxmlformats.org/drawingml/2006/main">
              <a:ext uri="{FF2B5EF4-FFF2-40B4-BE49-F238E27FC236}">
                <a16:creationId xmlns:a16="http://schemas.microsoft.com/office/drawing/2014/main" id="{94644AD4-C00B-4D3F-8FAD-5A899F19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ensity-1-bootstrap-2-r3-c5">
            <a:extLst xmlns:a="http://schemas.openxmlformats.org/drawingml/2006/main">
              <a:ext uri="{FF2B5EF4-FFF2-40B4-BE49-F238E27FC236}">
                <a16:creationId xmlns:a16="http://schemas.microsoft.com/office/drawing/2014/main" id="{915B8710-C0C2-40B3-9451-D3C6833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ensity-1-bootstrap-2-r3-c6">
            <a:extLst xmlns:a="http://schemas.openxmlformats.org/drawingml/2006/main">
              <a:ext uri="{FF2B5EF4-FFF2-40B4-BE49-F238E27FC236}">
                <a16:creationId xmlns:a16="http://schemas.microsoft.com/office/drawing/2014/main" id="{C2DB9DE3-5079-4AE4-9A38-016A44B2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ensity-1-bootstrap-2-r3-c7">
            <a:extLst xmlns:a="http://schemas.openxmlformats.org/drawingml/2006/main">
              <a:ext uri="{FF2B5EF4-FFF2-40B4-BE49-F238E27FC236}">
                <a16:creationId xmlns:a16="http://schemas.microsoft.com/office/drawing/2014/main" id="{4F63B089-3FD0-4BEA-BA71-0F4FB1DF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ensity-1-bootstrap-2-r4-c1">
            <a:extLst xmlns:a="http://schemas.openxmlformats.org/drawingml/2006/main">
              <a:ext uri="{FF2B5EF4-FFF2-40B4-BE49-F238E27FC236}">
                <a16:creationId xmlns:a16="http://schemas.microsoft.com/office/drawing/2014/main" id="{F3CCC4D0-4153-4736-B0BA-98B16115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ensity-1-bootstrap-2-r4-c2">
            <a:extLst xmlns:a="http://schemas.openxmlformats.org/drawingml/2006/main">
              <a:ext uri="{FF2B5EF4-FFF2-40B4-BE49-F238E27FC236}">
                <a16:creationId xmlns:a16="http://schemas.microsoft.com/office/drawing/2014/main" id="{7482AC87-4DFE-4EA9-87DC-24737657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90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ensity-1-bootstrap-2-r4-c3">
            <a:extLst xmlns:a="http://schemas.openxmlformats.org/drawingml/2006/main">
              <a:ext uri="{FF2B5EF4-FFF2-40B4-BE49-F238E27FC236}">
                <a16:creationId xmlns:a16="http://schemas.microsoft.com/office/drawing/2014/main" id="{A46B1736-44F2-45E6-9D19-7DC1ABD9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90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ensity-1-bootstrap-2-r4-c4">
            <a:extLst xmlns:a="http://schemas.openxmlformats.org/drawingml/2006/main">
              <a:ext uri="{FF2B5EF4-FFF2-40B4-BE49-F238E27FC236}">
                <a16:creationId xmlns:a16="http://schemas.microsoft.com/office/drawing/2014/main" id="{699A9C3E-9EAA-4FEB-BBEE-416BA04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ensity-1-bootstrap-2-r4-c5">
            <a:extLst xmlns:a="http://schemas.openxmlformats.org/drawingml/2006/main">
              <a:ext uri="{FF2B5EF4-FFF2-40B4-BE49-F238E27FC236}">
                <a16:creationId xmlns:a16="http://schemas.microsoft.com/office/drawing/2014/main" id="{7EE96C4C-28E6-4D2B-9757-766AE95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ensity-1-bootstrap-2-r4-c6">
            <a:extLst xmlns:a="http://schemas.openxmlformats.org/drawingml/2006/main">
              <a:ext uri="{FF2B5EF4-FFF2-40B4-BE49-F238E27FC236}">
                <a16:creationId xmlns:a16="http://schemas.microsoft.com/office/drawing/2014/main" id="{1E552D20-9220-4FBA-816A-FD397B91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ensity-1-bootstrap-2-r4-c7">
            <a:extLst xmlns:a="http://schemas.openxmlformats.org/drawingml/2006/main">
              <a:ext uri="{FF2B5EF4-FFF2-40B4-BE49-F238E27FC236}">
                <a16:creationId xmlns:a16="http://schemas.microsoft.com/office/drawing/2014/main" id="{96467095-7F52-46EB-8EE9-ADFB00F6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ensity-1-bootstrap-2-r5-c1">
            <a:extLst xmlns:a="http://schemas.openxmlformats.org/drawingml/2006/main">
              <a:ext uri="{FF2B5EF4-FFF2-40B4-BE49-F238E27FC236}">
                <a16:creationId xmlns:a16="http://schemas.microsoft.com/office/drawing/2014/main" id="{48BD8CDB-E780-4896-9092-4FC94FB9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ensity-1-bootstrap-2-r5-c2">
            <a:extLst xmlns:a="http://schemas.openxmlformats.org/drawingml/2006/main">
              <a:ext uri="{FF2B5EF4-FFF2-40B4-BE49-F238E27FC236}">
                <a16:creationId xmlns:a16="http://schemas.microsoft.com/office/drawing/2014/main" id="{A809E9E6-31BD-4343-A42F-520BCF0E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43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ensity-1-bootstrap-2-r5-c3">
            <a:extLst xmlns:a="http://schemas.openxmlformats.org/drawingml/2006/main">
              <a:ext uri="{FF2B5EF4-FFF2-40B4-BE49-F238E27FC236}">
                <a16:creationId xmlns:a16="http://schemas.microsoft.com/office/drawing/2014/main" id="{34E8784C-3310-4B86-8FCE-3728C86C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ensity-1-bootstrap-2-r5-c4">
            <a:extLst xmlns:a="http://schemas.openxmlformats.org/drawingml/2006/main">
              <a:ext uri="{FF2B5EF4-FFF2-40B4-BE49-F238E27FC236}">
                <a16:creationId xmlns:a16="http://schemas.microsoft.com/office/drawing/2014/main" id="{A027A042-93FD-4B97-86F3-6C43453C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ensity-1-bootstrap-2-r5-c5">
            <a:extLst xmlns:a="http://schemas.openxmlformats.org/drawingml/2006/main">
              <a:ext uri="{FF2B5EF4-FFF2-40B4-BE49-F238E27FC236}">
                <a16:creationId xmlns:a16="http://schemas.microsoft.com/office/drawing/2014/main" id="{3FC12E43-C403-40BE-9CF3-74FED90B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ensity-1-bootstrap-2-r5-c6">
            <a:extLst xmlns:a="http://schemas.openxmlformats.org/drawingml/2006/main">
              <a:ext uri="{FF2B5EF4-FFF2-40B4-BE49-F238E27FC236}">
                <a16:creationId xmlns:a16="http://schemas.microsoft.com/office/drawing/2014/main" id="{601548A6-72DA-46A8-A44C-C781978C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ensity-1-bootstrap-2-r5-c7">
            <a:extLst xmlns:a="http://schemas.openxmlformats.org/drawingml/2006/main">
              <a:ext uri="{FF2B5EF4-FFF2-40B4-BE49-F238E27FC236}">
                <a16:creationId xmlns:a16="http://schemas.microsoft.com/office/drawing/2014/main" id="{942B0AAF-516E-4006-BE02-D69962A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ensity-1-bootstrap-2-r6-c1">
            <a:extLst xmlns:a="http://schemas.openxmlformats.org/drawingml/2006/main">
              <a:ext uri="{FF2B5EF4-FFF2-40B4-BE49-F238E27FC236}">
                <a16:creationId xmlns:a16="http://schemas.microsoft.com/office/drawing/2014/main" id="{7B3CD669-90CE-4326-AC4C-855B3181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ensity-1-bootstrap-2-r6-c2">
            <a:extLst xmlns:a="http://schemas.openxmlformats.org/drawingml/2006/main">
              <a:ext uri="{FF2B5EF4-FFF2-40B4-BE49-F238E27FC236}">
                <a16:creationId xmlns:a16="http://schemas.microsoft.com/office/drawing/2014/main" id="{F28D634B-1440-4AF6-9298-7E9F1F32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ensity-1-bootstrap-2-r6-c3">
            <a:extLst xmlns:a="http://schemas.openxmlformats.org/drawingml/2006/main">
              <a:ext uri="{FF2B5EF4-FFF2-40B4-BE49-F238E27FC236}">
                <a16:creationId xmlns:a16="http://schemas.microsoft.com/office/drawing/2014/main" id="{6CB57DCD-3015-45B9-AC82-F6F3CA31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ensity-1-bootstrap-2-r6-c4">
            <a:extLst xmlns:a="http://schemas.openxmlformats.org/drawingml/2006/main">
              <a:ext uri="{FF2B5EF4-FFF2-40B4-BE49-F238E27FC236}">
                <a16:creationId xmlns:a16="http://schemas.microsoft.com/office/drawing/2014/main" id="{67A4DC35-B4B8-4802-91CD-E0A77A8D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ensity-1-bootstrap-2-r6-c5">
            <a:extLst xmlns:a="http://schemas.openxmlformats.org/drawingml/2006/main">
              <a:ext uri="{FF2B5EF4-FFF2-40B4-BE49-F238E27FC236}">
                <a16:creationId xmlns:a16="http://schemas.microsoft.com/office/drawing/2014/main" id="{37D37009-65CA-4286-A192-0CEAB886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ensity-1-bootstrap-2-r6-c6">
            <a:extLst xmlns:a="http://schemas.openxmlformats.org/drawingml/2006/main">
              <a:ext uri="{FF2B5EF4-FFF2-40B4-BE49-F238E27FC236}">
                <a16:creationId xmlns:a16="http://schemas.microsoft.com/office/drawing/2014/main" id="{31D8EB60-6184-4D84-AA69-541E3D94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ensity-1-bootstrap-2-r6-c7">
            <a:extLst xmlns:a="http://schemas.openxmlformats.org/drawingml/2006/main">
              <a:ext uri="{FF2B5EF4-FFF2-40B4-BE49-F238E27FC236}">
                <a16:creationId xmlns:a16="http://schemas.microsoft.com/office/drawing/2014/main" id="{03FD1618-E816-4EB6-A273-7B569E92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5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ensity-1-bootstrap-2-r7-c1">
            <a:extLst xmlns:a="http://schemas.openxmlformats.org/drawingml/2006/main">
              <a:ext uri="{FF2B5EF4-FFF2-40B4-BE49-F238E27FC236}">
                <a16:creationId xmlns:a16="http://schemas.microsoft.com/office/drawing/2014/main" id="{CE364A33-5E56-48B6-8898-B3265A4A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48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ensity-1-bootstrap-2-r7-c2">
            <a:extLst xmlns:a="http://schemas.openxmlformats.org/drawingml/2006/main">
              <a:ext uri="{FF2B5EF4-FFF2-40B4-BE49-F238E27FC236}">
                <a16:creationId xmlns:a16="http://schemas.microsoft.com/office/drawing/2014/main" id="{1E9AD1C2-279F-4EA4-B6F1-BC47CF7E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48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ensity-1-bootstrap-2-r7-c3">
            <a:extLst xmlns:a="http://schemas.openxmlformats.org/drawingml/2006/main">
              <a:ext uri="{FF2B5EF4-FFF2-40B4-BE49-F238E27FC236}">
                <a16:creationId xmlns:a16="http://schemas.microsoft.com/office/drawing/2014/main" id="{C0FF722B-E9A0-4FDA-89B7-13CE0E87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48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ensity-1-bootstrap-2-r7-c4">
            <a:extLst xmlns:a="http://schemas.openxmlformats.org/drawingml/2006/main">
              <a:ext uri="{FF2B5EF4-FFF2-40B4-BE49-F238E27FC236}">
                <a16:creationId xmlns:a16="http://schemas.microsoft.com/office/drawing/2014/main" id="{C50469DD-21FB-4B76-AB75-4A570F7E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48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ensity-1-bootstrap-2-r7-c5">
            <a:extLst xmlns:a="http://schemas.openxmlformats.org/drawingml/2006/main">
              <a:ext uri="{FF2B5EF4-FFF2-40B4-BE49-F238E27FC236}">
                <a16:creationId xmlns:a16="http://schemas.microsoft.com/office/drawing/2014/main" id="{D7A4005D-C5B1-43FB-9313-10079130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ensity-1-bootstrap-2-r7-c6">
            <a:extLst xmlns:a="http://schemas.openxmlformats.org/drawingml/2006/main">
              <a:ext uri="{FF2B5EF4-FFF2-40B4-BE49-F238E27FC236}">
                <a16:creationId xmlns:a16="http://schemas.microsoft.com/office/drawing/2014/main" id="{89F6AD71-1A5E-497F-8F8A-BDC0B73E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ensity-1-bootstrap-2-r7-c7">
            <a:extLst xmlns:a="http://schemas.openxmlformats.org/drawingml/2006/main">
              <a:ext uri="{FF2B5EF4-FFF2-40B4-BE49-F238E27FC236}">
                <a16:creationId xmlns:a16="http://schemas.microsoft.com/office/drawing/2014/main" id="{ADD4006F-A72E-422B-93FC-7D662DA6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48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ensity-1-bootstrap-3-r1-c1">
            <a:extLst xmlns:a="http://schemas.openxmlformats.org/drawingml/2006/main">
              <a:ext uri="{FF2B5EF4-FFF2-40B4-BE49-F238E27FC236}">
                <a16:creationId xmlns:a16="http://schemas.microsoft.com/office/drawing/2014/main" id="{FD4D5713-0556-49C9-B215-C2C19D89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ensity-1-bootstrap-3-r1-c2">
            <a:extLst xmlns:a="http://schemas.openxmlformats.org/drawingml/2006/main">
              <a:ext uri="{FF2B5EF4-FFF2-40B4-BE49-F238E27FC236}">
                <a16:creationId xmlns:a16="http://schemas.microsoft.com/office/drawing/2014/main" id="{0D4F3F66-E2B7-4A2B-8885-203E4461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57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ensity-1-bootstrap-3-r1-c3">
            <a:extLst xmlns:a="http://schemas.openxmlformats.org/drawingml/2006/main">
              <a:ext uri="{FF2B5EF4-FFF2-40B4-BE49-F238E27FC236}">
                <a16:creationId xmlns:a16="http://schemas.microsoft.com/office/drawing/2014/main" id="{5C38585F-6C15-45C5-AF2E-1A8DFE23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57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ensity-1-bootstrap-3-r1-c4">
            <a:extLst xmlns:a="http://schemas.openxmlformats.org/drawingml/2006/main">
              <a:ext uri="{FF2B5EF4-FFF2-40B4-BE49-F238E27FC236}">
                <a16:creationId xmlns:a16="http://schemas.microsoft.com/office/drawing/2014/main" id="{1B11EC8B-DA62-4159-8E03-D6A468AC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ensity-1-bootstrap-3-r1-c5">
            <a:extLst xmlns:a="http://schemas.openxmlformats.org/drawingml/2006/main">
              <a:ext uri="{FF2B5EF4-FFF2-40B4-BE49-F238E27FC236}">
                <a16:creationId xmlns:a16="http://schemas.microsoft.com/office/drawing/2014/main" id="{086A463B-7D8B-49E0-AD57-78D4401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ensity-1-bootstrap-3-r1-c6">
            <a:extLst xmlns:a="http://schemas.openxmlformats.org/drawingml/2006/main">
              <a:ext uri="{FF2B5EF4-FFF2-40B4-BE49-F238E27FC236}">
                <a16:creationId xmlns:a16="http://schemas.microsoft.com/office/drawing/2014/main" id="{97577B40-5D1A-4DA9-B719-20290054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ensity-1-bootstrap-3-r1-c7">
            <a:extLst xmlns:a="http://schemas.openxmlformats.org/drawingml/2006/main">
              <a:ext uri="{FF2B5EF4-FFF2-40B4-BE49-F238E27FC236}">
                <a16:creationId xmlns:a16="http://schemas.microsoft.com/office/drawing/2014/main" id="{4F39C01C-820E-4BB5-8A7B-E59DB730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57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ensity-1-bootstrap-3-r2-c1">
            <a:extLst xmlns:a="http://schemas.openxmlformats.org/drawingml/2006/main">
              <a:ext uri="{FF2B5EF4-FFF2-40B4-BE49-F238E27FC236}">
                <a16:creationId xmlns:a16="http://schemas.microsoft.com/office/drawing/2014/main" id="{DA1A79C4-B5D4-460B-9D23-B1F7456A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ensity-1-bootstrap-3-r2-c2">
            <a:extLst xmlns:a="http://schemas.openxmlformats.org/drawingml/2006/main">
              <a:ext uri="{FF2B5EF4-FFF2-40B4-BE49-F238E27FC236}">
                <a16:creationId xmlns:a16="http://schemas.microsoft.com/office/drawing/2014/main" id="{7C9FEC3C-6F3E-468A-9240-B8B9F392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10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ensity-1-bootstrap-3-r2-c3">
            <a:extLst xmlns:a="http://schemas.openxmlformats.org/drawingml/2006/main">
              <a:ext uri="{FF2B5EF4-FFF2-40B4-BE49-F238E27FC236}">
                <a16:creationId xmlns:a16="http://schemas.microsoft.com/office/drawing/2014/main" id="{B74737C6-B8D9-4C71-8422-51CAB685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10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ensity-1-bootstrap-3-r2-c4">
            <a:extLst xmlns:a="http://schemas.openxmlformats.org/drawingml/2006/main">
              <a:ext uri="{FF2B5EF4-FFF2-40B4-BE49-F238E27FC236}">
                <a16:creationId xmlns:a16="http://schemas.microsoft.com/office/drawing/2014/main" id="{8B70C59B-BB51-42DF-A896-BE615AB3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0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ensity-1-bootstrap-3-r2-c5">
            <a:extLst xmlns:a="http://schemas.openxmlformats.org/drawingml/2006/main">
              <a:ext uri="{FF2B5EF4-FFF2-40B4-BE49-F238E27FC236}">
                <a16:creationId xmlns:a16="http://schemas.microsoft.com/office/drawing/2014/main" id="{8C0E8EE1-AEF1-451F-8ACF-656A3E00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ensity-1-bootstrap-3-r2-c6">
            <a:extLst xmlns:a="http://schemas.openxmlformats.org/drawingml/2006/main">
              <a:ext uri="{FF2B5EF4-FFF2-40B4-BE49-F238E27FC236}">
                <a16:creationId xmlns:a16="http://schemas.microsoft.com/office/drawing/2014/main" id="{EDED1A98-B239-4415-99DC-7649BEDB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ensity-1-bootstrap-3-r2-c7">
            <a:extLst xmlns:a="http://schemas.openxmlformats.org/drawingml/2006/main">
              <a:ext uri="{FF2B5EF4-FFF2-40B4-BE49-F238E27FC236}">
                <a16:creationId xmlns:a16="http://schemas.microsoft.com/office/drawing/2014/main" id="{8B6BDA2B-782A-4C84-90E4-CEAEF8CB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10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ensity-1-bootstrap-3-r3-c1">
            <a:extLst xmlns:a="http://schemas.openxmlformats.org/drawingml/2006/main">
              <a:ext uri="{FF2B5EF4-FFF2-40B4-BE49-F238E27FC236}">
                <a16:creationId xmlns:a16="http://schemas.microsoft.com/office/drawing/2014/main" id="{8ADC9F42-DE67-40D6-8824-DC7501DD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62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ensity-1-bootstrap-3-r3-c2">
            <a:extLst xmlns:a="http://schemas.openxmlformats.org/drawingml/2006/main">
              <a:ext uri="{FF2B5EF4-FFF2-40B4-BE49-F238E27FC236}">
                <a16:creationId xmlns:a16="http://schemas.microsoft.com/office/drawing/2014/main" id="{D1CAC36B-3C57-4049-95B5-DB55D136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62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ensity-1-bootstrap-3-r3-c3">
            <a:extLst xmlns:a="http://schemas.openxmlformats.org/drawingml/2006/main">
              <a:ext uri="{FF2B5EF4-FFF2-40B4-BE49-F238E27FC236}">
                <a16:creationId xmlns:a16="http://schemas.microsoft.com/office/drawing/2014/main" id="{36FCE46C-453F-4C79-AE9B-CA5D8B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62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ensity-1-bootstrap-3-r3-c4">
            <a:extLst xmlns:a="http://schemas.openxmlformats.org/drawingml/2006/main">
              <a:ext uri="{FF2B5EF4-FFF2-40B4-BE49-F238E27FC236}">
                <a16:creationId xmlns:a16="http://schemas.microsoft.com/office/drawing/2014/main" id="{AC1CBF87-D098-48F1-B9AC-E0F7B862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62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ensity-1-bootstrap-3-r3-c5">
            <a:extLst xmlns:a="http://schemas.openxmlformats.org/drawingml/2006/main">
              <a:ext uri="{FF2B5EF4-FFF2-40B4-BE49-F238E27FC236}">
                <a16:creationId xmlns:a16="http://schemas.microsoft.com/office/drawing/2014/main" id="{FBD14739-1CF9-4A06-B631-D35A0538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62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ensity-1-bootstrap-3-r3-c6">
            <a:extLst xmlns:a="http://schemas.openxmlformats.org/drawingml/2006/main">
              <a:ext uri="{FF2B5EF4-FFF2-40B4-BE49-F238E27FC236}">
                <a16:creationId xmlns:a16="http://schemas.microsoft.com/office/drawing/2014/main" id="{C4D3151D-197E-4BB8-828B-112765C2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ensity-1-bootstrap-3-r3-c7">
            <a:extLst xmlns:a="http://schemas.openxmlformats.org/drawingml/2006/main">
              <a:ext uri="{FF2B5EF4-FFF2-40B4-BE49-F238E27FC236}">
                <a16:creationId xmlns:a16="http://schemas.microsoft.com/office/drawing/2014/main" id="{3E269FF1-8086-4DC6-ABCB-78DC29C6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625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ensity-1-bootstrap-3-r4-c1">
            <a:extLst xmlns:a="http://schemas.openxmlformats.org/drawingml/2006/main">
              <a:ext uri="{FF2B5EF4-FFF2-40B4-BE49-F238E27FC236}">
                <a16:creationId xmlns:a16="http://schemas.microsoft.com/office/drawing/2014/main" id="{66D9B45E-277E-4193-8B11-9E8A7502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14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ensity-1-bootstrap-3-r4-c2">
            <a:extLst xmlns:a="http://schemas.openxmlformats.org/drawingml/2006/main">
              <a:ext uri="{FF2B5EF4-FFF2-40B4-BE49-F238E27FC236}">
                <a16:creationId xmlns:a16="http://schemas.microsoft.com/office/drawing/2014/main" id="{27758296-3CB8-4CF3-BC5C-224B9A8E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14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ensity-1-bootstrap-3-r4-c3">
            <a:extLst xmlns:a="http://schemas.openxmlformats.org/drawingml/2006/main">
              <a:ext uri="{FF2B5EF4-FFF2-40B4-BE49-F238E27FC236}">
                <a16:creationId xmlns:a16="http://schemas.microsoft.com/office/drawing/2014/main" id="{6BDA49D2-E566-46C5-B2B9-E9153132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14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ensity-1-bootstrap-3-r4-c4">
            <a:extLst xmlns:a="http://schemas.openxmlformats.org/drawingml/2006/main">
              <a:ext uri="{FF2B5EF4-FFF2-40B4-BE49-F238E27FC236}">
                <a16:creationId xmlns:a16="http://schemas.microsoft.com/office/drawing/2014/main" id="{91251F13-B7D7-4891-814A-33576A44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density-1-bootstrap-3-r4-c5">
            <a:extLst xmlns:a="http://schemas.openxmlformats.org/drawingml/2006/main">
              <a:ext uri="{FF2B5EF4-FFF2-40B4-BE49-F238E27FC236}">
                <a16:creationId xmlns:a16="http://schemas.microsoft.com/office/drawing/2014/main" id="{CD1EA8ED-1B4B-4CDE-BCF6-8ACF8FEF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14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density-1-bootstrap-3-r4-c6">
            <a:extLst xmlns:a="http://schemas.openxmlformats.org/drawingml/2006/main">
              <a:ext uri="{FF2B5EF4-FFF2-40B4-BE49-F238E27FC236}">
                <a16:creationId xmlns:a16="http://schemas.microsoft.com/office/drawing/2014/main" id="{6CAEA293-B33D-47A9-B374-31EC9FEE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density-1-bootstrap-3-r4-c7">
            <a:extLst xmlns:a="http://schemas.openxmlformats.org/drawingml/2006/main">
              <a:ext uri="{FF2B5EF4-FFF2-40B4-BE49-F238E27FC236}">
                <a16:creationId xmlns:a16="http://schemas.microsoft.com/office/drawing/2014/main" id="{19ACE8C3-0B94-48F0-95D1-D4FA179B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149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density-1-bootstrap-3-r5-c1">
            <a:extLst xmlns:a="http://schemas.openxmlformats.org/drawingml/2006/main">
              <a:ext uri="{FF2B5EF4-FFF2-40B4-BE49-F238E27FC236}">
                <a16:creationId xmlns:a16="http://schemas.microsoft.com/office/drawing/2014/main" id="{FD597AA7-E506-4533-A1F5-833EF755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67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density-1-bootstrap-3-r5-c2">
            <a:extLst xmlns:a="http://schemas.openxmlformats.org/drawingml/2006/main">
              <a:ext uri="{FF2B5EF4-FFF2-40B4-BE49-F238E27FC236}">
                <a16:creationId xmlns:a16="http://schemas.microsoft.com/office/drawing/2014/main" id="{2AC7AC9E-6B27-467D-93C3-4B80843B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67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density-1-bootstrap-3-r5-c3">
            <a:extLst xmlns:a="http://schemas.openxmlformats.org/drawingml/2006/main">
              <a:ext uri="{FF2B5EF4-FFF2-40B4-BE49-F238E27FC236}">
                <a16:creationId xmlns:a16="http://schemas.microsoft.com/office/drawing/2014/main" id="{6DB39276-F2D4-4315-8B17-28A68152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67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density-1-bootstrap-3-r5-c4">
            <a:extLst xmlns:a="http://schemas.openxmlformats.org/drawingml/2006/main">
              <a:ext uri="{FF2B5EF4-FFF2-40B4-BE49-F238E27FC236}">
                <a16:creationId xmlns:a16="http://schemas.microsoft.com/office/drawing/2014/main" id="{AFE73E22-7FD4-491F-8079-AE0F91F4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67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density-1-bootstrap-3-r5-c5">
            <a:extLst xmlns:a="http://schemas.openxmlformats.org/drawingml/2006/main">
              <a:ext uri="{FF2B5EF4-FFF2-40B4-BE49-F238E27FC236}">
                <a16:creationId xmlns:a16="http://schemas.microsoft.com/office/drawing/2014/main" id="{4F09A145-3C87-4065-ABAC-EFD1229B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67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density-1-bootstrap-3-r5-c6">
            <a:extLst xmlns:a="http://schemas.openxmlformats.org/drawingml/2006/main">
              <a:ext uri="{FF2B5EF4-FFF2-40B4-BE49-F238E27FC236}">
                <a16:creationId xmlns:a16="http://schemas.microsoft.com/office/drawing/2014/main" id="{70AFA1B2-D092-42B5-9585-222464C3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67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density-1-bootstrap-3-r5-c7">
            <a:extLst xmlns:a="http://schemas.openxmlformats.org/drawingml/2006/main">
              <a:ext uri="{FF2B5EF4-FFF2-40B4-BE49-F238E27FC236}">
                <a16:creationId xmlns:a16="http://schemas.microsoft.com/office/drawing/2014/main" id="{53D915F4-8DF2-4987-B5E7-911AE8F7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673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density-1-bootstrap-3-r6-c1">
            <a:extLst xmlns:a="http://schemas.openxmlformats.org/drawingml/2006/main">
              <a:ext uri="{FF2B5EF4-FFF2-40B4-BE49-F238E27FC236}">
                <a16:creationId xmlns:a16="http://schemas.microsoft.com/office/drawing/2014/main" id="{9715871A-E3F0-4784-A66A-D3CF75ED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density-1-bootstrap-3-r6-c2">
            <a:extLst xmlns:a="http://schemas.openxmlformats.org/drawingml/2006/main">
              <a:ext uri="{FF2B5EF4-FFF2-40B4-BE49-F238E27FC236}">
                <a16:creationId xmlns:a16="http://schemas.microsoft.com/office/drawing/2014/main" id="{57BFF36A-81F1-4DC7-AE40-22C7D0FB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1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density-1-bootstrap-3-r6-c3">
            <a:extLst xmlns:a="http://schemas.openxmlformats.org/drawingml/2006/main">
              <a:ext uri="{FF2B5EF4-FFF2-40B4-BE49-F238E27FC236}">
                <a16:creationId xmlns:a16="http://schemas.microsoft.com/office/drawing/2014/main" id="{01B66E7B-038D-4DEA-A09E-74C7907F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61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density-1-bootstrap-3-r6-c4">
            <a:extLst xmlns:a="http://schemas.openxmlformats.org/drawingml/2006/main">
              <a:ext uri="{FF2B5EF4-FFF2-40B4-BE49-F238E27FC236}">
                <a16:creationId xmlns:a16="http://schemas.microsoft.com/office/drawing/2014/main" id="{66C6E307-7DB6-4724-9EFD-62B58211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density-1-bootstrap-3-r6-c5">
            <a:extLst xmlns:a="http://schemas.openxmlformats.org/drawingml/2006/main">
              <a:ext uri="{FF2B5EF4-FFF2-40B4-BE49-F238E27FC236}">
                <a16:creationId xmlns:a16="http://schemas.microsoft.com/office/drawing/2014/main" id="{A396D8F3-8B7F-4574-862E-55F6AA9A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1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density-1-bootstrap-3-r6-c6">
            <a:extLst xmlns:a="http://schemas.openxmlformats.org/drawingml/2006/main">
              <a:ext uri="{FF2B5EF4-FFF2-40B4-BE49-F238E27FC236}">
                <a16:creationId xmlns:a16="http://schemas.microsoft.com/office/drawing/2014/main" id="{2F10A0E8-DC98-478C-AE6C-B81FF205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1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density-1-bootstrap-3-r6-c7">
            <a:extLst xmlns:a="http://schemas.openxmlformats.org/drawingml/2006/main">
              <a:ext uri="{FF2B5EF4-FFF2-40B4-BE49-F238E27FC236}">
                <a16:creationId xmlns:a16="http://schemas.microsoft.com/office/drawing/2014/main" id="{AD90B837-FF26-4492-946D-2F0859EC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197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density-1-bootstrap-3-r7-c1">
            <a:extLst xmlns:a="http://schemas.openxmlformats.org/drawingml/2006/main">
              <a:ext uri="{FF2B5EF4-FFF2-40B4-BE49-F238E27FC236}">
                <a16:creationId xmlns:a16="http://schemas.microsoft.com/office/drawing/2014/main" id="{65C45E27-65F9-4F8A-BF9A-A6FD156C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7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density-1-bootstrap-3-r7-c2">
            <a:extLst xmlns:a="http://schemas.openxmlformats.org/drawingml/2006/main">
              <a:ext uri="{FF2B5EF4-FFF2-40B4-BE49-F238E27FC236}">
                <a16:creationId xmlns:a16="http://schemas.microsoft.com/office/drawing/2014/main" id="{4F415F0C-4553-43A2-B6E9-197E825E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77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density-1-bootstrap-3-r7-c3">
            <a:extLst xmlns:a="http://schemas.openxmlformats.org/drawingml/2006/main">
              <a:ext uri="{FF2B5EF4-FFF2-40B4-BE49-F238E27FC236}">
                <a16:creationId xmlns:a16="http://schemas.microsoft.com/office/drawing/2014/main" id="{8F3B5E43-3BC4-4DF8-B908-91A0F5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7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density-1-bootstrap-3-r7-c4">
            <a:extLst xmlns:a="http://schemas.openxmlformats.org/drawingml/2006/main">
              <a:ext uri="{FF2B5EF4-FFF2-40B4-BE49-F238E27FC236}">
                <a16:creationId xmlns:a16="http://schemas.microsoft.com/office/drawing/2014/main" id="{E02508F1-EDB6-4AC3-94E9-87E3D62D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7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density-1-bootstrap-3-r7-c5">
            <a:extLst xmlns:a="http://schemas.openxmlformats.org/drawingml/2006/main">
              <a:ext uri="{FF2B5EF4-FFF2-40B4-BE49-F238E27FC236}">
                <a16:creationId xmlns:a16="http://schemas.microsoft.com/office/drawing/2014/main" id="{5FA18FA5-A7CE-457E-86F0-D8B30891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7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density-1-bootstrap-3-r7-c6">
            <a:extLst xmlns:a="http://schemas.openxmlformats.org/drawingml/2006/main">
              <a:ext uri="{FF2B5EF4-FFF2-40B4-BE49-F238E27FC236}">
                <a16:creationId xmlns:a16="http://schemas.microsoft.com/office/drawing/2014/main" id="{5D960202-1C5C-4C57-B9A8-CA2C648E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7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density-1-bootstrap-3-r7-c7">
            <a:extLst xmlns:a="http://schemas.openxmlformats.org/drawingml/2006/main">
              <a:ext uri="{FF2B5EF4-FFF2-40B4-BE49-F238E27FC236}">
                <a16:creationId xmlns:a16="http://schemas.microsoft.com/office/drawing/2014/main" id="{B0D42C7C-682A-4964-8F25-37F5606E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72150"/>
            <a:ext cx="153829" cy="1538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density-1-ellipsis-1">
            <a:extLst xmlns:a="http://schemas.openxmlformats.org/drawingml/2006/main">
              <a:ext uri="{FF2B5EF4-FFF2-40B4-BE49-F238E27FC236}">
                <a16:creationId xmlns:a16="http://schemas.microsoft.com/office/drawing/2014/main" id="{3DEFF085-6980-4034-9DC2-E4BE1634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density-1-ellipsis-2">
            <a:extLst xmlns:a="http://schemas.openxmlformats.org/drawingml/2006/main">
              <a:ext uri="{FF2B5EF4-FFF2-40B4-BE49-F238E27FC236}">
                <a16:creationId xmlns:a16="http://schemas.microsoft.com/office/drawing/2014/main" id="{1B953E41-1844-496A-87AA-C1AC40D1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density-1-ellipsis-3">
            <a:extLst xmlns:a="http://schemas.openxmlformats.org/drawingml/2006/main">
              <a:ext uri="{FF2B5EF4-FFF2-40B4-BE49-F238E27FC236}">
                <a16:creationId xmlns:a16="http://schemas.microsoft.com/office/drawing/2014/main" id="{EB5254E6-2E5B-496C-8ECE-AE72E654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029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3" name="density-2-panel">
            <a:extLst xmlns:a="http://schemas.openxmlformats.org/drawingml/2006/main">
              <a:ext uri="{FF2B5EF4-FFF2-40B4-BE49-F238E27FC236}">
                <a16:creationId xmlns:a16="http://schemas.microsoft.com/office/drawing/2014/main" id="{4D4D2C3B-51B6-443F-AA1E-97500239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1391900" cy="5619750"/>
          </a:xfrm>
          <a:prstGeom xmlns:a="http://schemas.openxmlformats.org/drawingml/2006/main" prst="roundRect">
            <a:avLst>
              <a:gd name="adj" fmla="val 8814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nsity-2-source-to-top">
            <a:extLst xmlns:a="http://schemas.openxmlformats.org/drawingml/2006/main">
              <a:ext uri="{FF2B5EF4-FFF2-40B4-BE49-F238E27FC236}">
                <a16:creationId xmlns:a16="http://schemas.microsoft.com/office/drawing/2014/main" id="{B73039CB-C076-47C8-B648-88D77F97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667125" y="219075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nsity-2-source-to-middle">
            <a:extLst xmlns:a="http://schemas.openxmlformats.org/drawingml/2006/main">
              <a:ext uri="{FF2B5EF4-FFF2-40B4-BE49-F238E27FC236}">
                <a16:creationId xmlns:a16="http://schemas.microsoft.com/office/drawing/2014/main" id="{46F0A419-61B9-4B11-8D76-07673FB2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3295650"/>
            <a:ext cx="1381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nsity-2-source-to-bottom">
            <a:extLst xmlns:a="http://schemas.openxmlformats.org/drawingml/2006/main">
              <a:ext uri="{FF2B5EF4-FFF2-40B4-BE49-F238E27FC236}">
                <a16:creationId xmlns:a16="http://schemas.microsoft.com/office/drawing/2014/main" id="{203C1CD9-0339-4603-9F8B-CA92F31C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667125" y="443865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nsity-2-metric-to-top">
            <a:extLst xmlns:a="http://schemas.openxmlformats.org/drawingml/2006/main">
              <a:ext uri="{FF2B5EF4-FFF2-40B4-BE49-F238E27FC236}">
                <a16:creationId xmlns:a16="http://schemas.microsoft.com/office/drawing/2014/main" id="{D3983848-3597-4904-883A-40F9F883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143750" y="219075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nsity-2-metric-to-middle">
            <a:extLst xmlns:a="http://schemas.openxmlformats.org/drawingml/2006/main">
              <a:ext uri="{FF2B5EF4-FFF2-40B4-BE49-F238E27FC236}">
                <a16:creationId xmlns:a16="http://schemas.microsoft.com/office/drawing/2014/main" id="{2AF4E3C5-EE13-4B38-9350-62C8805A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295650"/>
            <a:ext cx="1428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nsity-2-metric-to-bottom">
            <a:extLst xmlns:a="http://schemas.openxmlformats.org/drawingml/2006/main">
              <a:ext uri="{FF2B5EF4-FFF2-40B4-BE49-F238E27FC236}">
                <a16:creationId xmlns:a16="http://schemas.microsoft.com/office/drawing/2014/main" id="{FCC1470F-E7EF-4372-8D82-1F1D2EF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143750" y="443865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nsity-2-option-label">
            <a:extLst xmlns:a="http://schemas.openxmlformats.org/drawingml/2006/main">
              <a:ext uri="{FF2B5EF4-FFF2-40B4-BE49-F238E27FC236}">
                <a16:creationId xmlns:a16="http://schemas.microsoft.com/office/drawing/2014/main" id="{FB3ADB85-287E-41AD-B486-07E69A5F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43A"/>
                </a:solidFill>
              </a:defRPr>
            </a:pPr>
            <a:r>
              <a:rPr sz="1650" b="1">
                <a:solidFill>
                  <a:srgbClr val="25343A"/>
                </a:solidFill>
              </a:rPr>
              <a:t>OPTION B · 12×12 → 8×8</a:t>
            </a:r>
          </a:p>
        </p:txBody>
      </p:sp>
      <p:sp>
        <p:nvSpPr>
          <p:cNvPr id="9" name="density-2-title">
            <a:extLst xmlns:a="http://schemas.openxmlformats.org/drawingml/2006/main">
              <a:ext uri="{FF2B5EF4-FFF2-40B4-BE49-F238E27FC236}">
                <a16:creationId xmlns:a16="http://schemas.microsoft.com/office/drawing/2014/main" id="{228CDC20-41F4-402F-84DD-561C00BD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287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81B"/>
                </a:solidFill>
              </a:defRPr>
            </a:pPr>
            <a:r>
              <a:rPr sz="3150" b="1">
                <a:solidFill>
                  <a:srgbClr val="11181B"/>
                </a:solidFill>
              </a:rPr>
              <a:t>Bootstrap resampling &amp; PERMANOVA</a:t>
            </a:r>
          </a:p>
        </p:txBody>
      </p:sp>
      <p:sp>
        <p:nvSpPr>
          <p:cNvPr id="10" name="density-2-omega2">
            <a:extLst xmlns:a="http://schemas.openxmlformats.org/drawingml/2006/main">
              <a:ext uri="{FF2B5EF4-FFF2-40B4-BE49-F238E27FC236}">
                <a16:creationId xmlns:a16="http://schemas.microsoft.com/office/drawing/2014/main" id="{A0BE4B5E-37C7-4CCE-B172-F952738F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11181B"/>
                </a:solidFill>
              </a:defRPr>
            </a:pPr>
            <a:r>
              <a:rPr sz="3300" b="0">
                <a:solidFill>
                  <a:srgbClr val="11181B"/>
                </a:solidFill>
              </a:rPr>
              <a:t>ω²</a:t>
            </a:r>
          </a:p>
        </p:txBody>
      </p:sp>
      <p:sp>
        <p:nvSpPr>
          <p:cNvPr id="11" name="density-2-pvalue">
            <a:extLst xmlns:a="http://schemas.openxmlformats.org/drawingml/2006/main">
              <a:ext uri="{FF2B5EF4-FFF2-40B4-BE49-F238E27FC236}">
                <a16:creationId xmlns:a16="http://schemas.microsoft.com/office/drawing/2014/main" id="{4DB31977-7734-49F5-9229-614FC52B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1181B"/>
                </a:solidFill>
              </a:defRPr>
            </a:pPr>
            <a:r>
              <a:rPr sz="3150" b="0">
                <a:solidFill>
                  <a:srgbClr val="11181B"/>
                </a:solidFill>
              </a:rPr>
              <a:t>p value</a:t>
            </a:r>
          </a:p>
        </p:txBody>
      </p:sp>
      <p:sp>
        <p:nvSpPr>
          <p:cNvPr id="12" name="density-2-repeat-icon">
            <a:extLst xmlns:a="http://schemas.openxmlformats.org/drawingml/2006/main">
              <a:ext uri="{FF2B5EF4-FFF2-40B4-BE49-F238E27FC236}">
                <a16:creationId xmlns:a16="http://schemas.microsoft.com/office/drawing/2014/main" id="{FB44D9B8-9C64-4261-9D7B-F5232EFE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39474C"/>
                </a:solidFill>
              </a:defRPr>
            </a:pPr>
            <a:r>
              <a:rPr sz="3750" b="0">
                <a:solidFill>
                  <a:srgbClr val="39474C"/>
                </a:solidFill>
              </a:rPr>
              <a:t>↻</a:t>
            </a:r>
          </a:p>
        </p:txBody>
      </p:sp>
      <p:sp>
        <p:nvSpPr>
          <p:cNvPr id="13" name="density-2-iterations">
            <a:extLst xmlns:a="http://schemas.openxmlformats.org/drawingml/2006/main">
              <a:ext uri="{FF2B5EF4-FFF2-40B4-BE49-F238E27FC236}">
                <a16:creationId xmlns:a16="http://schemas.microsoft.com/office/drawing/2014/main" id="{50E08FE3-E3D8-4BBB-BB28-183A0E27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816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1181B"/>
                </a:solidFill>
              </a:defRPr>
            </a:pPr>
            <a:r>
              <a:rPr sz="2850" b="0">
                <a:solidFill>
                  <a:srgbClr val="11181B"/>
                </a:solidFill>
              </a:rPr>
              <a:t>B = 500 iterations</a:t>
            </a:r>
          </a:p>
        </p:txBody>
      </p:sp>
      <p:sp>
        <p:nvSpPr>
          <p:cNvPr id="14" name="density-2-source-r1-c1">
            <a:extLst xmlns:a="http://schemas.openxmlformats.org/drawingml/2006/main">
              <a:ext uri="{FF2B5EF4-FFF2-40B4-BE49-F238E27FC236}">
                <a16:creationId xmlns:a16="http://schemas.microsoft.com/office/drawing/2014/main" id="{9F472531-F10C-4825-B6F5-44E8FFB1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nsity-2-source-r1-c2">
            <a:extLst xmlns:a="http://schemas.openxmlformats.org/drawingml/2006/main">
              <a:ext uri="{FF2B5EF4-FFF2-40B4-BE49-F238E27FC236}">
                <a16:creationId xmlns:a16="http://schemas.microsoft.com/office/drawing/2014/main" id="{9FAD17A1-B00A-4D8F-A08D-0D036B39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nsity-2-source-r1-c3">
            <a:extLst xmlns:a="http://schemas.openxmlformats.org/drawingml/2006/main">
              <a:ext uri="{FF2B5EF4-FFF2-40B4-BE49-F238E27FC236}">
                <a16:creationId xmlns:a16="http://schemas.microsoft.com/office/drawing/2014/main" id="{E334423B-AFBE-4CEA-8F1B-4BA13108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nsity-2-source-r1-c4">
            <a:extLst xmlns:a="http://schemas.openxmlformats.org/drawingml/2006/main">
              <a:ext uri="{FF2B5EF4-FFF2-40B4-BE49-F238E27FC236}">
                <a16:creationId xmlns:a16="http://schemas.microsoft.com/office/drawing/2014/main" id="{BB877F88-5236-42AE-BF83-DA7D41FD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nsity-2-source-r1-c5">
            <a:extLst xmlns:a="http://schemas.openxmlformats.org/drawingml/2006/main">
              <a:ext uri="{FF2B5EF4-FFF2-40B4-BE49-F238E27FC236}">
                <a16:creationId xmlns:a16="http://schemas.microsoft.com/office/drawing/2014/main" id="{CB2478AB-AA4A-42FA-A325-8111A0E8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nsity-2-source-r1-c6">
            <a:extLst xmlns:a="http://schemas.openxmlformats.org/drawingml/2006/main">
              <a:ext uri="{FF2B5EF4-FFF2-40B4-BE49-F238E27FC236}">
                <a16:creationId xmlns:a16="http://schemas.microsoft.com/office/drawing/2014/main" id="{44B3CF3D-E806-4937-8807-245983E3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nsity-2-source-r1-c7">
            <a:extLst xmlns:a="http://schemas.openxmlformats.org/drawingml/2006/main">
              <a:ext uri="{FF2B5EF4-FFF2-40B4-BE49-F238E27FC236}">
                <a16:creationId xmlns:a16="http://schemas.microsoft.com/office/drawing/2014/main" id="{4DDA5221-0FD3-46DB-AE67-B68E37D5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ensity-2-source-r1-c8">
            <a:extLst xmlns:a="http://schemas.openxmlformats.org/drawingml/2006/main">
              <a:ext uri="{FF2B5EF4-FFF2-40B4-BE49-F238E27FC236}">
                <a16:creationId xmlns:a16="http://schemas.microsoft.com/office/drawing/2014/main" id="{2D0D122B-FCF7-4CD3-9CA0-6A98015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nsity-2-source-r1-c9">
            <a:extLst xmlns:a="http://schemas.openxmlformats.org/drawingml/2006/main">
              <a:ext uri="{FF2B5EF4-FFF2-40B4-BE49-F238E27FC236}">
                <a16:creationId xmlns:a16="http://schemas.microsoft.com/office/drawing/2014/main" id="{02FC8A8C-8B67-45B4-9AD2-411744ED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ensity-2-source-r1-c10">
            <a:extLst xmlns:a="http://schemas.openxmlformats.org/drawingml/2006/main">
              <a:ext uri="{FF2B5EF4-FFF2-40B4-BE49-F238E27FC236}">
                <a16:creationId xmlns:a16="http://schemas.microsoft.com/office/drawing/2014/main" id="{CAE873A9-AEA5-4AB6-BC17-599147ED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ensity-2-source-r1-c11">
            <a:extLst xmlns:a="http://schemas.openxmlformats.org/drawingml/2006/main">
              <a:ext uri="{FF2B5EF4-FFF2-40B4-BE49-F238E27FC236}">
                <a16:creationId xmlns:a16="http://schemas.microsoft.com/office/drawing/2014/main" id="{FDF879CA-3DE1-483F-956A-E3276CA8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nsity-2-source-r1-c12">
            <a:extLst xmlns:a="http://schemas.openxmlformats.org/drawingml/2006/main">
              <a:ext uri="{FF2B5EF4-FFF2-40B4-BE49-F238E27FC236}">
                <a16:creationId xmlns:a16="http://schemas.microsoft.com/office/drawing/2014/main" id="{5BA32D76-BAF6-4848-B3B9-4B70706B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242887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ensity-2-source-r2-c1">
            <a:extLst xmlns:a="http://schemas.openxmlformats.org/drawingml/2006/main">
              <a:ext uri="{FF2B5EF4-FFF2-40B4-BE49-F238E27FC236}">
                <a16:creationId xmlns:a16="http://schemas.microsoft.com/office/drawing/2014/main" id="{E963FF32-FAEC-4415-B364-FAB4EB83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nsity-2-source-r2-c2">
            <a:extLst xmlns:a="http://schemas.openxmlformats.org/drawingml/2006/main">
              <a:ext uri="{FF2B5EF4-FFF2-40B4-BE49-F238E27FC236}">
                <a16:creationId xmlns:a16="http://schemas.microsoft.com/office/drawing/2014/main" id="{50DBD12A-9C48-4670-A797-23CC04D3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ensity-2-source-r2-c3">
            <a:extLst xmlns:a="http://schemas.openxmlformats.org/drawingml/2006/main">
              <a:ext uri="{FF2B5EF4-FFF2-40B4-BE49-F238E27FC236}">
                <a16:creationId xmlns:a16="http://schemas.microsoft.com/office/drawing/2014/main" id="{411B657B-BADD-4959-99BD-51A81157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ensity-2-source-r2-c4">
            <a:extLst xmlns:a="http://schemas.openxmlformats.org/drawingml/2006/main">
              <a:ext uri="{FF2B5EF4-FFF2-40B4-BE49-F238E27FC236}">
                <a16:creationId xmlns:a16="http://schemas.microsoft.com/office/drawing/2014/main" id="{AB21611F-8216-47C3-A927-BD1D7183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ensity-2-source-r2-c5">
            <a:extLst xmlns:a="http://schemas.openxmlformats.org/drawingml/2006/main">
              <a:ext uri="{FF2B5EF4-FFF2-40B4-BE49-F238E27FC236}">
                <a16:creationId xmlns:a16="http://schemas.microsoft.com/office/drawing/2014/main" id="{3F5EA2CB-7769-4875-9064-AEE2E2B1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ensity-2-source-r2-c6">
            <a:extLst xmlns:a="http://schemas.openxmlformats.org/drawingml/2006/main">
              <a:ext uri="{FF2B5EF4-FFF2-40B4-BE49-F238E27FC236}">
                <a16:creationId xmlns:a16="http://schemas.microsoft.com/office/drawing/2014/main" id="{C51882DE-790D-4184-A52F-0770A0AF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ensity-2-source-r2-c7">
            <a:extLst xmlns:a="http://schemas.openxmlformats.org/drawingml/2006/main">
              <a:ext uri="{FF2B5EF4-FFF2-40B4-BE49-F238E27FC236}">
                <a16:creationId xmlns:a16="http://schemas.microsoft.com/office/drawing/2014/main" id="{D6D0FA03-9258-4B3A-BC01-42B8E63D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ensity-2-source-r2-c8">
            <a:extLst xmlns:a="http://schemas.openxmlformats.org/drawingml/2006/main">
              <a:ext uri="{FF2B5EF4-FFF2-40B4-BE49-F238E27FC236}">
                <a16:creationId xmlns:a16="http://schemas.microsoft.com/office/drawing/2014/main" id="{03D2A011-F2C5-4D88-8685-83BE79BE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ensity-2-source-r2-c9">
            <a:extLst xmlns:a="http://schemas.openxmlformats.org/drawingml/2006/main">
              <a:ext uri="{FF2B5EF4-FFF2-40B4-BE49-F238E27FC236}">
                <a16:creationId xmlns:a16="http://schemas.microsoft.com/office/drawing/2014/main" id="{BE68B978-3F35-4D36-BC0C-318EDE47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ensity-2-source-r2-c10">
            <a:extLst xmlns:a="http://schemas.openxmlformats.org/drawingml/2006/main">
              <a:ext uri="{FF2B5EF4-FFF2-40B4-BE49-F238E27FC236}">
                <a16:creationId xmlns:a16="http://schemas.microsoft.com/office/drawing/2014/main" id="{DBF50CA1-2F13-4F0C-A479-94DB639C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ensity-2-source-r2-c11">
            <a:extLst xmlns:a="http://schemas.openxmlformats.org/drawingml/2006/main">
              <a:ext uri="{FF2B5EF4-FFF2-40B4-BE49-F238E27FC236}">
                <a16:creationId xmlns:a16="http://schemas.microsoft.com/office/drawing/2014/main" id="{E0692BD1-5E39-4CA4-9648-E40BDA18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ensity-2-source-r2-c12">
            <a:extLst xmlns:a="http://schemas.openxmlformats.org/drawingml/2006/main">
              <a:ext uri="{FF2B5EF4-FFF2-40B4-BE49-F238E27FC236}">
                <a16:creationId xmlns:a16="http://schemas.microsoft.com/office/drawing/2014/main" id="{5F1032E2-E5D0-4008-8EE9-613C7816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260746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ensity-2-source-r3-c1">
            <a:extLst xmlns:a="http://schemas.openxmlformats.org/drawingml/2006/main">
              <a:ext uri="{FF2B5EF4-FFF2-40B4-BE49-F238E27FC236}">
                <a16:creationId xmlns:a16="http://schemas.microsoft.com/office/drawing/2014/main" id="{54485C9A-4679-4343-8D46-AA52E956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ensity-2-source-r3-c2">
            <a:extLst xmlns:a="http://schemas.openxmlformats.org/drawingml/2006/main">
              <a:ext uri="{FF2B5EF4-FFF2-40B4-BE49-F238E27FC236}">
                <a16:creationId xmlns:a16="http://schemas.microsoft.com/office/drawing/2014/main" id="{228AF3DC-CE30-4FD8-BB42-73714E29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ensity-2-source-r3-c3">
            <a:extLst xmlns:a="http://schemas.openxmlformats.org/drawingml/2006/main">
              <a:ext uri="{FF2B5EF4-FFF2-40B4-BE49-F238E27FC236}">
                <a16:creationId xmlns:a16="http://schemas.microsoft.com/office/drawing/2014/main" id="{C9553725-D956-4030-84C3-9C6BFD1D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ensity-2-source-r3-c4">
            <a:extLst xmlns:a="http://schemas.openxmlformats.org/drawingml/2006/main">
              <a:ext uri="{FF2B5EF4-FFF2-40B4-BE49-F238E27FC236}">
                <a16:creationId xmlns:a16="http://schemas.microsoft.com/office/drawing/2014/main" id="{6CEFE9FC-9977-42BD-9984-B1D4ACB9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ensity-2-source-r3-c5">
            <a:extLst xmlns:a="http://schemas.openxmlformats.org/drawingml/2006/main">
              <a:ext uri="{FF2B5EF4-FFF2-40B4-BE49-F238E27FC236}">
                <a16:creationId xmlns:a16="http://schemas.microsoft.com/office/drawing/2014/main" id="{93FDBD44-66EF-417C-A481-3D6A5179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ensity-2-source-r3-c6">
            <a:extLst xmlns:a="http://schemas.openxmlformats.org/drawingml/2006/main">
              <a:ext uri="{FF2B5EF4-FFF2-40B4-BE49-F238E27FC236}">
                <a16:creationId xmlns:a16="http://schemas.microsoft.com/office/drawing/2014/main" id="{C248081E-A7B8-4AF8-9970-896E6427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ensity-2-source-r3-c7">
            <a:extLst xmlns:a="http://schemas.openxmlformats.org/drawingml/2006/main">
              <a:ext uri="{FF2B5EF4-FFF2-40B4-BE49-F238E27FC236}">
                <a16:creationId xmlns:a16="http://schemas.microsoft.com/office/drawing/2014/main" id="{97405579-7975-48D3-B64D-84D25F8D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ensity-2-source-r3-c8">
            <a:extLst xmlns:a="http://schemas.openxmlformats.org/drawingml/2006/main">
              <a:ext uri="{FF2B5EF4-FFF2-40B4-BE49-F238E27FC236}">
                <a16:creationId xmlns:a16="http://schemas.microsoft.com/office/drawing/2014/main" id="{80E0264B-C84A-4ADA-BEB6-40EA9B7B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ensity-2-source-r3-c9">
            <a:extLst xmlns:a="http://schemas.openxmlformats.org/drawingml/2006/main">
              <a:ext uri="{FF2B5EF4-FFF2-40B4-BE49-F238E27FC236}">
                <a16:creationId xmlns:a16="http://schemas.microsoft.com/office/drawing/2014/main" id="{EAF83654-AA75-4AB7-986D-F17732C3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ensity-2-source-r3-c10">
            <a:extLst xmlns:a="http://schemas.openxmlformats.org/drawingml/2006/main">
              <a:ext uri="{FF2B5EF4-FFF2-40B4-BE49-F238E27FC236}">
                <a16:creationId xmlns:a16="http://schemas.microsoft.com/office/drawing/2014/main" id="{0A23A2EF-9805-45EF-92A8-0CBD8E28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ensity-2-source-r3-c11">
            <a:extLst xmlns:a="http://schemas.openxmlformats.org/drawingml/2006/main">
              <a:ext uri="{FF2B5EF4-FFF2-40B4-BE49-F238E27FC236}">
                <a16:creationId xmlns:a16="http://schemas.microsoft.com/office/drawing/2014/main" id="{AB3BD3D1-97C9-4C2C-BC1B-018855B5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ensity-2-source-r3-c12">
            <a:extLst xmlns:a="http://schemas.openxmlformats.org/drawingml/2006/main">
              <a:ext uri="{FF2B5EF4-FFF2-40B4-BE49-F238E27FC236}">
                <a16:creationId xmlns:a16="http://schemas.microsoft.com/office/drawing/2014/main" id="{534900F5-0B66-4C9F-A549-CE9A872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278606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ensity-2-source-r4-c1">
            <a:extLst xmlns:a="http://schemas.openxmlformats.org/drawingml/2006/main">
              <a:ext uri="{FF2B5EF4-FFF2-40B4-BE49-F238E27FC236}">
                <a16:creationId xmlns:a16="http://schemas.microsoft.com/office/drawing/2014/main" id="{784ABE44-D067-40A3-9E8B-6DDA1787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ensity-2-source-r4-c2">
            <a:extLst xmlns:a="http://schemas.openxmlformats.org/drawingml/2006/main">
              <a:ext uri="{FF2B5EF4-FFF2-40B4-BE49-F238E27FC236}">
                <a16:creationId xmlns:a16="http://schemas.microsoft.com/office/drawing/2014/main" id="{4C8EFB9D-ACA6-4443-B6A4-7AE975AB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ensity-2-source-r4-c3">
            <a:extLst xmlns:a="http://schemas.openxmlformats.org/drawingml/2006/main">
              <a:ext uri="{FF2B5EF4-FFF2-40B4-BE49-F238E27FC236}">
                <a16:creationId xmlns:a16="http://schemas.microsoft.com/office/drawing/2014/main" id="{EC33E447-F5F8-4063-A9C0-98330ED3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ensity-2-source-r4-c4">
            <a:extLst xmlns:a="http://schemas.openxmlformats.org/drawingml/2006/main">
              <a:ext uri="{FF2B5EF4-FFF2-40B4-BE49-F238E27FC236}">
                <a16:creationId xmlns:a16="http://schemas.microsoft.com/office/drawing/2014/main" id="{AAF70E6E-E756-4866-A558-74160C7E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ensity-2-source-r4-c5">
            <a:extLst xmlns:a="http://schemas.openxmlformats.org/drawingml/2006/main">
              <a:ext uri="{FF2B5EF4-FFF2-40B4-BE49-F238E27FC236}">
                <a16:creationId xmlns:a16="http://schemas.microsoft.com/office/drawing/2014/main" id="{3983BB47-D5AC-498C-B7B0-56BFEB31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ensity-2-source-r4-c6">
            <a:extLst xmlns:a="http://schemas.openxmlformats.org/drawingml/2006/main">
              <a:ext uri="{FF2B5EF4-FFF2-40B4-BE49-F238E27FC236}">
                <a16:creationId xmlns:a16="http://schemas.microsoft.com/office/drawing/2014/main" id="{4BF4C9E2-330A-4232-99F1-4381E00B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ensity-2-source-r4-c7">
            <a:extLst xmlns:a="http://schemas.openxmlformats.org/drawingml/2006/main">
              <a:ext uri="{FF2B5EF4-FFF2-40B4-BE49-F238E27FC236}">
                <a16:creationId xmlns:a16="http://schemas.microsoft.com/office/drawing/2014/main" id="{9AD28418-C65F-47F4-86C2-7A4E0DC7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ensity-2-source-r4-c8">
            <a:extLst xmlns:a="http://schemas.openxmlformats.org/drawingml/2006/main">
              <a:ext uri="{FF2B5EF4-FFF2-40B4-BE49-F238E27FC236}">
                <a16:creationId xmlns:a16="http://schemas.microsoft.com/office/drawing/2014/main" id="{9B4072AF-BC74-47FC-B593-1F3D50A9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ensity-2-source-r4-c9">
            <a:extLst xmlns:a="http://schemas.openxmlformats.org/drawingml/2006/main">
              <a:ext uri="{FF2B5EF4-FFF2-40B4-BE49-F238E27FC236}">
                <a16:creationId xmlns:a16="http://schemas.microsoft.com/office/drawing/2014/main" id="{EB64BCE4-0ECB-4126-AB00-B442A6F0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ensity-2-source-r4-c10">
            <a:extLst xmlns:a="http://schemas.openxmlformats.org/drawingml/2006/main">
              <a:ext uri="{FF2B5EF4-FFF2-40B4-BE49-F238E27FC236}">
                <a16:creationId xmlns:a16="http://schemas.microsoft.com/office/drawing/2014/main" id="{B3FDBA14-F8B2-4C7B-ABCB-D969E593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ensity-2-source-r4-c11">
            <a:extLst xmlns:a="http://schemas.openxmlformats.org/drawingml/2006/main">
              <a:ext uri="{FF2B5EF4-FFF2-40B4-BE49-F238E27FC236}">
                <a16:creationId xmlns:a16="http://schemas.microsoft.com/office/drawing/2014/main" id="{89EF27FA-B72D-4D69-BC39-417DACE9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ensity-2-source-r4-c12">
            <a:extLst xmlns:a="http://schemas.openxmlformats.org/drawingml/2006/main">
              <a:ext uri="{FF2B5EF4-FFF2-40B4-BE49-F238E27FC236}">
                <a16:creationId xmlns:a16="http://schemas.microsoft.com/office/drawing/2014/main" id="{6EBF37F6-23B6-4EEF-817A-92C5796E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296465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ensity-2-source-r5-c1">
            <a:extLst xmlns:a="http://schemas.openxmlformats.org/drawingml/2006/main">
              <a:ext uri="{FF2B5EF4-FFF2-40B4-BE49-F238E27FC236}">
                <a16:creationId xmlns:a16="http://schemas.microsoft.com/office/drawing/2014/main" id="{B918453B-4814-4D1E-A6AB-DD9DEACE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ensity-2-source-r5-c2">
            <a:extLst xmlns:a="http://schemas.openxmlformats.org/drawingml/2006/main">
              <a:ext uri="{FF2B5EF4-FFF2-40B4-BE49-F238E27FC236}">
                <a16:creationId xmlns:a16="http://schemas.microsoft.com/office/drawing/2014/main" id="{623168CD-BE09-4F4E-9DD1-BFEA2D3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ensity-2-source-r5-c3">
            <a:extLst xmlns:a="http://schemas.openxmlformats.org/drawingml/2006/main">
              <a:ext uri="{FF2B5EF4-FFF2-40B4-BE49-F238E27FC236}">
                <a16:creationId xmlns:a16="http://schemas.microsoft.com/office/drawing/2014/main" id="{6E731239-E19C-4D0E-B584-0CF1CA4D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ensity-2-source-r5-c4">
            <a:extLst xmlns:a="http://schemas.openxmlformats.org/drawingml/2006/main">
              <a:ext uri="{FF2B5EF4-FFF2-40B4-BE49-F238E27FC236}">
                <a16:creationId xmlns:a16="http://schemas.microsoft.com/office/drawing/2014/main" id="{AA2D8D81-517D-464C-B825-7F66E785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ensity-2-source-r5-c5">
            <a:extLst xmlns:a="http://schemas.openxmlformats.org/drawingml/2006/main">
              <a:ext uri="{FF2B5EF4-FFF2-40B4-BE49-F238E27FC236}">
                <a16:creationId xmlns:a16="http://schemas.microsoft.com/office/drawing/2014/main" id="{27C8F5EF-C011-4425-A89E-1B616BB9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ensity-2-source-r5-c6">
            <a:extLst xmlns:a="http://schemas.openxmlformats.org/drawingml/2006/main">
              <a:ext uri="{FF2B5EF4-FFF2-40B4-BE49-F238E27FC236}">
                <a16:creationId xmlns:a16="http://schemas.microsoft.com/office/drawing/2014/main" id="{E81413A9-A6DF-4660-A918-2AC1113D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ensity-2-source-r5-c7">
            <a:extLst xmlns:a="http://schemas.openxmlformats.org/drawingml/2006/main">
              <a:ext uri="{FF2B5EF4-FFF2-40B4-BE49-F238E27FC236}">
                <a16:creationId xmlns:a16="http://schemas.microsoft.com/office/drawing/2014/main" id="{A444DE47-15A7-47C6-9FA0-E8B7D2A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ensity-2-source-r5-c8">
            <a:extLst xmlns:a="http://schemas.openxmlformats.org/drawingml/2006/main">
              <a:ext uri="{FF2B5EF4-FFF2-40B4-BE49-F238E27FC236}">
                <a16:creationId xmlns:a16="http://schemas.microsoft.com/office/drawing/2014/main" id="{74B1946A-E65A-418D-AB02-534C63B8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ensity-2-source-r5-c9">
            <a:extLst xmlns:a="http://schemas.openxmlformats.org/drawingml/2006/main">
              <a:ext uri="{FF2B5EF4-FFF2-40B4-BE49-F238E27FC236}">
                <a16:creationId xmlns:a16="http://schemas.microsoft.com/office/drawing/2014/main" id="{CAAC9FC4-BBE3-4BF1-85D0-36F3A6A4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ensity-2-source-r5-c10">
            <a:extLst xmlns:a="http://schemas.openxmlformats.org/drawingml/2006/main">
              <a:ext uri="{FF2B5EF4-FFF2-40B4-BE49-F238E27FC236}">
                <a16:creationId xmlns:a16="http://schemas.microsoft.com/office/drawing/2014/main" id="{B80EF2BD-74B5-4C20-B963-49E92FF5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ensity-2-source-r5-c11">
            <a:extLst xmlns:a="http://schemas.openxmlformats.org/drawingml/2006/main">
              <a:ext uri="{FF2B5EF4-FFF2-40B4-BE49-F238E27FC236}">
                <a16:creationId xmlns:a16="http://schemas.microsoft.com/office/drawing/2014/main" id="{FF61DB93-5DDF-4A2B-8A68-AF2B784A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ensity-2-source-r5-c12">
            <a:extLst xmlns:a="http://schemas.openxmlformats.org/drawingml/2006/main">
              <a:ext uri="{FF2B5EF4-FFF2-40B4-BE49-F238E27FC236}">
                <a16:creationId xmlns:a16="http://schemas.microsoft.com/office/drawing/2014/main" id="{2E06C15F-13B1-4CD7-B2A2-360C5C1F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3143250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ensity-2-source-r6-c1">
            <a:extLst xmlns:a="http://schemas.openxmlformats.org/drawingml/2006/main">
              <a:ext uri="{FF2B5EF4-FFF2-40B4-BE49-F238E27FC236}">
                <a16:creationId xmlns:a16="http://schemas.microsoft.com/office/drawing/2014/main" id="{DC4C95FE-876A-411E-A330-90180929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ensity-2-source-r6-c2">
            <a:extLst xmlns:a="http://schemas.openxmlformats.org/drawingml/2006/main">
              <a:ext uri="{FF2B5EF4-FFF2-40B4-BE49-F238E27FC236}">
                <a16:creationId xmlns:a16="http://schemas.microsoft.com/office/drawing/2014/main" id="{D6759133-B9C1-4012-A165-AAF29D8E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ensity-2-source-r6-c3">
            <a:extLst xmlns:a="http://schemas.openxmlformats.org/drawingml/2006/main">
              <a:ext uri="{FF2B5EF4-FFF2-40B4-BE49-F238E27FC236}">
                <a16:creationId xmlns:a16="http://schemas.microsoft.com/office/drawing/2014/main" id="{7BBD18F9-D8D3-441C-A4B5-DF1C81C6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ensity-2-source-r6-c4">
            <a:extLst xmlns:a="http://schemas.openxmlformats.org/drawingml/2006/main">
              <a:ext uri="{FF2B5EF4-FFF2-40B4-BE49-F238E27FC236}">
                <a16:creationId xmlns:a16="http://schemas.microsoft.com/office/drawing/2014/main" id="{A3942B8D-61F5-4BEB-83E2-67608A7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ensity-2-source-r6-c5">
            <a:extLst xmlns:a="http://schemas.openxmlformats.org/drawingml/2006/main">
              <a:ext uri="{FF2B5EF4-FFF2-40B4-BE49-F238E27FC236}">
                <a16:creationId xmlns:a16="http://schemas.microsoft.com/office/drawing/2014/main" id="{AE4A31ED-5012-4AA4-B09B-98DF68CE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ensity-2-source-r6-c6">
            <a:extLst xmlns:a="http://schemas.openxmlformats.org/drawingml/2006/main">
              <a:ext uri="{FF2B5EF4-FFF2-40B4-BE49-F238E27FC236}">
                <a16:creationId xmlns:a16="http://schemas.microsoft.com/office/drawing/2014/main" id="{DF94CC77-3E0C-422C-880A-6DCC0101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ensity-2-source-r6-c7">
            <a:extLst xmlns:a="http://schemas.openxmlformats.org/drawingml/2006/main">
              <a:ext uri="{FF2B5EF4-FFF2-40B4-BE49-F238E27FC236}">
                <a16:creationId xmlns:a16="http://schemas.microsoft.com/office/drawing/2014/main" id="{4BCD2A27-658D-4928-B16D-BA9A0972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ensity-2-source-r6-c8">
            <a:extLst xmlns:a="http://schemas.openxmlformats.org/drawingml/2006/main">
              <a:ext uri="{FF2B5EF4-FFF2-40B4-BE49-F238E27FC236}">
                <a16:creationId xmlns:a16="http://schemas.microsoft.com/office/drawing/2014/main" id="{EAFFEDD1-4886-4E83-832C-5B8694D0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ensity-2-source-r6-c9">
            <a:extLst xmlns:a="http://schemas.openxmlformats.org/drawingml/2006/main">
              <a:ext uri="{FF2B5EF4-FFF2-40B4-BE49-F238E27FC236}">
                <a16:creationId xmlns:a16="http://schemas.microsoft.com/office/drawing/2014/main" id="{2968D324-9A87-4435-86B0-F0C828FE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ensity-2-source-r6-c10">
            <a:extLst xmlns:a="http://schemas.openxmlformats.org/drawingml/2006/main">
              <a:ext uri="{FF2B5EF4-FFF2-40B4-BE49-F238E27FC236}">
                <a16:creationId xmlns:a16="http://schemas.microsoft.com/office/drawing/2014/main" id="{19C5AB36-4806-4EDC-8B72-323FE3D8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ensity-2-source-r6-c11">
            <a:extLst xmlns:a="http://schemas.openxmlformats.org/drawingml/2006/main">
              <a:ext uri="{FF2B5EF4-FFF2-40B4-BE49-F238E27FC236}">
                <a16:creationId xmlns:a16="http://schemas.microsoft.com/office/drawing/2014/main" id="{2FFA969C-9478-41A1-9EA1-B651CF9E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ensity-2-source-r6-c12">
            <a:extLst xmlns:a="http://schemas.openxmlformats.org/drawingml/2006/main">
              <a:ext uri="{FF2B5EF4-FFF2-40B4-BE49-F238E27FC236}">
                <a16:creationId xmlns:a16="http://schemas.microsoft.com/office/drawing/2014/main" id="{23E92FEF-99CF-4BE5-9F49-0576B9A1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3321844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ensity-2-source-r7-c1">
            <a:extLst xmlns:a="http://schemas.openxmlformats.org/drawingml/2006/main">
              <a:ext uri="{FF2B5EF4-FFF2-40B4-BE49-F238E27FC236}">
                <a16:creationId xmlns:a16="http://schemas.microsoft.com/office/drawing/2014/main" id="{6D605A3D-B675-47A3-9ED1-EEE8A7B0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ensity-2-source-r7-c2">
            <a:extLst xmlns:a="http://schemas.openxmlformats.org/drawingml/2006/main">
              <a:ext uri="{FF2B5EF4-FFF2-40B4-BE49-F238E27FC236}">
                <a16:creationId xmlns:a16="http://schemas.microsoft.com/office/drawing/2014/main" id="{4DE60EF6-0557-49BF-97B2-1DBAB1A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ensity-2-source-r7-c3">
            <a:extLst xmlns:a="http://schemas.openxmlformats.org/drawingml/2006/main">
              <a:ext uri="{FF2B5EF4-FFF2-40B4-BE49-F238E27FC236}">
                <a16:creationId xmlns:a16="http://schemas.microsoft.com/office/drawing/2014/main" id="{AF180BC2-D7B6-4055-88F9-6889855D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ensity-2-source-r7-c4">
            <a:extLst xmlns:a="http://schemas.openxmlformats.org/drawingml/2006/main">
              <a:ext uri="{FF2B5EF4-FFF2-40B4-BE49-F238E27FC236}">
                <a16:creationId xmlns:a16="http://schemas.microsoft.com/office/drawing/2014/main" id="{8783C1FB-0FC3-41AC-B5D3-1203B710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ensity-2-source-r7-c5">
            <a:extLst xmlns:a="http://schemas.openxmlformats.org/drawingml/2006/main">
              <a:ext uri="{FF2B5EF4-FFF2-40B4-BE49-F238E27FC236}">
                <a16:creationId xmlns:a16="http://schemas.microsoft.com/office/drawing/2014/main" id="{6734A60C-53D0-40DC-AB54-9692517B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ensity-2-source-r7-c6">
            <a:extLst xmlns:a="http://schemas.openxmlformats.org/drawingml/2006/main">
              <a:ext uri="{FF2B5EF4-FFF2-40B4-BE49-F238E27FC236}">
                <a16:creationId xmlns:a16="http://schemas.microsoft.com/office/drawing/2014/main" id="{AB9E8CA3-0095-4D22-B803-AE6FC9D4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ensity-2-source-r7-c7">
            <a:extLst xmlns:a="http://schemas.openxmlformats.org/drawingml/2006/main">
              <a:ext uri="{FF2B5EF4-FFF2-40B4-BE49-F238E27FC236}">
                <a16:creationId xmlns:a16="http://schemas.microsoft.com/office/drawing/2014/main" id="{B97E3327-E913-4D34-A1C2-DE4152EB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ensity-2-source-r7-c8">
            <a:extLst xmlns:a="http://schemas.openxmlformats.org/drawingml/2006/main">
              <a:ext uri="{FF2B5EF4-FFF2-40B4-BE49-F238E27FC236}">
                <a16:creationId xmlns:a16="http://schemas.microsoft.com/office/drawing/2014/main" id="{9B67E171-A338-4F07-A786-6751A777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ensity-2-source-r7-c9">
            <a:extLst xmlns:a="http://schemas.openxmlformats.org/drawingml/2006/main">
              <a:ext uri="{FF2B5EF4-FFF2-40B4-BE49-F238E27FC236}">
                <a16:creationId xmlns:a16="http://schemas.microsoft.com/office/drawing/2014/main" id="{2EDF348C-CC74-4D1B-A858-20C1C49C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ensity-2-source-r7-c10">
            <a:extLst xmlns:a="http://schemas.openxmlformats.org/drawingml/2006/main">
              <a:ext uri="{FF2B5EF4-FFF2-40B4-BE49-F238E27FC236}">
                <a16:creationId xmlns:a16="http://schemas.microsoft.com/office/drawing/2014/main" id="{192AA236-12B2-4206-9BCF-7B1B29D2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ensity-2-source-r7-c11">
            <a:extLst xmlns:a="http://schemas.openxmlformats.org/drawingml/2006/main">
              <a:ext uri="{FF2B5EF4-FFF2-40B4-BE49-F238E27FC236}">
                <a16:creationId xmlns:a16="http://schemas.microsoft.com/office/drawing/2014/main" id="{6203AAF3-DC24-423C-B85A-A5154EAC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ensity-2-source-r7-c12">
            <a:extLst xmlns:a="http://schemas.openxmlformats.org/drawingml/2006/main">
              <a:ext uri="{FF2B5EF4-FFF2-40B4-BE49-F238E27FC236}">
                <a16:creationId xmlns:a16="http://schemas.microsoft.com/office/drawing/2014/main" id="{C64B9E4C-055E-42B7-9CDD-BAFF202F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3500438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ensity-2-source-r8-c1">
            <a:extLst xmlns:a="http://schemas.openxmlformats.org/drawingml/2006/main">
              <a:ext uri="{FF2B5EF4-FFF2-40B4-BE49-F238E27FC236}">
                <a16:creationId xmlns:a16="http://schemas.microsoft.com/office/drawing/2014/main" id="{5D44CCC0-EC8E-4BDF-BF61-00884A7E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ensity-2-source-r8-c2">
            <a:extLst xmlns:a="http://schemas.openxmlformats.org/drawingml/2006/main">
              <a:ext uri="{FF2B5EF4-FFF2-40B4-BE49-F238E27FC236}">
                <a16:creationId xmlns:a16="http://schemas.microsoft.com/office/drawing/2014/main" id="{88FC2C81-4DB2-4A03-848F-4BD4088A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ensity-2-source-r8-c3">
            <a:extLst xmlns:a="http://schemas.openxmlformats.org/drawingml/2006/main">
              <a:ext uri="{FF2B5EF4-FFF2-40B4-BE49-F238E27FC236}">
                <a16:creationId xmlns:a16="http://schemas.microsoft.com/office/drawing/2014/main" id="{9D140BC4-B5B7-4940-B513-E0FF5803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ensity-2-source-r8-c4">
            <a:extLst xmlns:a="http://schemas.openxmlformats.org/drawingml/2006/main">
              <a:ext uri="{FF2B5EF4-FFF2-40B4-BE49-F238E27FC236}">
                <a16:creationId xmlns:a16="http://schemas.microsoft.com/office/drawing/2014/main" id="{22F68667-ED3D-46C7-BAD6-A0970FB3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ensity-2-source-r8-c5">
            <a:extLst xmlns:a="http://schemas.openxmlformats.org/drawingml/2006/main">
              <a:ext uri="{FF2B5EF4-FFF2-40B4-BE49-F238E27FC236}">
                <a16:creationId xmlns:a16="http://schemas.microsoft.com/office/drawing/2014/main" id="{63532C36-0B1F-4888-AE12-7CD1DE0C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ensity-2-source-r8-c6">
            <a:extLst xmlns:a="http://schemas.openxmlformats.org/drawingml/2006/main">
              <a:ext uri="{FF2B5EF4-FFF2-40B4-BE49-F238E27FC236}">
                <a16:creationId xmlns:a16="http://schemas.microsoft.com/office/drawing/2014/main" id="{C42F616D-8740-4197-90CA-DECF5FDC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ensity-2-source-r8-c7">
            <a:extLst xmlns:a="http://schemas.openxmlformats.org/drawingml/2006/main">
              <a:ext uri="{FF2B5EF4-FFF2-40B4-BE49-F238E27FC236}">
                <a16:creationId xmlns:a16="http://schemas.microsoft.com/office/drawing/2014/main" id="{1CEA94B4-1CB7-4928-AFD7-41C81886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ensity-2-source-r8-c8">
            <a:extLst xmlns:a="http://schemas.openxmlformats.org/drawingml/2006/main">
              <a:ext uri="{FF2B5EF4-FFF2-40B4-BE49-F238E27FC236}">
                <a16:creationId xmlns:a16="http://schemas.microsoft.com/office/drawing/2014/main" id="{D5615D64-E9A1-49FC-8697-3236559C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ensity-2-source-r8-c9">
            <a:extLst xmlns:a="http://schemas.openxmlformats.org/drawingml/2006/main">
              <a:ext uri="{FF2B5EF4-FFF2-40B4-BE49-F238E27FC236}">
                <a16:creationId xmlns:a16="http://schemas.microsoft.com/office/drawing/2014/main" id="{17DA88CD-2E61-4140-9707-78A14AD4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ensity-2-source-r8-c10">
            <a:extLst xmlns:a="http://schemas.openxmlformats.org/drawingml/2006/main">
              <a:ext uri="{FF2B5EF4-FFF2-40B4-BE49-F238E27FC236}">
                <a16:creationId xmlns:a16="http://schemas.microsoft.com/office/drawing/2014/main" id="{1A263986-2418-4ADE-AC82-9879AF76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ensity-2-source-r8-c11">
            <a:extLst xmlns:a="http://schemas.openxmlformats.org/drawingml/2006/main">
              <a:ext uri="{FF2B5EF4-FFF2-40B4-BE49-F238E27FC236}">
                <a16:creationId xmlns:a16="http://schemas.microsoft.com/office/drawing/2014/main" id="{887E6ADC-29AD-4F4A-AC25-F0913831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ensity-2-source-r8-c12">
            <a:extLst xmlns:a="http://schemas.openxmlformats.org/drawingml/2006/main">
              <a:ext uri="{FF2B5EF4-FFF2-40B4-BE49-F238E27FC236}">
                <a16:creationId xmlns:a16="http://schemas.microsoft.com/office/drawing/2014/main" id="{B5078D09-1D58-4DB2-B70B-CB55DA53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3679031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ensity-2-source-r9-c1">
            <a:extLst xmlns:a="http://schemas.openxmlformats.org/drawingml/2006/main">
              <a:ext uri="{FF2B5EF4-FFF2-40B4-BE49-F238E27FC236}">
                <a16:creationId xmlns:a16="http://schemas.microsoft.com/office/drawing/2014/main" id="{ED4537BD-31E3-4BB3-9171-08DDF9EC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ensity-2-source-r9-c2">
            <a:extLst xmlns:a="http://schemas.openxmlformats.org/drawingml/2006/main">
              <a:ext uri="{FF2B5EF4-FFF2-40B4-BE49-F238E27FC236}">
                <a16:creationId xmlns:a16="http://schemas.microsoft.com/office/drawing/2014/main" id="{57604D95-55B0-4CFD-B7C4-8C63D85C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ensity-2-source-r9-c3">
            <a:extLst xmlns:a="http://schemas.openxmlformats.org/drawingml/2006/main">
              <a:ext uri="{FF2B5EF4-FFF2-40B4-BE49-F238E27FC236}">
                <a16:creationId xmlns:a16="http://schemas.microsoft.com/office/drawing/2014/main" id="{DE299396-BD3D-44D2-B191-9B90C47C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ensity-2-source-r9-c4">
            <a:extLst xmlns:a="http://schemas.openxmlformats.org/drawingml/2006/main">
              <a:ext uri="{FF2B5EF4-FFF2-40B4-BE49-F238E27FC236}">
                <a16:creationId xmlns:a16="http://schemas.microsoft.com/office/drawing/2014/main" id="{10EA092D-A420-4226-B486-88ACBFC1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ensity-2-source-r9-c5">
            <a:extLst xmlns:a="http://schemas.openxmlformats.org/drawingml/2006/main">
              <a:ext uri="{FF2B5EF4-FFF2-40B4-BE49-F238E27FC236}">
                <a16:creationId xmlns:a16="http://schemas.microsoft.com/office/drawing/2014/main" id="{AA291302-4EDE-4198-9376-919ADABE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ensity-2-source-r9-c6">
            <a:extLst xmlns:a="http://schemas.openxmlformats.org/drawingml/2006/main">
              <a:ext uri="{FF2B5EF4-FFF2-40B4-BE49-F238E27FC236}">
                <a16:creationId xmlns:a16="http://schemas.microsoft.com/office/drawing/2014/main" id="{E3B7BF6C-DBDB-47FA-80E4-3C5F343F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ensity-2-source-r9-c7">
            <a:extLst xmlns:a="http://schemas.openxmlformats.org/drawingml/2006/main">
              <a:ext uri="{FF2B5EF4-FFF2-40B4-BE49-F238E27FC236}">
                <a16:creationId xmlns:a16="http://schemas.microsoft.com/office/drawing/2014/main" id="{3D0A320D-A1C1-4365-81CE-7C8C6F33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ensity-2-source-r9-c8">
            <a:extLst xmlns:a="http://schemas.openxmlformats.org/drawingml/2006/main">
              <a:ext uri="{FF2B5EF4-FFF2-40B4-BE49-F238E27FC236}">
                <a16:creationId xmlns:a16="http://schemas.microsoft.com/office/drawing/2014/main" id="{BAB19412-4229-439B-B9BE-2E5197FC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ensity-2-source-r9-c9">
            <a:extLst xmlns:a="http://schemas.openxmlformats.org/drawingml/2006/main">
              <a:ext uri="{FF2B5EF4-FFF2-40B4-BE49-F238E27FC236}">
                <a16:creationId xmlns:a16="http://schemas.microsoft.com/office/drawing/2014/main" id="{14670E16-4C51-4A3E-B393-11FD9674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ensity-2-source-r9-c10">
            <a:extLst xmlns:a="http://schemas.openxmlformats.org/drawingml/2006/main">
              <a:ext uri="{FF2B5EF4-FFF2-40B4-BE49-F238E27FC236}">
                <a16:creationId xmlns:a16="http://schemas.microsoft.com/office/drawing/2014/main" id="{421D694F-EC3E-4529-B810-BA3AB52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ensity-2-source-r9-c11">
            <a:extLst xmlns:a="http://schemas.openxmlformats.org/drawingml/2006/main">
              <a:ext uri="{FF2B5EF4-FFF2-40B4-BE49-F238E27FC236}">
                <a16:creationId xmlns:a16="http://schemas.microsoft.com/office/drawing/2014/main" id="{1BC3DC81-29E3-42E7-9350-7A8DE9B8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ensity-2-source-r9-c12">
            <a:extLst xmlns:a="http://schemas.openxmlformats.org/drawingml/2006/main">
              <a:ext uri="{FF2B5EF4-FFF2-40B4-BE49-F238E27FC236}">
                <a16:creationId xmlns:a16="http://schemas.microsoft.com/office/drawing/2014/main" id="{062CC68F-452D-48A8-B151-C9F8EF8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3857625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ensity-2-source-r10-c1">
            <a:extLst xmlns:a="http://schemas.openxmlformats.org/drawingml/2006/main">
              <a:ext uri="{FF2B5EF4-FFF2-40B4-BE49-F238E27FC236}">
                <a16:creationId xmlns:a16="http://schemas.microsoft.com/office/drawing/2014/main" id="{DF3897F2-8348-4E5C-AED4-BA3D8708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ensity-2-source-r10-c2">
            <a:extLst xmlns:a="http://schemas.openxmlformats.org/drawingml/2006/main">
              <a:ext uri="{FF2B5EF4-FFF2-40B4-BE49-F238E27FC236}">
                <a16:creationId xmlns:a16="http://schemas.microsoft.com/office/drawing/2014/main" id="{6D23484C-A5C5-41DD-BDD1-44F14A7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ensity-2-source-r10-c3">
            <a:extLst xmlns:a="http://schemas.openxmlformats.org/drawingml/2006/main">
              <a:ext uri="{FF2B5EF4-FFF2-40B4-BE49-F238E27FC236}">
                <a16:creationId xmlns:a16="http://schemas.microsoft.com/office/drawing/2014/main" id="{0F9302A4-4374-43E0-91AD-1CEF8735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ensity-2-source-r10-c4">
            <a:extLst xmlns:a="http://schemas.openxmlformats.org/drawingml/2006/main">
              <a:ext uri="{FF2B5EF4-FFF2-40B4-BE49-F238E27FC236}">
                <a16:creationId xmlns:a16="http://schemas.microsoft.com/office/drawing/2014/main" id="{C466CEB8-8304-4F39-9448-4FB7FF9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ensity-2-source-r10-c5">
            <a:extLst xmlns:a="http://schemas.openxmlformats.org/drawingml/2006/main">
              <a:ext uri="{FF2B5EF4-FFF2-40B4-BE49-F238E27FC236}">
                <a16:creationId xmlns:a16="http://schemas.microsoft.com/office/drawing/2014/main" id="{9F5BDE09-1B7B-4487-9B8B-14732E25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ensity-2-source-r10-c6">
            <a:extLst xmlns:a="http://schemas.openxmlformats.org/drawingml/2006/main">
              <a:ext uri="{FF2B5EF4-FFF2-40B4-BE49-F238E27FC236}">
                <a16:creationId xmlns:a16="http://schemas.microsoft.com/office/drawing/2014/main" id="{CB510374-016E-4B35-83C5-5303B727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ensity-2-source-r10-c7">
            <a:extLst xmlns:a="http://schemas.openxmlformats.org/drawingml/2006/main">
              <a:ext uri="{FF2B5EF4-FFF2-40B4-BE49-F238E27FC236}">
                <a16:creationId xmlns:a16="http://schemas.microsoft.com/office/drawing/2014/main" id="{ADF079F3-F306-436D-82CA-240B4A8B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ensity-2-source-r10-c8">
            <a:extLst xmlns:a="http://schemas.openxmlformats.org/drawingml/2006/main">
              <a:ext uri="{FF2B5EF4-FFF2-40B4-BE49-F238E27FC236}">
                <a16:creationId xmlns:a16="http://schemas.microsoft.com/office/drawing/2014/main" id="{B0820F24-634A-4299-859E-ECEFF715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ensity-2-source-r10-c9">
            <a:extLst xmlns:a="http://schemas.openxmlformats.org/drawingml/2006/main">
              <a:ext uri="{FF2B5EF4-FFF2-40B4-BE49-F238E27FC236}">
                <a16:creationId xmlns:a16="http://schemas.microsoft.com/office/drawing/2014/main" id="{C8B0E832-BA30-4F62-9174-898E12AD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ensity-2-source-r10-c10">
            <a:extLst xmlns:a="http://schemas.openxmlformats.org/drawingml/2006/main">
              <a:ext uri="{FF2B5EF4-FFF2-40B4-BE49-F238E27FC236}">
                <a16:creationId xmlns:a16="http://schemas.microsoft.com/office/drawing/2014/main" id="{3F416D27-4853-4C07-8962-B0EE731A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ensity-2-source-r10-c11">
            <a:extLst xmlns:a="http://schemas.openxmlformats.org/drawingml/2006/main">
              <a:ext uri="{FF2B5EF4-FFF2-40B4-BE49-F238E27FC236}">
                <a16:creationId xmlns:a16="http://schemas.microsoft.com/office/drawing/2014/main" id="{34828789-28C6-4A22-A196-D8A5A601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ensity-2-source-r10-c12">
            <a:extLst xmlns:a="http://schemas.openxmlformats.org/drawingml/2006/main">
              <a:ext uri="{FF2B5EF4-FFF2-40B4-BE49-F238E27FC236}">
                <a16:creationId xmlns:a16="http://schemas.microsoft.com/office/drawing/2014/main" id="{AB602427-ADFB-49DA-BC32-0D1A6A8D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4036219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ensity-2-source-r11-c1">
            <a:extLst xmlns:a="http://schemas.openxmlformats.org/drawingml/2006/main">
              <a:ext uri="{FF2B5EF4-FFF2-40B4-BE49-F238E27FC236}">
                <a16:creationId xmlns:a16="http://schemas.microsoft.com/office/drawing/2014/main" id="{140AE7AA-BCE7-48FF-9A98-66C831BE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ensity-2-source-r11-c2">
            <a:extLst xmlns:a="http://schemas.openxmlformats.org/drawingml/2006/main">
              <a:ext uri="{FF2B5EF4-FFF2-40B4-BE49-F238E27FC236}">
                <a16:creationId xmlns:a16="http://schemas.microsoft.com/office/drawing/2014/main" id="{DD9DBC7D-E54D-4D0B-A489-E6692976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ensity-2-source-r11-c3">
            <a:extLst xmlns:a="http://schemas.openxmlformats.org/drawingml/2006/main">
              <a:ext uri="{FF2B5EF4-FFF2-40B4-BE49-F238E27FC236}">
                <a16:creationId xmlns:a16="http://schemas.microsoft.com/office/drawing/2014/main" id="{4FBBF926-6895-41E7-9D33-F729D8C4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ensity-2-source-r11-c4">
            <a:extLst xmlns:a="http://schemas.openxmlformats.org/drawingml/2006/main">
              <a:ext uri="{FF2B5EF4-FFF2-40B4-BE49-F238E27FC236}">
                <a16:creationId xmlns:a16="http://schemas.microsoft.com/office/drawing/2014/main" id="{4928D4F0-1B47-4230-87DC-E3A09128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ensity-2-source-r11-c5">
            <a:extLst xmlns:a="http://schemas.openxmlformats.org/drawingml/2006/main">
              <a:ext uri="{FF2B5EF4-FFF2-40B4-BE49-F238E27FC236}">
                <a16:creationId xmlns:a16="http://schemas.microsoft.com/office/drawing/2014/main" id="{2163E656-647F-47FF-AF20-9319B0A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ensity-2-source-r11-c6">
            <a:extLst xmlns:a="http://schemas.openxmlformats.org/drawingml/2006/main">
              <a:ext uri="{FF2B5EF4-FFF2-40B4-BE49-F238E27FC236}">
                <a16:creationId xmlns:a16="http://schemas.microsoft.com/office/drawing/2014/main" id="{A63D404C-BEE2-4C53-83BA-715BF686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ensity-2-source-r11-c7">
            <a:extLst xmlns:a="http://schemas.openxmlformats.org/drawingml/2006/main">
              <a:ext uri="{FF2B5EF4-FFF2-40B4-BE49-F238E27FC236}">
                <a16:creationId xmlns:a16="http://schemas.microsoft.com/office/drawing/2014/main" id="{22EEF48F-E6AD-46E3-8EDC-84EBF617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ensity-2-source-r11-c8">
            <a:extLst xmlns:a="http://schemas.openxmlformats.org/drawingml/2006/main">
              <a:ext uri="{FF2B5EF4-FFF2-40B4-BE49-F238E27FC236}">
                <a16:creationId xmlns:a16="http://schemas.microsoft.com/office/drawing/2014/main" id="{91C4279F-FB6B-4A07-B533-8F8DF179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ensity-2-source-r11-c9">
            <a:extLst xmlns:a="http://schemas.openxmlformats.org/drawingml/2006/main">
              <a:ext uri="{FF2B5EF4-FFF2-40B4-BE49-F238E27FC236}">
                <a16:creationId xmlns:a16="http://schemas.microsoft.com/office/drawing/2014/main" id="{FCCF1D18-B737-4971-AE6A-6A6EC629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ensity-2-source-r11-c10">
            <a:extLst xmlns:a="http://schemas.openxmlformats.org/drawingml/2006/main">
              <a:ext uri="{FF2B5EF4-FFF2-40B4-BE49-F238E27FC236}">
                <a16:creationId xmlns:a16="http://schemas.microsoft.com/office/drawing/2014/main" id="{AC78DFC2-10A9-4B08-8AB4-4ACE820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ensity-2-source-r11-c11">
            <a:extLst xmlns:a="http://schemas.openxmlformats.org/drawingml/2006/main">
              <a:ext uri="{FF2B5EF4-FFF2-40B4-BE49-F238E27FC236}">
                <a16:creationId xmlns:a16="http://schemas.microsoft.com/office/drawing/2014/main" id="{4F838CB4-2EAE-4CA4-97BB-1CA00094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ensity-2-source-r11-c12">
            <a:extLst xmlns:a="http://schemas.openxmlformats.org/drawingml/2006/main">
              <a:ext uri="{FF2B5EF4-FFF2-40B4-BE49-F238E27FC236}">
                <a16:creationId xmlns:a16="http://schemas.microsoft.com/office/drawing/2014/main" id="{701C3CE0-8F1B-4F24-A659-42DAA2A5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4214813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ensity-2-source-r12-c1">
            <a:extLst xmlns:a="http://schemas.openxmlformats.org/drawingml/2006/main">
              <a:ext uri="{FF2B5EF4-FFF2-40B4-BE49-F238E27FC236}">
                <a16:creationId xmlns:a16="http://schemas.microsoft.com/office/drawing/2014/main" id="{169A6794-DE71-4443-B091-5DA02ECE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ensity-2-source-r12-c2">
            <a:extLst xmlns:a="http://schemas.openxmlformats.org/drawingml/2006/main">
              <a:ext uri="{FF2B5EF4-FFF2-40B4-BE49-F238E27FC236}">
                <a16:creationId xmlns:a16="http://schemas.microsoft.com/office/drawing/2014/main" id="{15141827-3145-414E-967B-190A9966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9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ensity-2-source-r12-c3">
            <a:extLst xmlns:a="http://schemas.openxmlformats.org/drawingml/2006/main">
              <a:ext uri="{FF2B5EF4-FFF2-40B4-BE49-F238E27FC236}">
                <a16:creationId xmlns:a16="http://schemas.microsoft.com/office/drawing/2014/main" id="{3CF7AC73-F278-4442-9B06-34C7E35E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3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ensity-2-source-r12-c4">
            <a:extLst xmlns:a="http://schemas.openxmlformats.org/drawingml/2006/main">
              <a:ext uri="{FF2B5EF4-FFF2-40B4-BE49-F238E27FC236}">
                <a16:creationId xmlns:a16="http://schemas.microsoft.com/office/drawing/2014/main" id="{9F2189AB-EE12-48CA-8D6B-F1CB0438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6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ensity-2-source-r12-c5">
            <a:extLst xmlns:a="http://schemas.openxmlformats.org/drawingml/2006/main">
              <a:ext uri="{FF2B5EF4-FFF2-40B4-BE49-F238E27FC236}">
                <a16:creationId xmlns:a16="http://schemas.microsoft.com/office/drawing/2014/main" id="{A58F7158-55A1-4B4D-BAD1-331F2796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ensity-2-source-r12-c6">
            <a:extLst xmlns:a="http://schemas.openxmlformats.org/drawingml/2006/main">
              <a:ext uri="{FF2B5EF4-FFF2-40B4-BE49-F238E27FC236}">
                <a16:creationId xmlns:a16="http://schemas.microsoft.com/office/drawing/2014/main" id="{3A8AD3B0-A361-4209-83CA-E734970D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594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ensity-2-source-r12-c7">
            <a:extLst xmlns:a="http://schemas.openxmlformats.org/drawingml/2006/main">
              <a:ext uri="{FF2B5EF4-FFF2-40B4-BE49-F238E27FC236}">
                <a16:creationId xmlns:a16="http://schemas.microsoft.com/office/drawing/2014/main" id="{18D38A6F-68CA-4E05-9BCA-FD0B7512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ensity-2-source-r12-c8">
            <a:extLst xmlns:a="http://schemas.openxmlformats.org/drawingml/2006/main">
              <a:ext uri="{FF2B5EF4-FFF2-40B4-BE49-F238E27FC236}">
                <a16:creationId xmlns:a16="http://schemas.microsoft.com/office/drawing/2014/main" id="{F1F49F22-9C5C-4813-9F73-C431B844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781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ensity-2-source-r12-c9">
            <a:extLst xmlns:a="http://schemas.openxmlformats.org/drawingml/2006/main">
              <a:ext uri="{FF2B5EF4-FFF2-40B4-BE49-F238E27FC236}">
                <a16:creationId xmlns:a16="http://schemas.microsoft.com/office/drawing/2014/main" id="{5F6D8292-E6F2-4526-9F36-F90FC9F5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ensity-2-source-r12-c10">
            <a:extLst xmlns:a="http://schemas.openxmlformats.org/drawingml/2006/main">
              <a:ext uri="{FF2B5EF4-FFF2-40B4-BE49-F238E27FC236}">
                <a16:creationId xmlns:a16="http://schemas.microsoft.com/office/drawing/2014/main" id="{EA3CFD01-8A2F-4E58-AB8A-EACD1FE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969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ensity-2-source-r12-c11">
            <a:extLst xmlns:a="http://schemas.openxmlformats.org/drawingml/2006/main">
              <a:ext uri="{FF2B5EF4-FFF2-40B4-BE49-F238E27FC236}">
                <a16:creationId xmlns:a16="http://schemas.microsoft.com/office/drawing/2014/main" id="{BDEEFCC6-A9F3-4FF1-9CE1-C422CF29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ensity-2-source-r12-c12">
            <a:extLst xmlns:a="http://schemas.openxmlformats.org/drawingml/2006/main">
              <a:ext uri="{FF2B5EF4-FFF2-40B4-BE49-F238E27FC236}">
                <a16:creationId xmlns:a16="http://schemas.microsoft.com/office/drawing/2014/main" id="{47554A9D-8F31-4488-937A-256CAA99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156" y="4393406"/>
            <a:ext cx="180023" cy="180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ensity-2-bootstrap-1-r1-c1">
            <a:extLst xmlns:a="http://schemas.openxmlformats.org/drawingml/2006/main">
              <a:ext uri="{FF2B5EF4-FFF2-40B4-BE49-F238E27FC236}">
                <a16:creationId xmlns:a16="http://schemas.microsoft.com/office/drawing/2014/main" id="{E4EC3AB7-3B41-4C41-9239-8596E4CB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ensity-2-bootstrap-1-r1-c2">
            <a:extLst xmlns:a="http://schemas.openxmlformats.org/drawingml/2006/main">
              <a:ext uri="{FF2B5EF4-FFF2-40B4-BE49-F238E27FC236}">
                <a16:creationId xmlns:a16="http://schemas.microsoft.com/office/drawing/2014/main" id="{99677922-ED76-4F69-A98E-1A1B9981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ensity-2-bootstrap-1-r1-c3">
            <a:extLst xmlns:a="http://schemas.openxmlformats.org/drawingml/2006/main">
              <a:ext uri="{FF2B5EF4-FFF2-40B4-BE49-F238E27FC236}">
                <a16:creationId xmlns:a16="http://schemas.microsoft.com/office/drawing/2014/main" id="{140768F6-AE9A-4D1A-97BC-591F414F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ensity-2-bootstrap-1-r1-c4">
            <a:extLst xmlns:a="http://schemas.openxmlformats.org/drawingml/2006/main">
              <a:ext uri="{FF2B5EF4-FFF2-40B4-BE49-F238E27FC236}">
                <a16:creationId xmlns:a16="http://schemas.microsoft.com/office/drawing/2014/main" id="{C4A6DBB5-43B9-42CC-8773-73209435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ensity-2-bootstrap-1-r1-c5">
            <a:extLst xmlns:a="http://schemas.openxmlformats.org/drawingml/2006/main">
              <a:ext uri="{FF2B5EF4-FFF2-40B4-BE49-F238E27FC236}">
                <a16:creationId xmlns:a16="http://schemas.microsoft.com/office/drawing/2014/main" id="{0A8CCEFA-C9C6-4778-8E5A-935B3592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ensity-2-bootstrap-1-r1-c6">
            <a:extLst xmlns:a="http://schemas.openxmlformats.org/drawingml/2006/main">
              <a:ext uri="{FF2B5EF4-FFF2-40B4-BE49-F238E27FC236}">
                <a16:creationId xmlns:a16="http://schemas.microsoft.com/office/drawing/2014/main" id="{D9C3956A-430F-478E-9F00-1DA99D59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ensity-2-bootstrap-1-r1-c7">
            <a:extLst xmlns:a="http://schemas.openxmlformats.org/drawingml/2006/main">
              <a:ext uri="{FF2B5EF4-FFF2-40B4-BE49-F238E27FC236}">
                <a16:creationId xmlns:a16="http://schemas.microsoft.com/office/drawing/2014/main" id="{F11DF861-2FA3-4AF0-BC20-033C2440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ensity-2-bootstrap-1-r1-c8">
            <a:extLst xmlns:a="http://schemas.openxmlformats.org/drawingml/2006/main">
              <a:ext uri="{FF2B5EF4-FFF2-40B4-BE49-F238E27FC236}">
                <a16:creationId xmlns:a16="http://schemas.microsoft.com/office/drawing/2014/main" id="{F9B629AB-6772-4361-88B3-B9E34EA5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09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ensity-2-bootstrap-1-r2-c1">
            <a:extLst xmlns:a="http://schemas.openxmlformats.org/drawingml/2006/main">
              <a:ext uri="{FF2B5EF4-FFF2-40B4-BE49-F238E27FC236}">
                <a16:creationId xmlns:a16="http://schemas.microsoft.com/office/drawing/2014/main" id="{3E38E632-8A32-446B-8A88-963C6321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43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ensity-2-bootstrap-1-r2-c2">
            <a:extLst xmlns:a="http://schemas.openxmlformats.org/drawingml/2006/main">
              <a:ext uri="{FF2B5EF4-FFF2-40B4-BE49-F238E27FC236}">
                <a16:creationId xmlns:a16="http://schemas.microsoft.com/office/drawing/2014/main" id="{C30ECC05-ACC3-4642-9882-55DAAAB1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ensity-2-bootstrap-1-r2-c3">
            <a:extLst xmlns:a="http://schemas.openxmlformats.org/drawingml/2006/main">
              <a:ext uri="{FF2B5EF4-FFF2-40B4-BE49-F238E27FC236}">
                <a16:creationId xmlns:a16="http://schemas.microsoft.com/office/drawing/2014/main" id="{1079FBE0-BA55-43C6-AC3F-5D998D7F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ensity-2-bootstrap-1-r2-c4">
            <a:extLst xmlns:a="http://schemas.openxmlformats.org/drawingml/2006/main">
              <a:ext uri="{FF2B5EF4-FFF2-40B4-BE49-F238E27FC236}">
                <a16:creationId xmlns:a16="http://schemas.microsoft.com/office/drawing/2014/main" id="{A96CE045-7070-4C5D-ABDD-7952B4AD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43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ensity-2-bootstrap-1-r2-c5">
            <a:extLst xmlns:a="http://schemas.openxmlformats.org/drawingml/2006/main">
              <a:ext uri="{FF2B5EF4-FFF2-40B4-BE49-F238E27FC236}">
                <a16:creationId xmlns:a16="http://schemas.microsoft.com/office/drawing/2014/main" id="{3B8D0C67-9CA6-4E0F-B90F-4E2D008F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43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ensity-2-bootstrap-1-r2-c6">
            <a:extLst xmlns:a="http://schemas.openxmlformats.org/drawingml/2006/main">
              <a:ext uri="{FF2B5EF4-FFF2-40B4-BE49-F238E27FC236}">
                <a16:creationId xmlns:a16="http://schemas.microsoft.com/office/drawing/2014/main" id="{23DF5F11-076B-4A8F-B798-27E3FF88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ensity-2-bootstrap-1-r2-c7">
            <a:extLst xmlns:a="http://schemas.openxmlformats.org/drawingml/2006/main">
              <a:ext uri="{FF2B5EF4-FFF2-40B4-BE49-F238E27FC236}">
                <a16:creationId xmlns:a16="http://schemas.microsoft.com/office/drawing/2014/main" id="{80084BE6-289A-410B-A516-C51D6106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ensity-2-bootstrap-1-r2-c8">
            <a:extLst xmlns:a="http://schemas.openxmlformats.org/drawingml/2006/main">
              <a:ext uri="{FF2B5EF4-FFF2-40B4-BE49-F238E27FC236}">
                <a16:creationId xmlns:a16="http://schemas.microsoft.com/office/drawing/2014/main" id="{E6E3F5A1-77D7-4C98-AAA4-A7060D5C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43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ensity-2-bootstrap-1-r3-c1">
            <a:extLst xmlns:a="http://schemas.openxmlformats.org/drawingml/2006/main">
              <a:ext uri="{FF2B5EF4-FFF2-40B4-BE49-F238E27FC236}">
                <a16:creationId xmlns:a16="http://schemas.microsoft.com/office/drawing/2014/main" id="{2B0B7DEE-B149-4D59-9152-CD368DA2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76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ensity-2-bootstrap-1-r3-c2">
            <a:extLst xmlns:a="http://schemas.openxmlformats.org/drawingml/2006/main">
              <a:ext uri="{FF2B5EF4-FFF2-40B4-BE49-F238E27FC236}">
                <a16:creationId xmlns:a16="http://schemas.microsoft.com/office/drawing/2014/main" id="{E95B919A-0758-4ADD-BF19-6A842E55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ensity-2-bootstrap-1-r3-c3">
            <a:extLst xmlns:a="http://schemas.openxmlformats.org/drawingml/2006/main">
              <a:ext uri="{FF2B5EF4-FFF2-40B4-BE49-F238E27FC236}">
                <a16:creationId xmlns:a16="http://schemas.microsoft.com/office/drawing/2014/main" id="{1CE23B6B-11DA-452E-A1B4-0FB03946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76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ensity-2-bootstrap-1-r3-c4">
            <a:extLst xmlns:a="http://schemas.openxmlformats.org/drawingml/2006/main">
              <a:ext uri="{FF2B5EF4-FFF2-40B4-BE49-F238E27FC236}">
                <a16:creationId xmlns:a16="http://schemas.microsoft.com/office/drawing/2014/main" id="{88539F45-CEC3-4422-A9A0-A7D82F01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ensity-2-bootstrap-1-r3-c5">
            <a:extLst xmlns:a="http://schemas.openxmlformats.org/drawingml/2006/main">
              <a:ext uri="{FF2B5EF4-FFF2-40B4-BE49-F238E27FC236}">
                <a16:creationId xmlns:a16="http://schemas.microsoft.com/office/drawing/2014/main" id="{C5D04EE9-D78E-47FB-A787-D173802A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ensity-2-bootstrap-1-r3-c6">
            <a:extLst xmlns:a="http://schemas.openxmlformats.org/drawingml/2006/main">
              <a:ext uri="{FF2B5EF4-FFF2-40B4-BE49-F238E27FC236}">
                <a16:creationId xmlns:a16="http://schemas.microsoft.com/office/drawing/2014/main" id="{857A6060-3186-457C-885A-74C84CA5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ensity-2-bootstrap-1-r3-c7">
            <a:extLst xmlns:a="http://schemas.openxmlformats.org/drawingml/2006/main">
              <a:ext uri="{FF2B5EF4-FFF2-40B4-BE49-F238E27FC236}">
                <a16:creationId xmlns:a16="http://schemas.microsoft.com/office/drawing/2014/main" id="{31060919-78E1-4624-B4E5-C7B691B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ensity-2-bootstrap-1-r3-c8">
            <a:extLst xmlns:a="http://schemas.openxmlformats.org/drawingml/2006/main">
              <a:ext uri="{FF2B5EF4-FFF2-40B4-BE49-F238E27FC236}">
                <a16:creationId xmlns:a16="http://schemas.microsoft.com/office/drawing/2014/main" id="{DFB0E337-00A7-44CA-9C66-122AEB4F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ensity-2-bootstrap-1-r4-c1">
            <a:extLst xmlns:a="http://schemas.openxmlformats.org/drawingml/2006/main">
              <a:ext uri="{FF2B5EF4-FFF2-40B4-BE49-F238E27FC236}">
                <a16:creationId xmlns:a16="http://schemas.microsoft.com/office/drawing/2014/main" id="{BC4CA70D-C148-4C90-BF94-D7617D41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ensity-2-bootstrap-1-r4-c2">
            <a:extLst xmlns:a="http://schemas.openxmlformats.org/drawingml/2006/main">
              <a:ext uri="{FF2B5EF4-FFF2-40B4-BE49-F238E27FC236}">
                <a16:creationId xmlns:a16="http://schemas.microsoft.com/office/drawing/2014/main" id="{D3F52E1F-BBFF-4882-B9D0-E962F576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09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ensity-2-bootstrap-1-r4-c3">
            <a:extLst xmlns:a="http://schemas.openxmlformats.org/drawingml/2006/main">
              <a:ext uri="{FF2B5EF4-FFF2-40B4-BE49-F238E27FC236}">
                <a16:creationId xmlns:a16="http://schemas.microsoft.com/office/drawing/2014/main" id="{F5A30F2D-D09D-4F91-85E7-2E3989B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ensity-2-bootstrap-1-r4-c4">
            <a:extLst xmlns:a="http://schemas.openxmlformats.org/drawingml/2006/main">
              <a:ext uri="{FF2B5EF4-FFF2-40B4-BE49-F238E27FC236}">
                <a16:creationId xmlns:a16="http://schemas.microsoft.com/office/drawing/2014/main" id="{FC590E76-F5C1-47B5-A261-7E8AE9E1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ensity-2-bootstrap-1-r4-c5">
            <a:extLst xmlns:a="http://schemas.openxmlformats.org/drawingml/2006/main">
              <a:ext uri="{FF2B5EF4-FFF2-40B4-BE49-F238E27FC236}">
                <a16:creationId xmlns:a16="http://schemas.microsoft.com/office/drawing/2014/main" id="{FE8DD1C0-A99F-4663-AC84-3ADC7AE8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ensity-2-bootstrap-1-r4-c6">
            <a:extLst xmlns:a="http://schemas.openxmlformats.org/drawingml/2006/main">
              <a:ext uri="{FF2B5EF4-FFF2-40B4-BE49-F238E27FC236}">
                <a16:creationId xmlns:a16="http://schemas.microsoft.com/office/drawing/2014/main" id="{BB784EC3-A6CF-4633-995A-D96D26E4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ensity-2-bootstrap-1-r4-c7">
            <a:extLst xmlns:a="http://schemas.openxmlformats.org/drawingml/2006/main">
              <a:ext uri="{FF2B5EF4-FFF2-40B4-BE49-F238E27FC236}">
                <a16:creationId xmlns:a16="http://schemas.microsoft.com/office/drawing/2014/main" id="{34579045-3D0B-43E1-A0AD-D4493EFE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ensity-2-bootstrap-1-r4-c8">
            <a:extLst xmlns:a="http://schemas.openxmlformats.org/drawingml/2006/main">
              <a:ext uri="{FF2B5EF4-FFF2-40B4-BE49-F238E27FC236}">
                <a16:creationId xmlns:a16="http://schemas.microsoft.com/office/drawing/2014/main" id="{BEFB0A56-FF41-4D5A-BE56-DCE816CF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ensity-2-bootstrap-1-r5-c1">
            <a:extLst xmlns:a="http://schemas.openxmlformats.org/drawingml/2006/main">
              <a:ext uri="{FF2B5EF4-FFF2-40B4-BE49-F238E27FC236}">
                <a16:creationId xmlns:a16="http://schemas.microsoft.com/office/drawing/2014/main" id="{5AEC7DD8-5EB2-4E56-9062-9F74656D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ensity-2-bootstrap-1-r5-c2">
            <a:extLst xmlns:a="http://schemas.openxmlformats.org/drawingml/2006/main">
              <a:ext uri="{FF2B5EF4-FFF2-40B4-BE49-F238E27FC236}">
                <a16:creationId xmlns:a16="http://schemas.microsoft.com/office/drawing/2014/main" id="{A74ED9A8-22F5-4D60-8F37-E7C24F24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43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ensity-2-bootstrap-1-r5-c3">
            <a:extLst xmlns:a="http://schemas.openxmlformats.org/drawingml/2006/main">
              <a:ext uri="{FF2B5EF4-FFF2-40B4-BE49-F238E27FC236}">
                <a16:creationId xmlns:a16="http://schemas.microsoft.com/office/drawing/2014/main" id="{94F60C73-B510-4F6C-B087-73020C14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43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ensity-2-bootstrap-1-r5-c4">
            <a:extLst xmlns:a="http://schemas.openxmlformats.org/drawingml/2006/main">
              <a:ext uri="{FF2B5EF4-FFF2-40B4-BE49-F238E27FC236}">
                <a16:creationId xmlns:a16="http://schemas.microsoft.com/office/drawing/2014/main" id="{CBC89A5A-6C7A-453D-B370-4C0A225C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ensity-2-bootstrap-1-r5-c5">
            <a:extLst xmlns:a="http://schemas.openxmlformats.org/drawingml/2006/main">
              <a:ext uri="{FF2B5EF4-FFF2-40B4-BE49-F238E27FC236}">
                <a16:creationId xmlns:a16="http://schemas.microsoft.com/office/drawing/2014/main" id="{A508E2E9-0F73-4880-AC39-E933ECA0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ensity-2-bootstrap-1-r5-c6">
            <a:extLst xmlns:a="http://schemas.openxmlformats.org/drawingml/2006/main">
              <a:ext uri="{FF2B5EF4-FFF2-40B4-BE49-F238E27FC236}">
                <a16:creationId xmlns:a16="http://schemas.microsoft.com/office/drawing/2014/main" id="{7616F09A-0428-4510-9D01-E0FF1DB6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ensity-2-bootstrap-1-r5-c7">
            <a:extLst xmlns:a="http://schemas.openxmlformats.org/drawingml/2006/main">
              <a:ext uri="{FF2B5EF4-FFF2-40B4-BE49-F238E27FC236}">
                <a16:creationId xmlns:a16="http://schemas.microsoft.com/office/drawing/2014/main" id="{26BEE5FE-526D-479F-B67C-46A122C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ensity-2-bootstrap-1-r5-c8">
            <a:extLst xmlns:a="http://schemas.openxmlformats.org/drawingml/2006/main">
              <a:ext uri="{FF2B5EF4-FFF2-40B4-BE49-F238E27FC236}">
                <a16:creationId xmlns:a16="http://schemas.microsoft.com/office/drawing/2014/main" id="{ADE3AD18-72E2-49D8-A1A1-490C871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ensity-2-bootstrap-1-r6-c1">
            <a:extLst xmlns:a="http://schemas.openxmlformats.org/drawingml/2006/main">
              <a:ext uri="{FF2B5EF4-FFF2-40B4-BE49-F238E27FC236}">
                <a16:creationId xmlns:a16="http://schemas.microsoft.com/office/drawing/2014/main" id="{D1F40009-FA69-4F35-B62C-823608F7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ensity-2-bootstrap-1-r6-c2">
            <a:extLst xmlns:a="http://schemas.openxmlformats.org/drawingml/2006/main">
              <a:ext uri="{FF2B5EF4-FFF2-40B4-BE49-F238E27FC236}">
                <a16:creationId xmlns:a16="http://schemas.microsoft.com/office/drawing/2014/main" id="{C83D749C-31F8-4222-8EF9-8C76F612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ensity-2-bootstrap-1-r6-c3">
            <a:extLst xmlns:a="http://schemas.openxmlformats.org/drawingml/2006/main">
              <a:ext uri="{FF2B5EF4-FFF2-40B4-BE49-F238E27FC236}">
                <a16:creationId xmlns:a16="http://schemas.microsoft.com/office/drawing/2014/main" id="{8E33BFCC-1767-4490-8224-4DB40D2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ensity-2-bootstrap-1-r6-c4">
            <a:extLst xmlns:a="http://schemas.openxmlformats.org/drawingml/2006/main">
              <a:ext uri="{FF2B5EF4-FFF2-40B4-BE49-F238E27FC236}">
                <a16:creationId xmlns:a16="http://schemas.microsoft.com/office/drawing/2014/main" id="{4D29575B-BE93-4CEF-99BA-6D3B7DF2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ensity-2-bootstrap-1-r6-c5">
            <a:extLst xmlns:a="http://schemas.openxmlformats.org/drawingml/2006/main">
              <a:ext uri="{FF2B5EF4-FFF2-40B4-BE49-F238E27FC236}">
                <a16:creationId xmlns:a16="http://schemas.microsoft.com/office/drawing/2014/main" id="{73BB5653-BB28-4458-8948-A6D8A18B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ensity-2-bootstrap-1-r6-c6">
            <a:extLst xmlns:a="http://schemas.openxmlformats.org/drawingml/2006/main">
              <a:ext uri="{FF2B5EF4-FFF2-40B4-BE49-F238E27FC236}">
                <a16:creationId xmlns:a16="http://schemas.microsoft.com/office/drawing/2014/main" id="{73988AF2-3607-4294-88BD-E004C315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ensity-2-bootstrap-1-r6-c7">
            <a:extLst xmlns:a="http://schemas.openxmlformats.org/drawingml/2006/main">
              <a:ext uri="{FF2B5EF4-FFF2-40B4-BE49-F238E27FC236}">
                <a16:creationId xmlns:a16="http://schemas.microsoft.com/office/drawing/2014/main" id="{1180ECB6-E015-42F6-85A5-CAF082E7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ensity-2-bootstrap-1-r6-c8">
            <a:extLst xmlns:a="http://schemas.openxmlformats.org/drawingml/2006/main">
              <a:ext uri="{FF2B5EF4-FFF2-40B4-BE49-F238E27FC236}">
                <a16:creationId xmlns:a16="http://schemas.microsoft.com/office/drawing/2014/main" id="{925D4327-6456-483E-839E-FE165477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76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ensity-2-bootstrap-1-r7-c1">
            <a:extLst xmlns:a="http://schemas.openxmlformats.org/drawingml/2006/main">
              <a:ext uri="{FF2B5EF4-FFF2-40B4-BE49-F238E27FC236}">
                <a16:creationId xmlns:a16="http://schemas.microsoft.com/office/drawing/2014/main" id="{343F12A4-E02D-42CA-8C0B-83CFD763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ensity-2-bootstrap-1-r7-c2">
            <a:extLst xmlns:a="http://schemas.openxmlformats.org/drawingml/2006/main">
              <a:ext uri="{FF2B5EF4-FFF2-40B4-BE49-F238E27FC236}">
                <a16:creationId xmlns:a16="http://schemas.microsoft.com/office/drawing/2014/main" id="{383661E4-436B-4DE4-B3ED-0A8C2F80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09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ensity-2-bootstrap-1-r7-c3">
            <a:extLst xmlns:a="http://schemas.openxmlformats.org/drawingml/2006/main">
              <a:ext uri="{FF2B5EF4-FFF2-40B4-BE49-F238E27FC236}">
                <a16:creationId xmlns:a16="http://schemas.microsoft.com/office/drawing/2014/main" id="{BFDD974B-4EDA-43DA-8F02-93F8FF98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ensity-2-bootstrap-1-r7-c4">
            <a:extLst xmlns:a="http://schemas.openxmlformats.org/drawingml/2006/main">
              <a:ext uri="{FF2B5EF4-FFF2-40B4-BE49-F238E27FC236}">
                <a16:creationId xmlns:a16="http://schemas.microsoft.com/office/drawing/2014/main" id="{5256D9E5-0C28-4391-9896-B6BDFA86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09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ensity-2-bootstrap-1-r7-c5">
            <a:extLst xmlns:a="http://schemas.openxmlformats.org/drawingml/2006/main">
              <a:ext uri="{FF2B5EF4-FFF2-40B4-BE49-F238E27FC236}">
                <a16:creationId xmlns:a16="http://schemas.microsoft.com/office/drawing/2014/main" id="{784248A4-29D3-416B-B507-EA1947B2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ensity-2-bootstrap-1-r7-c6">
            <a:extLst xmlns:a="http://schemas.openxmlformats.org/drawingml/2006/main">
              <a:ext uri="{FF2B5EF4-FFF2-40B4-BE49-F238E27FC236}">
                <a16:creationId xmlns:a16="http://schemas.microsoft.com/office/drawing/2014/main" id="{13314068-AC3C-45B1-9B1E-7C96FBF3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ensity-2-bootstrap-1-r7-c7">
            <a:extLst xmlns:a="http://schemas.openxmlformats.org/drawingml/2006/main">
              <a:ext uri="{FF2B5EF4-FFF2-40B4-BE49-F238E27FC236}">
                <a16:creationId xmlns:a16="http://schemas.microsoft.com/office/drawing/2014/main" id="{31679F40-A198-4D42-BD37-46D7A92A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9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ensity-2-bootstrap-1-r7-c8">
            <a:extLst xmlns:a="http://schemas.openxmlformats.org/drawingml/2006/main">
              <a:ext uri="{FF2B5EF4-FFF2-40B4-BE49-F238E27FC236}">
                <a16:creationId xmlns:a16="http://schemas.microsoft.com/office/drawing/2014/main" id="{9984D454-2286-456B-BD68-8313A34E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ensity-2-bootstrap-1-r8-c1">
            <a:extLst xmlns:a="http://schemas.openxmlformats.org/drawingml/2006/main">
              <a:ext uri="{FF2B5EF4-FFF2-40B4-BE49-F238E27FC236}">
                <a16:creationId xmlns:a16="http://schemas.microsoft.com/office/drawing/2014/main" id="{11F2E0DA-2AD5-43E0-AD41-A71A0D9F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43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ensity-2-bootstrap-1-r8-c2">
            <a:extLst xmlns:a="http://schemas.openxmlformats.org/drawingml/2006/main">
              <a:ext uri="{FF2B5EF4-FFF2-40B4-BE49-F238E27FC236}">
                <a16:creationId xmlns:a16="http://schemas.microsoft.com/office/drawing/2014/main" id="{7B561EFB-3ECB-4562-95C6-BBF549FE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43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ensity-2-bootstrap-1-r8-c3">
            <a:extLst xmlns:a="http://schemas.openxmlformats.org/drawingml/2006/main">
              <a:ext uri="{FF2B5EF4-FFF2-40B4-BE49-F238E27FC236}">
                <a16:creationId xmlns:a16="http://schemas.microsoft.com/office/drawing/2014/main" id="{A6AC34EB-F716-4B0C-8BB7-D995B87F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ensity-2-bootstrap-1-r8-c4">
            <a:extLst xmlns:a="http://schemas.openxmlformats.org/drawingml/2006/main">
              <a:ext uri="{FF2B5EF4-FFF2-40B4-BE49-F238E27FC236}">
                <a16:creationId xmlns:a16="http://schemas.microsoft.com/office/drawing/2014/main" id="{B31E0B25-634C-4F07-A0AE-C0FEBE69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ensity-2-bootstrap-1-r8-c5">
            <a:extLst xmlns:a="http://schemas.openxmlformats.org/drawingml/2006/main">
              <a:ext uri="{FF2B5EF4-FFF2-40B4-BE49-F238E27FC236}">
                <a16:creationId xmlns:a16="http://schemas.microsoft.com/office/drawing/2014/main" id="{32632D95-DBEF-44B5-8BA5-128DAAD6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43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ensity-2-bootstrap-1-r8-c6">
            <a:extLst xmlns:a="http://schemas.openxmlformats.org/drawingml/2006/main">
              <a:ext uri="{FF2B5EF4-FFF2-40B4-BE49-F238E27FC236}">
                <a16:creationId xmlns:a16="http://schemas.microsoft.com/office/drawing/2014/main" id="{D32C09F7-B194-400E-94D0-AD1D09DB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ensity-2-bootstrap-1-r8-c7">
            <a:extLst xmlns:a="http://schemas.openxmlformats.org/drawingml/2006/main">
              <a:ext uri="{FF2B5EF4-FFF2-40B4-BE49-F238E27FC236}">
                <a16:creationId xmlns:a16="http://schemas.microsoft.com/office/drawing/2014/main" id="{2A884A05-218E-4CB7-A18D-4AE685E0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ensity-2-bootstrap-1-r8-c8">
            <a:extLst xmlns:a="http://schemas.openxmlformats.org/drawingml/2006/main">
              <a:ext uri="{FF2B5EF4-FFF2-40B4-BE49-F238E27FC236}">
                <a16:creationId xmlns:a16="http://schemas.microsoft.com/office/drawing/2014/main" id="{37E81E07-9989-4757-A74F-F1B5EEEC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ensity-2-bootstrap-2-r1-c1">
            <a:extLst xmlns:a="http://schemas.openxmlformats.org/drawingml/2006/main">
              <a:ext uri="{FF2B5EF4-FFF2-40B4-BE49-F238E27FC236}">
                <a16:creationId xmlns:a16="http://schemas.microsoft.com/office/drawing/2014/main" id="{8CB8C000-9298-4F02-92DE-0EBD3296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ensity-2-bootstrap-2-r1-c2">
            <a:extLst xmlns:a="http://schemas.openxmlformats.org/drawingml/2006/main">
              <a:ext uri="{FF2B5EF4-FFF2-40B4-BE49-F238E27FC236}">
                <a16:creationId xmlns:a16="http://schemas.microsoft.com/office/drawing/2014/main" id="{82841CB3-B6B1-4AA3-B075-088A3963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ensity-2-bootstrap-2-r1-c3">
            <a:extLst xmlns:a="http://schemas.openxmlformats.org/drawingml/2006/main">
              <a:ext uri="{FF2B5EF4-FFF2-40B4-BE49-F238E27FC236}">
                <a16:creationId xmlns:a16="http://schemas.microsoft.com/office/drawing/2014/main" id="{7FCA903A-4C17-4A45-AE08-5F651F0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ensity-2-bootstrap-2-r1-c4">
            <a:extLst xmlns:a="http://schemas.openxmlformats.org/drawingml/2006/main">
              <a:ext uri="{FF2B5EF4-FFF2-40B4-BE49-F238E27FC236}">
                <a16:creationId xmlns:a16="http://schemas.microsoft.com/office/drawing/2014/main" id="{2F306C9C-2B5D-48E5-BA01-0CA2748F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ensity-2-bootstrap-2-r1-c5">
            <a:extLst xmlns:a="http://schemas.openxmlformats.org/drawingml/2006/main">
              <a:ext uri="{FF2B5EF4-FFF2-40B4-BE49-F238E27FC236}">
                <a16:creationId xmlns:a16="http://schemas.microsoft.com/office/drawing/2014/main" id="{EAC73968-02A7-4A08-8C27-2E5C208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ensity-2-bootstrap-2-r1-c6">
            <a:extLst xmlns:a="http://schemas.openxmlformats.org/drawingml/2006/main">
              <a:ext uri="{FF2B5EF4-FFF2-40B4-BE49-F238E27FC236}">
                <a16:creationId xmlns:a16="http://schemas.microsoft.com/office/drawing/2014/main" id="{D1498809-753E-4733-B03B-3BC9FF86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ensity-2-bootstrap-2-r1-c7">
            <a:extLst xmlns:a="http://schemas.openxmlformats.org/drawingml/2006/main">
              <a:ext uri="{FF2B5EF4-FFF2-40B4-BE49-F238E27FC236}">
                <a16:creationId xmlns:a16="http://schemas.microsoft.com/office/drawing/2014/main" id="{89CCB6A0-70C1-4893-8135-1B7EFDAE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ensity-2-bootstrap-2-r1-c8">
            <a:extLst xmlns:a="http://schemas.openxmlformats.org/drawingml/2006/main">
              <a:ext uri="{FF2B5EF4-FFF2-40B4-BE49-F238E27FC236}">
                <a16:creationId xmlns:a16="http://schemas.microsoft.com/office/drawing/2014/main" id="{359F376C-89A8-4F9E-B338-82915A1D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ensity-2-bootstrap-2-r2-c1">
            <a:extLst xmlns:a="http://schemas.openxmlformats.org/drawingml/2006/main">
              <a:ext uri="{FF2B5EF4-FFF2-40B4-BE49-F238E27FC236}">
                <a16:creationId xmlns:a16="http://schemas.microsoft.com/office/drawing/2014/main" id="{1BB50932-3998-477B-A719-044A2A1A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67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ensity-2-bootstrap-2-r2-c2">
            <a:extLst xmlns:a="http://schemas.openxmlformats.org/drawingml/2006/main">
              <a:ext uri="{FF2B5EF4-FFF2-40B4-BE49-F238E27FC236}">
                <a16:creationId xmlns:a16="http://schemas.microsoft.com/office/drawing/2014/main" id="{AD1574E3-3794-41F4-A65C-CDD3C915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67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ensity-2-bootstrap-2-r2-c3">
            <a:extLst xmlns:a="http://schemas.openxmlformats.org/drawingml/2006/main">
              <a:ext uri="{FF2B5EF4-FFF2-40B4-BE49-F238E27FC236}">
                <a16:creationId xmlns:a16="http://schemas.microsoft.com/office/drawing/2014/main" id="{3949118D-8913-4128-8743-0EA2D42D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67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ensity-2-bootstrap-2-r2-c4">
            <a:extLst xmlns:a="http://schemas.openxmlformats.org/drawingml/2006/main">
              <a:ext uri="{FF2B5EF4-FFF2-40B4-BE49-F238E27FC236}">
                <a16:creationId xmlns:a16="http://schemas.microsoft.com/office/drawing/2014/main" id="{B4C8B48A-091B-428F-B6DB-076FC29A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67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ensity-2-bootstrap-2-r2-c5">
            <a:extLst xmlns:a="http://schemas.openxmlformats.org/drawingml/2006/main">
              <a:ext uri="{FF2B5EF4-FFF2-40B4-BE49-F238E27FC236}">
                <a16:creationId xmlns:a16="http://schemas.microsoft.com/office/drawing/2014/main" id="{3CEE637F-6EA1-4AB6-9C50-347A2557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ensity-2-bootstrap-2-r2-c6">
            <a:extLst xmlns:a="http://schemas.openxmlformats.org/drawingml/2006/main">
              <a:ext uri="{FF2B5EF4-FFF2-40B4-BE49-F238E27FC236}">
                <a16:creationId xmlns:a16="http://schemas.microsoft.com/office/drawing/2014/main" id="{7E4C4EC9-897E-44B5-91D8-0B4540EE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ensity-2-bootstrap-2-r2-c7">
            <a:extLst xmlns:a="http://schemas.openxmlformats.org/drawingml/2006/main">
              <a:ext uri="{FF2B5EF4-FFF2-40B4-BE49-F238E27FC236}">
                <a16:creationId xmlns:a16="http://schemas.microsoft.com/office/drawing/2014/main" id="{B827D544-DAD2-4674-BBB6-837AC03F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density-2-bootstrap-2-r2-c8">
            <a:extLst xmlns:a="http://schemas.openxmlformats.org/drawingml/2006/main">
              <a:ext uri="{FF2B5EF4-FFF2-40B4-BE49-F238E27FC236}">
                <a16:creationId xmlns:a16="http://schemas.microsoft.com/office/drawing/2014/main" id="{A56072A4-C05E-4BCB-82EB-2794ECCB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67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density-2-bootstrap-2-r3-c1">
            <a:extLst xmlns:a="http://schemas.openxmlformats.org/drawingml/2006/main">
              <a:ext uri="{FF2B5EF4-FFF2-40B4-BE49-F238E27FC236}">
                <a16:creationId xmlns:a16="http://schemas.microsoft.com/office/drawing/2014/main" id="{06EAFABA-21CA-4151-8B7E-C3278C94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density-2-bootstrap-2-r3-c2">
            <a:extLst xmlns:a="http://schemas.openxmlformats.org/drawingml/2006/main">
              <a:ext uri="{FF2B5EF4-FFF2-40B4-BE49-F238E27FC236}">
                <a16:creationId xmlns:a16="http://schemas.microsoft.com/office/drawing/2014/main" id="{47CFDDA4-8298-47A1-AF7B-E10B99E3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00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density-2-bootstrap-2-r3-c3">
            <a:extLst xmlns:a="http://schemas.openxmlformats.org/drawingml/2006/main">
              <a:ext uri="{FF2B5EF4-FFF2-40B4-BE49-F238E27FC236}">
                <a16:creationId xmlns:a16="http://schemas.microsoft.com/office/drawing/2014/main" id="{189716E5-2B4C-457E-B5DE-9B950216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0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density-2-bootstrap-2-r3-c4">
            <a:extLst xmlns:a="http://schemas.openxmlformats.org/drawingml/2006/main">
              <a:ext uri="{FF2B5EF4-FFF2-40B4-BE49-F238E27FC236}">
                <a16:creationId xmlns:a16="http://schemas.microsoft.com/office/drawing/2014/main" id="{5A5D0E55-85A8-4387-BFDF-BFA0C9C9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density-2-bootstrap-2-r3-c5">
            <a:extLst xmlns:a="http://schemas.openxmlformats.org/drawingml/2006/main">
              <a:ext uri="{FF2B5EF4-FFF2-40B4-BE49-F238E27FC236}">
                <a16:creationId xmlns:a16="http://schemas.microsoft.com/office/drawing/2014/main" id="{525BBF22-9A58-4EE3-8C08-70119770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density-2-bootstrap-2-r3-c6">
            <a:extLst xmlns:a="http://schemas.openxmlformats.org/drawingml/2006/main">
              <a:ext uri="{FF2B5EF4-FFF2-40B4-BE49-F238E27FC236}">
                <a16:creationId xmlns:a16="http://schemas.microsoft.com/office/drawing/2014/main" id="{C4051BF4-DFF9-4466-816F-BF610263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0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density-2-bootstrap-2-r3-c7">
            <a:extLst xmlns:a="http://schemas.openxmlformats.org/drawingml/2006/main">
              <a:ext uri="{FF2B5EF4-FFF2-40B4-BE49-F238E27FC236}">
                <a16:creationId xmlns:a16="http://schemas.microsoft.com/office/drawing/2014/main" id="{0B66C8BC-488E-4F95-A2C7-01972204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0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density-2-bootstrap-2-r3-c8">
            <a:extLst xmlns:a="http://schemas.openxmlformats.org/drawingml/2006/main">
              <a:ext uri="{FF2B5EF4-FFF2-40B4-BE49-F238E27FC236}">
                <a16:creationId xmlns:a16="http://schemas.microsoft.com/office/drawing/2014/main" id="{566F4E36-3C83-48A8-9843-3CCC0E20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density-2-bootstrap-2-r4-c1">
            <a:extLst xmlns:a="http://schemas.openxmlformats.org/drawingml/2006/main">
              <a:ext uri="{FF2B5EF4-FFF2-40B4-BE49-F238E27FC236}">
                <a16:creationId xmlns:a16="http://schemas.microsoft.com/office/drawing/2014/main" id="{B74AF0EC-4E71-4704-A3BF-2EC5E869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33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density-2-bootstrap-2-r4-c2">
            <a:extLst xmlns:a="http://schemas.openxmlformats.org/drawingml/2006/main">
              <a:ext uri="{FF2B5EF4-FFF2-40B4-BE49-F238E27FC236}">
                <a16:creationId xmlns:a16="http://schemas.microsoft.com/office/drawing/2014/main" id="{9C528E37-6202-4466-9967-12E3BAC3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33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density-2-bootstrap-2-r4-c3">
            <a:extLst xmlns:a="http://schemas.openxmlformats.org/drawingml/2006/main">
              <a:ext uri="{FF2B5EF4-FFF2-40B4-BE49-F238E27FC236}">
                <a16:creationId xmlns:a16="http://schemas.microsoft.com/office/drawing/2014/main" id="{A1BD885B-E2A9-4E79-8630-89F4A1E6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33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density-2-bootstrap-2-r4-c4">
            <a:extLst xmlns:a="http://schemas.openxmlformats.org/drawingml/2006/main">
              <a:ext uri="{FF2B5EF4-FFF2-40B4-BE49-F238E27FC236}">
                <a16:creationId xmlns:a16="http://schemas.microsoft.com/office/drawing/2014/main" id="{7EF3F129-53B3-4E1F-AAA4-B885ACCC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density-2-bootstrap-2-r4-c5">
            <a:extLst xmlns:a="http://schemas.openxmlformats.org/drawingml/2006/main">
              <a:ext uri="{FF2B5EF4-FFF2-40B4-BE49-F238E27FC236}">
                <a16:creationId xmlns:a16="http://schemas.microsoft.com/office/drawing/2014/main" id="{F87F99D3-6D1B-4C20-A195-588E7C23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density-2-bootstrap-2-r4-c6">
            <a:extLst xmlns:a="http://schemas.openxmlformats.org/drawingml/2006/main">
              <a:ext uri="{FF2B5EF4-FFF2-40B4-BE49-F238E27FC236}">
                <a16:creationId xmlns:a16="http://schemas.microsoft.com/office/drawing/2014/main" id="{C588B023-F67A-4DFA-B218-1C9E3C71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density-2-bootstrap-2-r4-c7">
            <a:extLst xmlns:a="http://schemas.openxmlformats.org/drawingml/2006/main">
              <a:ext uri="{FF2B5EF4-FFF2-40B4-BE49-F238E27FC236}">
                <a16:creationId xmlns:a16="http://schemas.microsoft.com/office/drawing/2014/main" id="{FFAEF27F-9910-42F6-9BFA-DAF3D4BD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density-2-bootstrap-2-r4-c8">
            <a:extLst xmlns:a="http://schemas.openxmlformats.org/drawingml/2006/main">
              <a:ext uri="{FF2B5EF4-FFF2-40B4-BE49-F238E27FC236}">
                <a16:creationId xmlns:a16="http://schemas.microsoft.com/office/drawing/2014/main" id="{4F460B4C-A097-46CB-ACAF-D89EE605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33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density-2-bootstrap-2-r5-c1">
            <a:extLst xmlns:a="http://schemas.openxmlformats.org/drawingml/2006/main">
              <a:ext uri="{FF2B5EF4-FFF2-40B4-BE49-F238E27FC236}">
                <a16:creationId xmlns:a16="http://schemas.microsoft.com/office/drawing/2014/main" id="{59F60E5F-9828-4D13-B408-F93E547F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density-2-bootstrap-2-r5-c2">
            <a:extLst xmlns:a="http://schemas.openxmlformats.org/drawingml/2006/main">
              <a:ext uri="{FF2B5EF4-FFF2-40B4-BE49-F238E27FC236}">
                <a16:creationId xmlns:a16="http://schemas.microsoft.com/office/drawing/2014/main" id="{8B77A3E6-F791-4A9B-96D6-04DBFE0E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67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density-2-bootstrap-2-r5-c3">
            <a:extLst xmlns:a="http://schemas.openxmlformats.org/drawingml/2006/main">
              <a:ext uri="{FF2B5EF4-FFF2-40B4-BE49-F238E27FC236}">
                <a16:creationId xmlns:a16="http://schemas.microsoft.com/office/drawing/2014/main" id="{F9D6359E-54AB-4CF0-B73B-2487D128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density-2-bootstrap-2-r5-c4">
            <a:extLst xmlns:a="http://schemas.openxmlformats.org/drawingml/2006/main">
              <a:ext uri="{FF2B5EF4-FFF2-40B4-BE49-F238E27FC236}">
                <a16:creationId xmlns:a16="http://schemas.microsoft.com/office/drawing/2014/main" id="{20CA974D-5D07-4D78-9674-57631D85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67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density-2-bootstrap-2-r5-c5">
            <a:extLst xmlns:a="http://schemas.openxmlformats.org/drawingml/2006/main">
              <a:ext uri="{FF2B5EF4-FFF2-40B4-BE49-F238E27FC236}">
                <a16:creationId xmlns:a16="http://schemas.microsoft.com/office/drawing/2014/main" id="{2F8D6DC9-82AB-480A-8DBF-60A955D5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67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density-2-bootstrap-2-r5-c6">
            <a:extLst xmlns:a="http://schemas.openxmlformats.org/drawingml/2006/main">
              <a:ext uri="{FF2B5EF4-FFF2-40B4-BE49-F238E27FC236}">
                <a16:creationId xmlns:a16="http://schemas.microsoft.com/office/drawing/2014/main" id="{46956AA0-42CD-4F05-8C6B-992B41CE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67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density-2-bootstrap-2-r5-c7">
            <a:extLst xmlns:a="http://schemas.openxmlformats.org/drawingml/2006/main">
              <a:ext uri="{FF2B5EF4-FFF2-40B4-BE49-F238E27FC236}">
                <a16:creationId xmlns:a16="http://schemas.microsoft.com/office/drawing/2014/main" id="{68C5C016-E1D6-4C13-8DCD-2CD625F4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67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density-2-bootstrap-2-r5-c8">
            <a:extLst xmlns:a="http://schemas.openxmlformats.org/drawingml/2006/main">
              <a:ext uri="{FF2B5EF4-FFF2-40B4-BE49-F238E27FC236}">
                <a16:creationId xmlns:a16="http://schemas.microsoft.com/office/drawing/2014/main" id="{3253EE31-F480-48E7-9010-EC44B43B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density-2-bootstrap-2-r6-c1">
            <a:extLst xmlns:a="http://schemas.openxmlformats.org/drawingml/2006/main">
              <a:ext uri="{FF2B5EF4-FFF2-40B4-BE49-F238E27FC236}">
                <a16:creationId xmlns:a16="http://schemas.microsoft.com/office/drawing/2014/main" id="{A035BFE0-3825-4D29-A587-C1FE8E59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density-2-bootstrap-2-r6-c2">
            <a:extLst xmlns:a="http://schemas.openxmlformats.org/drawingml/2006/main">
              <a:ext uri="{FF2B5EF4-FFF2-40B4-BE49-F238E27FC236}">
                <a16:creationId xmlns:a16="http://schemas.microsoft.com/office/drawing/2014/main" id="{57EF1D2A-AB9B-474D-8EE2-B8613617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00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density-2-bootstrap-2-r6-c3">
            <a:extLst xmlns:a="http://schemas.openxmlformats.org/drawingml/2006/main">
              <a:ext uri="{FF2B5EF4-FFF2-40B4-BE49-F238E27FC236}">
                <a16:creationId xmlns:a16="http://schemas.microsoft.com/office/drawing/2014/main" id="{8CF2DB8C-E600-4679-B0DF-4E7037E9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00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density-2-bootstrap-2-r6-c4">
            <a:extLst xmlns:a="http://schemas.openxmlformats.org/drawingml/2006/main">
              <a:ext uri="{FF2B5EF4-FFF2-40B4-BE49-F238E27FC236}">
                <a16:creationId xmlns:a16="http://schemas.microsoft.com/office/drawing/2014/main" id="{708E0D53-AC2C-4D2B-90A2-BBF4AB3B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density-2-bootstrap-2-r6-c5">
            <a:extLst xmlns:a="http://schemas.openxmlformats.org/drawingml/2006/main">
              <a:ext uri="{FF2B5EF4-FFF2-40B4-BE49-F238E27FC236}">
                <a16:creationId xmlns:a16="http://schemas.microsoft.com/office/drawing/2014/main" id="{91877AAD-ED6E-4F16-AEDC-A2F31562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density-2-bootstrap-2-r6-c6">
            <a:extLst xmlns:a="http://schemas.openxmlformats.org/drawingml/2006/main">
              <a:ext uri="{FF2B5EF4-FFF2-40B4-BE49-F238E27FC236}">
                <a16:creationId xmlns:a16="http://schemas.microsoft.com/office/drawing/2014/main" id="{7F65AA1D-483C-4AAA-AC0E-1DB77F15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density-2-bootstrap-2-r6-c7">
            <a:extLst xmlns:a="http://schemas.openxmlformats.org/drawingml/2006/main">
              <a:ext uri="{FF2B5EF4-FFF2-40B4-BE49-F238E27FC236}">
                <a16:creationId xmlns:a16="http://schemas.microsoft.com/office/drawing/2014/main" id="{5AAFF032-78B4-45B7-9DF0-5C3BD6AC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density-2-bootstrap-2-r6-c8">
            <a:extLst xmlns:a="http://schemas.openxmlformats.org/drawingml/2006/main">
              <a:ext uri="{FF2B5EF4-FFF2-40B4-BE49-F238E27FC236}">
                <a16:creationId xmlns:a16="http://schemas.microsoft.com/office/drawing/2014/main" id="{FA0B2992-1D78-4D77-9BE8-9996378F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00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density-2-bootstrap-2-r7-c1">
            <a:extLst xmlns:a="http://schemas.openxmlformats.org/drawingml/2006/main">
              <a:ext uri="{FF2B5EF4-FFF2-40B4-BE49-F238E27FC236}">
                <a16:creationId xmlns:a16="http://schemas.microsoft.com/office/drawing/2014/main" id="{676E8D82-2A57-46E3-BB8A-30B1B2F4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33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density-2-bootstrap-2-r7-c2">
            <a:extLst xmlns:a="http://schemas.openxmlformats.org/drawingml/2006/main">
              <a:ext uri="{FF2B5EF4-FFF2-40B4-BE49-F238E27FC236}">
                <a16:creationId xmlns:a16="http://schemas.microsoft.com/office/drawing/2014/main" id="{85EEED5C-9EC1-476C-ADEE-16AAC5D9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33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density-2-bootstrap-2-r7-c3">
            <a:extLst xmlns:a="http://schemas.openxmlformats.org/drawingml/2006/main">
              <a:ext uri="{FF2B5EF4-FFF2-40B4-BE49-F238E27FC236}">
                <a16:creationId xmlns:a16="http://schemas.microsoft.com/office/drawing/2014/main" id="{BC8A9594-912B-4416-A2A4-B9666F73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33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density-2-bootstrap-2-r7-c4">
            <a:extLst xmlns:a="http://schemas.openxmlformats.org/drawingml/2006/main">
              <a:ext uri="{FF2B5EF4-FFF2-40B4-BE49-F238E27FC236}">
                <a16:creationId xmlns:a16="http://schemas.microsoft.com/office/drawing/2014/main" id="{E87518AF-A462-4EC1-A08B-645D814D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33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density-2-bootstrap-2-r7-c5">
            <a:extLst xmlns:a="http://schemas.openxmlformats.org/drawingml/2006/main">
              <a:ext uri="{FF2B5EF4-FFF2-40B4-BE49-F238E27FC236}">
                <a16:creationId xmlns:a16="http://schemas.microsoft.com/office/drawing/2014/main" id="{C0490B5D-4A3D-45C7-B8A1-6047062B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33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density-2-bootstrap-2-r7-c6">
            <a:extLst xmlns:a="http://schemas.openxmlformats.org/drawingml/2006/main">
              <a:ext uri="{FF2B5EF4-FFF2-40B4-BE49-F238E27FC236}">
                <a16:creationId xmlns:a16="http://schemas.microsoft.com/office/drawing/2014/main" id="{A0A495CC-3CC0-457D-B4D9-C87B5EB2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density-2-bootstrap-2-r7-c7">
            <a:extLst xmlns:a="http://schemas.openxmlformats.org/drawingml/2006/main">
              <a:ext uri="{FF2B5EF4-FFF2-40B4-BE49-F238E27FC236}">
                <a16:creationId xmlns:a16="http://schemas.microsoft.com/office/drawing/2014/main" id="{5A3CEC9A-0B1F-455B-97D6-7830E44C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density-2-bootstrap-2-r7-c8">
            <a:extLst xmlns:a="http://schemas.openxmlformats.org/drawingml/2006/main">
              <a:ext uri="{FF2B5EF4-FFF2-40B4-BE49-F238E27FC236}">
                <a16:creationId xmlns:a16="http://schemas.microsoft.com/office/drawing/2014/main" id="{F51515B2-9F3F-4B0F-AF28-6B2D0088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density-2-bootstrap-2-r8-c1">
            <a:extLst xmlns:a="http://schemas.openxmlformats.org/drawingml/2006/main">
              <a:ext uri="{FF2B5EF4-FFF2-40B4-BE49-F238E27FC236}">
                <a16:creationId xmlns:a16="http://schemas.microsoft.com/office/drawing/2014/main" id="{DF880401-F672-4889-9C27-CEEB472E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density-2-bootstrap-2-r8-c2">
            <a:extLst xmlns:a="http://schemas.openxmlformats.org/drawingml/2006/main">
              <a:ext uri="{FF2B5EF4-FFF2-40B4-BE49-F238E27FC236}">
                <a16:creationId xmlns:a16="http://schemas.microsoft.com/office/drawing/2014/main" id="{5B14E2D1-623F-4E4A-8A93-BF379D4B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67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density-2-bootstrap-2-r8-c3">
            <a:extLst xmlns:a="http://schemas.openxmlformats.org/drawingml/2006/main">
              <a:ext uri="{FF2B5EF4-FFF2-40B4-BE49-F238E27FC236}">
                <a16:creationId xmlns:a16="http://schemas.microsoft.com/office/drawing/2014/main" id="{F84D85F7-A9A5-4849-B15E-DC2DD583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67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density-2-bootstrap-2-r8-c4">
            <a:extLst xmlns:a="http://schemas.openxmlformats.org/drawingml/2006/main">
              <a:ext uri="{FF2B5EF4-FFF2-40B4-BE49-F238E27FC236}">
                <a16:creationId xmlns:a16="http://schemas.microsoft.com/office/drawing/2014/main" id="{CD18AADC-5A69-4BAC-B2D4-D7FF512B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67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density-2-bootstrap-2-r8-c5">
            <a:extLst xmlns:a="http://schemas.openxmlformats.org/drawingml/2006/main">
              <a:ext uri="{FF2B5EF4-FFF2-40B4-BE49-F238E27FC236}">
                <a16:creationId xmlns:a16="http://schemas.microsoft.com/office/drawing/2014/main" id="{F1DCA245-47DC-4F13-8A1B-92929768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7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density-2-bootstrap-2-r8-c6">
            <a:extLst xmlns:a="http://schemas.openxmlformats.org/drawingml/2006/main">
              <a:ext uri="{FF2B5EF4-FFF2-40B4-BE49-F238E27FC236}">
                <a16:creationId xmlns:a16="http://schemas.microsoft.com/office/drawing/2014/main" id="{23C3B03A-6D20-4E17-8373-D15FB93F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density-2-bootstrap-2-r8-c7">
            <a:extLst xmlns:a="http://schemas.openxmlformats.org/drawingml/2006/main">
              <a:ext uri="{FF2B5EF4-FFF2-40B4-BE49-F238E27FC236}">
                <a16:creationId xmlns:a16="http://schemas.microsoft.com/office/drawing/2014/main" id="{846DDF75-1F34-41F3-93F3-BD07311E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density-2-bootstrap-2-r8-c8">
            <a:extLst xmlns:a="http://schemas.openxmlformats.org/drawingml/2006/main">
              <a:ext uri="{FF2B5EF4-FFF2-40B4-BE49-F238E27FC236}">
                <a16:creationId xmlns:a16="http://schemas.microsoft.com/office/drawing/2014/main" id="{A9EF7654-15A2-416F-B03C-F5059950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density-2-bootstrap-3-r1-c1">
            <a:extLst xmlns:a="http://schemas.openxmlformats.org/drawingml/2006/main">
              <a:ext uri="{FF2B5EF4-FFF2-40B4-BE49-F238E27FC236}">
                <a16:creationId xmlns:a16="http://schemas.microsoft.com/office/drawing/2014/main" id="{EC545137-6200-4F3E-A6FA-EF56F2ED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density-2-bootstrap-3-r1-c2">
            <a:extLst xmlns:a="http://schemas.openxmlformats.org/drawingml/2006/main">
              <a:ext uri="{FF2B5EF4-FFF2-40B4-BE49-F238E27FC236}">
                <a16:creationId xmlns:a16="http://schemas.microsoft.com/office/drawing/2014/main" id="{ED5A6517-4655-49E4-B532-D25BCB47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57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density-2-bootstrap-3-r1-c3">
            <a:extLst xmlns:a="http://schemas.openxmlformats.org/drawingml/2006/main">
              <a:ext uri="{FF2B5EF4-FFF2-40B4-BE49-F238E27FC236}">
                <a16:creationId xmlns:a16="http://schemas.microsoft.com/office/drawing/2014/main" id="{2D46DB2A-B87B-4EA4-9F3E-D4EA2757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57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density-2-bootstrap-3-r1-c4">
            <a:extLst xmlns:a="http://schemas.openxmlformats.org/drawingml/2006/main">
              <a:ext uri="{FF2B5EF4-FFF2-40B4-BE49-F238E27FC236}">
                <a16:creationId xmlns:a16="http://schemas.microsoft.com/office/drawing/2014/main" id="{84312E77-FA86-41DE-8ECE-8AE69EB3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57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density-2-bootstrap-3-r1-c5">
            <a:extLst xmlns:a="http://schemas.openxmlformats.org/drawingml/2006/main">
              <a:ext uri="{FF2B5EF4-FFF2-40B4-BE49-F238E27FC236}">
                <a16:creationId xmlns:a16="http://schemas.microsoft.com/office/drawing/2014/main" id="{5ED08041-A24F-4C18-ACC9-327529BA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density-2-bootstrap-3-r1-c6">
            <a:extLst xmlns:a="http://schemas.openxmlformats.org/drawingml/2006/main">
              <a:ext uri="{FF2B5EF4-FFF2-40B4-BE49-F238E27FC236}">
                <a16:creationId xmlns:a16="http://schemas.microsoft.com/office/drawing/2014/main" id="{92E8AC70-B1BE-42BD-87AE-09B1C79A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density-2-bootstrap-3-r1-c7">
            <a:extLst xmlns:a="http://schemas.openxmlformats.org/drawingml/2006/main">
              <a:ext uri="{FF2B5EF4-FFF2-40B4-BE49-F238E27FC236}">
                <a16:creationId xmlns:a16="http://schemas.microsoft.com/office/drawing/2014/main" id="{CDCE8DB4-5E4B-4F46-8C00-83CCBDFA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57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density-2-bootstrap-3-r1-c8">
            <a:extLst xmlns:a="http://schemas.openxmlformats.org/drawingml/2006/main">
              <a:ext uri="{FF2B5EF4-FFF2-40B4-BE49-F238E27FC236}">
                <a16:creationId xmlns:a16="http://schemas.microsoft.com/office/drawing/2014/main" id="{63134266-A0BA-4968-9DA1-F812ACE7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577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density-2-bootstrap-3-r2-c1">
            <a:extLst xmlns:a="http://schemas.openxmlformats.org/drawingml/2006/main">
              <a:ext uri="{FF2B5EF4-FFF2-40B4-BE49-F238E27FC236}">
                <a16:creationId xmlns:a16="http://schemas.microsoft.com/office/drawing/2014/main" id="{DF0ABC00-D0D6-4ABE-82E6-CAB3A44D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91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density-2-bootstrap-3-r2-c2">
            <a:extLst xmlns:a="http://schemas.openxmlformats.org/drawingml/2006/main">
              <a:ext uri="{FF2B5EF4-FFF2-40B4-BE49-F238E27FC236}">
                <a16:creationId xmlns:a16="http://schemas.microsoft.com/office/drawing/2014/main" id="{94851510-55FA-4D8E-8906-6435A340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91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density-2-bootstrap-3-r2-c3">
            <a:extLst xmlns:a="http://schemas.openxmlformats.org/drawingml/2006/main">
              <a:ext uri="{FF2B5EF4-FFF2-40B4-BE49-F238E27FC236}">
                <a16:creationId xmlns:a16="http://schemas.microsoft.com/office/drawing/2014/main" id="{74C097CA-A0FB-41E6-ADE1-77A0425B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91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density-2-bootstrap-3-r2-c4">
            <a:extLst xmlns:a="http://schemas.openxmlformats.org/drawingml/2006/main">
              <a:ext uri="{FF2B5EF4-FFF2-40B4-BE49-F238E27FC236}">
                <a16:creationId xmlns:a16="http://schemas.microsoft.com/office/drawing/2014/main" id="{5EB22C66-5B92-49F3-A127-DA5CCCDA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91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density-2-bootstrap-3-r2-c5">
            <a:extLst xmlns:a="http://schemas.openxmlformats.org/drawingml/2006/main">
              <a:ext uri="{FF2B5EF4-FFF2-40B4-BE49-F238E27FC236}">
                <a16:creationId xmlns:a16="http://schemas.microsoft.com/office/drawing/2014/main" id="{DF32E62F-F450-4DAE-A5DF-45ADC3A4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91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density-2-bootstrap-3-r2-c6">
            <a:extLst xmlns:a="http://schemas.openxmlformats.org/drawingml/2006/main">
              <a:ext uri="{FF2B5EF4-FFF2-40B4-BE49-F238E27FC236}">
                <a16:creationId xmlns:a16="http://schemas.microsoft.com/office/drawing/2014/main" id="{33D3833B-5B0E-4EB9-A77F-F4ABC1B6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density-2-bootstrap-3-r2-c7">
            <a:extLst xmlns:a="http://schemas.openxmlformats.org/drawingml/2006/main">
              <a:ext uri="{FF2B5EF4-FFF2-40B4-BE49-F238E27FC236}">
                <a16:creationId xmlns:a16="http://schemas.microsoft.com/office/drawing/2014/main" id="{3123E2E3-53BB-4880-A23B-E4951ECD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91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density-2-bootstrap-3-r2-c8">
            <a:extLst xmlns:a="http://schemas.openxmlformats.org/drawingml/2006/main">
              <a:ext uri="{FF2B5EF4-FFF2-40B4-BE49-F238E27FC236}">
                <a16:creationId xmlns:a16="http://schemas.microsoft.com/office/drawing/2014/main" id="{ED389362-DD7E-4895-99C3-94E299D0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911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density-2-bootstrap-3-r3-c1">
            <a:extLst xmlns:a="http://schemas.openxmlformats.org/drawingml/2006/main">
              <a:ext uri="{FF2B5EF4-FFF2-40B4-BE49-F238E27FC236}">
                <a16:creationId xmlns:a16="http://schemas.microsoft.com/office/drawing/2014/main" id="{EACCEA60-7648-41A6-85FD-FCB2BF43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24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density-2-bootstrap-3-r3-c2">
            <a:extLst xmlns:a="http://schemas.openxmlformats.org/drawingml/2006/main">
              <a:ext uri="{FF2B5EF4-FFF2-40B4-BE49-F238E27FC236}">
                <a16:creationId xmlns:a16="http://schemas.microsoft.com/office/drawing/2014/main" id="{25C39483-B6E2-4415-BE82-02981010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24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density-2-bootstrap-3-r3-c3">
            <a:extLst xmlns:a="http://schemas.openxmlformats.org/drawingml/2006/main">
              <a:ext uri="{FF2B5EF4-FFF2-40B4-BE49-F238E27FC236}">
                <a16:creationId xmlns:a16="http://schemas.microsoft.com/office/drawing/2014/main" id="{810DAE62-85FF-41D2-B0DB-4BC32D29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24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density-2-bootstrap-3-r3-c4">
            <a:extLst xmlns:a="http://schemas.openxmlformats.org/drawingml/2006/main">
              <a:ext uri="{FF2B5EF4-FFF2-40B4-BE49-F238E27FC236}">
                <a16:creationId xmlns:a16="http://schemas.microsoft.com/office/drawing/2014/main" id="{A57969D5-C226-4D94-A875-03D83AFD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24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density-2-bootstrap-3-r3-c5">
            <a:extLst xmlns:a="http://schemas.openxmlformats.org/drawingml/2006/main">
              <a:ext uri="{FF2B5EF4-FFF2-40B4-BE49-F238E27FC236}">
                <a16:creationId xmlns:a16="http://schemas.microsoft.com/office/drawing/2014/main" id="{6721A83E-AC41-4C86-9014-68A187E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24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density-2-bootstrap-3-r3-c6">
            <a:extLst xmlns:a="http://schemas.openxmlformats.org/drawingml/2006/main">
              <a:ext uri="{FF2B5EF4-FFF2-40B4-BE49-F238E27FC236}">
                <a16:creationId xmlns:a16="http://schemas.microsoft.com/office/drawing/2014/main" id="{F4D6921E-560A-41C1-8A54-93C1CC58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24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density-2-bootstrap-3-r3-c7">
            <a:extLst xmlns:a="http://schemas.openxmlformats.org/drawingml/2006/main">
              <a:ext uri="{FF2B5EF4-FFF2-40B4-BE49-F238E27FC236}">
                <a16:creationId xmlns:a16="http://schemas.microsoft.com/office/drawing/2014/main" id="{5733E680-EBDE-43DD-8C62-F7F97C3B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density-2-bootstrap-3-r3-c8">
            <a:extLst xmlns:a="http://schemas.openxmlformats.org/drawingml/2006/main">
              <a:ext uri="{FF2B5EF4-FFF2-40B4-BE49-F238E27FC236}">
                <a16:creationId xmlns:a16="http://schemas.microsoft.com/office/drawing/2014/main" id="{E90EF691-3BBD-4AB9-BF2A-30D78CF0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244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density-2-bootstrap-3-r4-c1">
            <a:extLst xmlns:a="http://schemas.openxmlformats.org/drawingml/2006/main">
              <a:ext uri="{FF2B5EF4-FFF2-40B4-BE49-F238E27FC236}">
                <a16:creationId xmlns:a16="http://schemas.microsoft.com/office/drawing/2014/main" id="{DEE88E36-89E0-4FD6-9972-B42AD43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57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density-2-bootstrap-3-r4-c2">
            <a:extLst xmlns:a="http://schemas.openxmlformats.org/drawingml/2006/main">
              <a:ext uri="{FF2B5EF4-FFF2-40B4-BE49-F238E27FC236}">
                <a16:creationId xmlns:a16="http://schemas.microsoft.com/office/drawing/2014/main" id="{FCD07412-DFE1-4364-9F89-9A8089D9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57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density-2-bootstrap-3-r4-c3">
            <a:extLst xmlns:a="http://schemas.openxmlformats.org/drawingml/2006/main">
              <a:ext uri="{FF2B5EF4-FFF2-40B4-BE49-F238E27FC236}">
                <a16:creationId xmlns:a16="http://schemas.microsoft.com/office/drawing/2014/main" id="{F9EDAAC1-88F5-47E5-BF0C-83C007F8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57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density-2-bootstrap-3-r4-c4">
            <a:extLst xmlns:a="http://schemas.openxmlformats.org/drawingml/2006/main">
              <a:ext uri="{FF2B5EF4-FFF2-40B4-BE49-F238E27FC236}">
                <a16:creationId xmlns:a16="http://schemas.microsoft.com/office/drawing/2014/main" id="{29D67BB9-6D41-4CB2-A325-14A3E0AA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57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density-2-bootstrap-3-r4-c5">
            <a:extLst xmlns:a="http://schemas.openxmlformats.org/drawingml/2006/main">
              <a:ext uri="{FF2B5EF4-FFF2-40B4-BE49-F238E27FC236}">
                <a16:creationId xmlns:a16="http://schemas.microsoft.com/office/drawing/2014/main" id="{C04897AD-5367-400D-AD0A-49326363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density-2-bootstrap-3-r4-c6">
            <a:extLst xmlns:a="http://schemas.openxmlformats.org/drawingml/2006/main">
              <a:ext uri="{FF2B5EF4-FFF2-40B4-BE49-F238E27FC236}">
                <a16:creationId xmlns:a16="http://schemas.microsoft.com/office/drawing/2014/main" id="{CCFAB36E-CD86-451C-AD03-98D3C308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57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density-2-bootstrap-3-r4-c7">
            <a:extLst xmlns:a="http://schemas.openxmlformats.org/drawingml/2006/main">
              <a:ext uri="{FF2B5EF4-FFF2-40B4-BE49-F238E27FC236}">
                <a16:creationId xmlns:a16="http://schemas.microsoft.com/office/drawing/2014/main" id="{1F824452-25F5-41C2-98EC-155FC1B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57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density-2-bootstrap-3-r4-c8">
            <a:extLst xmlns:a="http://schemas.openxmlformats.org/drawingml/2006/main">
              <a:ext uri="{FF2B5EF4-FFF2-40B4-BE49-F238E27FC236}">
                <a16:creationId xmlns:a16="http://schemas.microsoft.com/office/drawing/2014/main" id="{A7B331CF-89B8-499D-988D-5250AF03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density-2-bootstrap-3-r5-c1">
            <a:extLst xmlns:a="http://schemas.openxmlformats.org/drawingml/2006/main">
              <a:ext uri="{FF2B5EF4-FFF2-40B4-BE49-F238E27FC236}">
                <a16:creationId xmlns:a16="http://schemas.microsoft.com/office/drawing/2014/main" id="{F916C69F-150F-4FCA-8519-742549DC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91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density-2-bootstrap-3-r5-c2">
            <a:extLst xmlns:a="http://schemas.openxmlformats.org/drawingml/2006/main">
              <a:ext uri="{FF2B5EF4-FFF2-40B4-BE49-F238E27FC236}">
                <a16:creationId xmlns:a16="http://schemas.microsoft.com/office/drawing/2014/main" id="{06463B65-A9A7-4304-8079-197CE2EA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91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density-2-bootstrap-3-r5-c3">
            <a:extLst xmlns:a="http://schemas.openxmlformats.org/drawingml/2006/main">
              <a:ext uri="{FF2B5EF4-FFF2-40B4-BE49-F238E27FC236}">
                <a16:creationId xmlns:a16="http://schemas.microsoft.com/office/drawing/2014/main" id="{D91D3D1E-282E-4689-836F-C436AFF1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91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density-2-bootstrap-3-r5-c4">
            <a:extLst xmlns:a="http://schemas.openxmlformats.org/drawingml/2006/main">
              <a:ext uri="{FF2B5EF4-FFF2-40B4-BE49-F238E27FC236}">
                <a16:creationId xmlns:a16="http://schemas.microsoft.com/office/drawing/2014/main" id="{FD5175E5-7D53-4432-A1BA-0F806BA1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91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density-2-bootstrap-3-r5-c5">
            <a:extLst xmlns:a="http://schemas.openxmlformats.org/drawingml/2006/main">
              <a:ext uri="{FF2B5EF4-FFF2-40B4-BE49-F238E27FC236}">
                <a16:creationId xmlns:a16="http://schemas.microsoft.com/office/drawing/2014/main" id="{7F672C22-3C2D-4F01-8B40-27B53179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91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density-2-bootstrap-3-r5-c6">
            <a:extLst xmlns:a="http://schemas.openxmlformats.org/drawingml/2006/main">
              <a:ext uri="{FF2B5EF4-FFF2-40B4-BE49-F238E27FC236}">
                <a16:creationId xmlns:a16="http://schemas.microsoft.com/office/drawing/2014/main" id="{E2FAE106-6ACC-456E-84A2-7BEA268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91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density-2-bootstrap-3-r5-c7">
            <a:extLst xmlns:a="http://schemas.openxmlformats.org/drawingml/2006/main">
              <a:ext uri="{FF2B5EF4-FFF2-40B4-BE49-F238E27FC236}">
                <a16:creationId xmlns:a16="http://schemas.microsoft.com/office/drawing/2014/main" id="{56A51541-B3D8-4025-A1C5-32996D27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91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density-2-bootstrap-3-r5-c8">
            <a:extLst xmlns:a="http://schemas.openxmlformats.org/drawingml/2006/main">
              <a:ext uri="{FF2B5EF4-FFF2-40B4-BE49-F238E27FC236}">
                <a16:creationId xmlns:a16="http://schemas.microsoft.com/office/drawing/2014/main" id="{E9C5A1DC-E325-4042-B09F-D98177F8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911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density-2-bootstrap-3-r6-c1">
            <a:extLst xmlns:a="http://schemas.openxmlformats.org/drawingml/2006/main">
              <a:ext uri="{FF2B5EF4-FFF2-40B4-BE49-F238E27FC236}">
                <a16:creationId xmlns:a16="http://schemas.microsoft.com/office/drawing/2014/main" id="{3C1F6A70-916B-4B8A-8030-C14D0AB8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density-2-bootstrap-3-r6-c2">
            <a:extLst xmlns:a="http://schemas.openxmlformats.org/drawingml/2006/main">
              <a:ext uri="{FF2B5EF4-FFF2-40B4-BE49-F238E27FC236}">
                <a16:creationId xmlns:a16="http://schemas.microsoft.com/office/drawing/2014/main" id="{A9F37996-8A39-42FF-9E90-7E3A2526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524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density-2-bootstrap-3-r6-c3">
            <a:extLst xmlns:a="http://schemas.openxmlformats.org/drawingml/2006/main">
              <a:ext uri="{FF2B5EF4-FFF2-40B4-BE49-F238E27FC236}">
                <a16:creationId xmlns:a16="http://schemas.microsoft.com/office/drawing/2014/main" id="{B9683C3B-5D99-409F-80D0-3EDCBA51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24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density-2-bootstrap-3-r6-c4">
            <a:extLst xmlns:a="http://schemas.openxmlformats.org/drawingml/2006/main">
              <a:ext uri="{FF2B5EF4-FFF2-40B4-BE49-F238E27FC236}">
                <a16:creationId xmlns:a16="http://schemas.microsoft.com/office/drawing/2014/main" id="{B0B724B1-B477-4202-B815-A62358E2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24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density-2-bootstrap-3-r6-c5">
            <a:extLst xmlns:a="http://schemas.openxmlformats.org/drawingml/2006/main">
              <a:ext uri="{FF2B5EF4-FFF2-40B4-BE49-F238E27FC236}">
                <a16:creationId xmlns:a16="http://schemas.microsoft.com/office/drawing/2014/main" id="{62EE6D3F-487D-4F5D-8972-A8C71B6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24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density-2-bootstrap-3-r6-c6">
            <a:extLst xmlns:a="http://schemas.openxmlformats.org/drawingml/2006/main">
              <a:ext uri="{FF2B5EF4-FFF2-40B4-BE49-F238E27FC236}">
                <a16:creationId xmlns:a16="http://schemas.microsoft.com/office/drawing/2014/main" id="{88A3FB9E-1B85-4B24-9788-D268C523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density-2-bootstrap-3-r6-c7">
            <a:extLst xmlns:a="http://schemas.openxmlformats.org/drawingml/2006/main">
              <a:ext uri="{FF2B5EF4-FFF2-40B4-BE49-F238E27FC236}">
                <a16:creationId xmlns:a16="http://schemas.microsoft.com/office/drawing/2014/main" id="{7CAB64B5-7C26-4898-A13E-DDBA98F2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24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density-2-bootstrap-3-r6-c8">
            <a:extLst xmlns:a="http://schemas.openxmlformats.org/drawingml/2006/main">
              <a:ext uri="{FF2B5EF4-FFF2-40B4-BE49-F238E27FC236}">
                <a16:creationId xmlns:a16="http://schemas.microsoft.com/office/drawing/2014/main" id="{D9B3673A-114D-4B93-803B-940B168A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245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density-2-bootstrap-3-r7-c1">
            <a:extLst xmlns:a="http://schemas.openxmlformats.org/drawingml/2006/main">
              <a:ext uri="{FF2B5EF4-FFF2-40B4-BE49-F238E27FC236}">
                <a16:creationId xmlns:a16="http://schemas.microsoft.com/office/drawing/2014/main" id="{FFF5BF61-D1BB-4634-AD24-54DBC2BF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57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density-2-bootstrap-3-r7-c2">
            <a:extLst xmlns:a="http://schemas.openxmlformats.org/drawingml/2006/main">
              <a:ext uri="{FF2B5EF4-FFF2-40B4-BE49-F238E27FC236}">
                <a16:creationId xmlns:a16="http://schemas.microsoft.com/office/drawing/2014/main" id="{8C6160A4-39F7-4D6F-8D28-4646E516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57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density-2-bootstrap-3-r7-c3">
            <a:extLst xmlns:a="http://schemas.openxmlformats.org/drawingml/2006/main">
              <a:ext uri="{FF2B5EF4-FFF2-40B4-BE49-F238E27FC236}">
                <a16:creationId xmlns:a16="http://schemas.microsoft.com/office/drawing/2014/main" id="{D438EF3A-5888-43D0-B9F0-8ED16A96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57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density-2-bootstrap-3-r7-c4">
            <a:extLst xmlns:a="http://schemas.openxmlformats.org/drawingml/2006/main">
              <a:ext uri="{FF2B5EF4-FFF2-40B4-BE49-F238E27FC236}">
                <a16:creationId xmlns:a16="http://schemas.microsoft.com/office/drawing/2014/main" id="{D7E6A082-4FAF-43D1-9E63-EB28A063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57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density-2-bootstrap-3-r7-c5">
            <a:extLst xmlns:a="http://schemas.openxmlformats.org/drawingml/2006/main">
              <a:ext uri="{FF2B5EF4-FFF2-40B4-BE49-F238E27FC236}">
                <a16:creationId xmlns:a16="http://schemas.microsoft.com/office/drawing/2014/main" id="{E3D05081-F447-4C28-8615-5780A017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57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density-2-bootstrap-3-r7-c6">
            <a:extLst xmlns:a="http://schemas.openxmlformats.org/drawingml/2006/main">
              <a:ext uri="{FF2B5EF4-FFF2-40B4-BE49-F238E27FC236}">
                <a16:creationId xmlns:a16="http://schemas.microsoft.com/office/drawing/2014/main" id="{311B81C2-20F1-459E-9A4D-2C2396B7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density-2-bootstrap-3-r7-c7">
            <a:extLst xmlns:a="http://schemas.openxmlformats.org/drawingml/2006/main">
              <a:ext uri="{FF2B5EF4-FFF2-40B4-BE49-F238E27FC236}">
                <a16:creationId xmlns:a16="http://schemas.microsoft.com/office/drawing/2014/main" id="{8E94CDCD-3420-4A49-8D92-36F9F2E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57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density-2-bootstrap-3-r7-c8">
            <a:extLst xmlns:a="http://schemas.openxmlformats.org/drawingml/2006/main">
              <a:ext uri="{FF2B5EF4-FFF2-40B4-BE49-F238E27FC236}">
                <a16:creationId xmlns:a16="http://schemas.microsoft.com/office/drawing/2014/main" id="{876DE3F6-F913-44CF-A59B-B2B37C8B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5785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density-2-bootstrap-3-r8-c1">
            <a:extLst xmlns:a="http://schemas.openxmlformats.org/drawingml/2006/main">
              <a:ext uri="{FF2B5EF4-FFF2-40B4-BE49-F238E27FC236}">
                <a16:creationId xmlns:a16="http://schemas.microsoft.com/office/drawing/2014/main" id="{6F21C91C-B23D-4D67-A6F4-EFB21E40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91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density-2-bootstrap-3-r8-c2">
            <a:extLst xmlns:a="http://schemas.openxmlformats.org/drawingml/2006/main">
              <a:ext uri="{FF2B5EF4-FFF2-40B4-BE49-F238E27FC236}">
                <a16:creationId xmlns:a16="http://schemas.microsoft.com/office/drawing/2014/main" id="{CC3C65AC-DB5F-4BF5-B519-159917A9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91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density-2-bootstrap-3-r8-c3">
            <a:extLst xmlns:a="http://schemas.openxmlformats.org/drawingml/2006/main">
              <a:ext uri="{FF2B5EF4-FFF2-40B4-BE49-F238E27FC236}">
                <a16:creationId xmlns:a16="http://schemas.microsoft.com/office/drawing/2014/main" id="{5008B094-B23A-40DD-BC63-93C0EFAF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91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density-2-bootstrap-3-r8-c4">
            <a:extLst xmlns:a="http://schemas.openxmlformats.org/drawingml/2006/main">
              <a:ext uri="{FF2B5EF4-FFF2-40B4-BE49-F238E27FC236}">
                <a16:creationId xmlns:a16="http://schemas.microsoft.com/office/drawing/2014/main" id="{C1E87B6C-28AC-4FBF-B57F-923CBC59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91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density-2-bootstrap-3-r8-c5">
            <a:extLst xmlns:a="http://schemas.openxmlformats.org/drawingml/2006/main">
              <a:ext uri="{FF2B5EF4-FFF2-40B4-BE49-F238E27FC236}">
                <a16:creationId xmlns:a16="http://schemas.microsoft.com/office/drawing/2014/main" id="{DDA4C540-8FDF-4146-8FC2-C05E1AB4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91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density-2-bootstrap-3-r8-c6">
            <a:extLst xmlns:a="http://schemas.openxmlformats.org/drawingml/2006/main">
              <a:ext uri="{FF2B5EF4-FFF2-40B4-BE49-F238E27FC236}">
                <a16:creationId xmlns:a16="http://schemas.microsoft.com/office/drawing/2014/main" id="{5F129458-F1E8-4637-914F-38E71EE8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91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density-2-bootstrap-3-r8-c7">
            <a:extLst xmlns:a="http://schemas.openxmlformats.org/drawingml/2006/main">
              <a:ext uri="{FF2B5EF4-FFF2-40B4-BE49-F238E27FC236}">
                <a16:creationId xmlns:a16="http://schemas.microsoft.com/office/drawing/2014/main" id="{9CCDE569-129D-4D93-A652-8C07AC98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91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density-2-bootstrap-3-r8-c8">
            <a:extLst xmlns:a="http://schemas.openxmlformats.org/drawingml/2006/main">
              <a:ext uri="{FF2B5EF4-FFF2-40B4-BE49-F238E27FC236}">
                <a16:creationId xmlns:a16="http://schemas.microsoft.com/office/drawing/2014/main" id="{2E5720AB-D645-4704-8F31-835A8182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91200"/>
            <a:ext cx="134779" cy="1347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density-2-ellipsis-1">
            <a:extLst xmlns:a="http://schemas.openxmlformats.org/drawingml/2006/main">
              <a:ext uri="{FF2B5EF4-FFF2-40B4-BE49-F238E27FC236}">
                <a16:creationId xmlns:a16="http://schemas.microsoft.com/office/drawing/2014/main" id="{5D88CE66-CC3F-41B9-8E1B-8D494BEC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density-2-ellipsis-2">
            <a:extLst xmlns:a="http://schemas.openxmlformats.org/drawingml/2006/main">
              <a:ext uri="{FF2B5EF4-FFF2-40B4-BE49-F238E27FC236}">
                <a16:creationId xmlns:a16="http://schemas.microsoft.com/office/drawing/2014/main" id="{FD169DDB-2B0D-4783-9E26-6A4F5478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density-2-ellipsis-3">
            <a:extLst xmlns:a="http://schemas.openxmlformats.org/drawingml/2006/main">
              <a:ext uri="{FF2B5EF4-FFF2-40B4-BE49-F238E27FC236}">
                <a16:creationId xmlns:a16="http://schemas.microsoft.com/office/drawing/2014/main" id="{C220A4B8-03DE-40E3-BA91-81757966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6041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3" name="density-3-panel">
            <a:extLst xmlns:a="http://schemas.openxmlformats.org/drawingml/2006/main">
              <a:ext uri="{FF2B5EF4-FFF2-40B4-BE49-F238E27FC236}">
                <a16:creationId xmlns:a16="http://schemas.microsoft.com/office/drawing/2014/main" id="{25BFA4EA-7DDF-4D6B-8A09-B2D26EF6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1391900" cy="5619750"/>
          </a:xfrm>
          <a:prstGeom xmlns:a="http://schemas.openxmlformats.org/drawingml/2006/main" prst="roundRect">
            <a:avLst>
              <a:gd name="adj" fmla="val 8814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nsity-3-source-to-top">
            <a:extLst xmlns:a="http://schemas.openxmlformats.org/drawingml/2006/main">
              <a:ext uri="{FF2B5EF4-FFF2-40B4-BE49-F238E27FC236}">
                <a16:creationId xmlns:a16="http://schemas.microsoft.com/office/drawing/2014/main" id="{747CD336-AF91-43AE-8C04-0A27BD00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667125" y="219075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nsity-3-source-to-middle">
            <a:extLst xmlns:a="http://schemas.openxmlformats.org/drawingml/2006/main">
              <a:ext uri="{FF2B5EF4-FFF2-40B4-BE49-F238E27FC236}">
                <a16:creationId xmlns:a16="http://schemas.microsoft.com/office/drawing/2014/main" id="{5BA99FE6-276C-489C-B733-ED089D30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3295650"/>
            <a:ext cx="1381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nsity-3-source-to-bottom">
            <a:extLst xmlns:a="http://schemas.openxmlformats.org/drawingml/2006/main">
              <a:ext uri="{FF2B5EF4-FFF2-40B4-BE49-F238E27FC236}">
                <a16:creationId xmlns:a16="http://schemas.microsoft.com/office/drawing/2014/main" id="{4D8CD493-6C8E-4B60-8A50-1CABEBFC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667125" y="4438650"/>
            <a:ext cx="1619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nsity-3-metric-to-top">
            <a:extLst xmlns:a="http://schemas.openxmlformats.org/drawingml/2006/main">
              <a:ext uri="{FF2B5EF4-FFF2-40B4-BE49-F238E27FC236}">
                <a16:creationId xmlns:a16="http://schemas.microsoft.com/office/drawing/2014/main" id="{09330109-6A4B-4689-9ED1-62010B15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143750" y="219075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nsity-3-metric-to-middle">
            <a:extLst xmlns:a="http://schemas.openxmlformats.org/drawingml/2006/main">
              <a:ext uri="{FF2B5EF4-FFF2-40B4-BE49-F238E27FC236}">
                <a16:creationId xmlns:a16="http://schemas.microsoft.com/office/drawing/2014/main" id="{08D55EB6-CC93-4527-B6EA-F1E233D7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295650"/>
            <a:ext cx="1428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nsity-3-metric-to-bottom">
            <a:extLst xmlns:a="http://schemas.openxmlformats.org/drawingml/2006/main">
              <a:ext uri="{FF2B5EF4-FFF2-40B4-BE49-F238E27FC236}">
                <a16:creationId xmlns:a16="http://schemas.microsoft.com/office/drawing/2014/main" id="{B8E87987-1AB5-43F7-A583-629FD1BD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143750" y="4438650"/>
            <a:ext cx="16192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nsity-3-option-label">
            <a:extLst xmlns:a="http://schemas.openxmlformats.org/drawingml/2006/main">
              <a:ext uri="{FF2B5EF4-FFF2-40B4-BE49-F238E27FC236}">
                <a16:creationId xmlns:a16="http://schemas.microsoft.com/office/drawing/2014/main" id="{3B53B124-B466-444A-B92D-71BEF551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43A"/>
                </a:solidFill>
              </a:defRPr>
            </a:pPr>
            <a:r>
              <a:rPr sz="1650" b="1">
                <a:solidFill>
                  <a:srgbClr val="25343A"/>
                </a:solidFill>
              </a:rPr>
              <a:t>OPTION C · 14×14 → 10×10</a:t>
            </a:r>
          </a:p>
        </p:txBody>
      </p:sp>
      <p:sp>
        <p:nvSpPr>
          <p:cNvPr id="9" name="density-3-title">
            <a:extLst xmlns:a="http://schemas.openxmlformats.org/drawingml/2006/main">
              <a:ext uri="{FF2B5EF4-FFF2-40B4-BE49-F238E27FC236}">
                <a16:creationId xmlns:a16="http://schemas.microsoft.com/office/drawing/2014/main" id="{4422F0CE-7A40-4F43-9098-17DCEB4A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287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81B"/>
                </a:solidFill>
              </a:defRPr>
            </a:pPr>
            <a:r>
              <a:rPr sz="3150" b="1">
                <a:solidFill>
                  <a:srgbClr val="11181B"/>
                </a:solidFill>
              </a:rPr>
              <a:t>Bootstrap resampling &amp; PERMANOVA</a:t>
            </a:r>
          </a:p>
        </p:txBody>
      </p:sp>
      <p:sp>
        <p:nvSpPr>
          <p:cNvPr id="10" name="density-3-omega2">
            <a:extLst xmlns:a="http://schemas.openxmlformats.org/drawingml/2006/main">
              <a:ext uri="{FF2B5EF4-FFF2-40B4-BE49-F238E27FC236}">
                <a16:creationId xmlns:a16="http://schemas.microsoft.com/office/drawing/2014/main" id="{5C5CFE17-BD2F-4683-910E-B18BBF1A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11181B"/>
                </a:solidFill>
              </a:defRPr>
            </a:pPr>
            <a:r>
              <a:rPr sz="3300" b="0">
                <a:solidFill>
                  <a:srgbClr val="11181B"/>
                </a:solidFill>
              </a:rPr>
              <a:t>ω²</a:t>
            </a:r>
          </a:p>
        </p:txBody>
      </p:sp>
      <p:sp>
        <p:nvSpPr>
          <p:cNvPr id="11" name="density-3-pvalue">
            <a:extLst xmlns:a="http://schemas.openxmlformats.org/drawingml/2006/main">
              <a:ext uri="{FF2B5EF4-FFF2-40B4-BE49-F238E27FC236}">
                <a16:creationId xmlns:a16="http://schemas.microsoft.com/office/drawing/2014/main" id="{DDF227BC-7F12-416C-91A5-B3F38EB5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11181B"/>
                </a:solidFill>
              </a:defRPr>
            </a:pPr>
            <a:r>
              <a:rPr sz="3150" b="0">
                <a:solidFill>
                  <a:srgbClr val="11181B"/>
                </a:solidFill>
              </a:rPr>
              <a:t>p value</a:t>
            </a:r>
          </a:p>
        </p:txBody>
      </p:sp>
      <p:sp>
        <p:nvSpPr>
          <p:cNvPr id="12" name="density-3-repeat-icon">
            <a:extLst xmlns:a="http://schemas.openxmlformats.org/drawingml/2006/main">
              <a:ext uri="{FF2B5EF4-FFF2-40B4-BE49-F238E27FC236}">
                <a16:creationId xmlns:a16="http://schemas.microsoft.com/office/drawing/2014/main" id="{2A0C9AB9-618E-48F5-B69B-D5CDE366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0">
                <a:solidFill>
                  <a:srgbClr val="39474C"/>
                </a:solidFill>
              </a:defRPr>
            </a:pPr>
            <a:r>
              <a:rPr sz="3750" b="0">
                <a:solidFill>
                  <a:srgbClr val="39474C"/>
                </a:solidFill>
              </a:rPr>
              <a:t>↻</a:t>
            </a:r>
          </a:p>
        </p:txBody>
      </p:sp>
      <p:sp>
        <p:nvSpPr>
          <p:cNvPr id="13" name="density-3-iterations">
            <a:extLst xmlns:a="http://schemas.openxmlformats.org/drawingml/2006/main">
              <a:ext uri="{FF2B5EF4-FFF2-40B4-BE49-F238E27FC236}">
                <a16:creationId xmlns:a16="http://schemas.microsoft.com/office/drawing/2014/main" id="{E0AEA4F7-2F07-4950-9CB4-1829AABE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816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1181B"/>
                </a:solidFill>
              </a:defRPr>
            </a:pPr>
            <a:r>
              <a:rPr sz="2850" b="0">
                <a:solidFill>
                  <a:srgbClr val="11181B"/>
                </a:solidFill>
              </a:rPr>
              <a:t>B = 500 iterations</a:t>
            </a:r>
          </a:p>
        </p:txBody>
      </p:sp>
      <p:sp>
        <p:nvSpPr>
          <p:cNvPr id="14" name="density-3-source-r1-c1">
            <a:extLst xmlns:a="http://schemas.openxmlformats.org/drawingml/2006/main">
              <a:ext uri="{FF2B5EF4-FFF2-40B4-BE49-F238E27FC236}">
                <a16:creationId xmlns:a16="http://schemas.microsoft.com/office/drawing/2014/main" id="{23E32E45-89BE-4800-A502-E84B14C9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nsity-3-source-r1-c2">
            <a:extLst xmlns:a="http://schemas.openxmlformats.org/drawingml/2006/main">
              <a:ext uri="{FF2B5EF4-FFF2-40B4-BE49-F238E27FC236}">
                <a16:creationId xmlns:a16="http://schemas.microsoft.com/office/drawing/2014/main" id="{6B2E6FA1-E379-4689-96E9-802895B4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nsity-3-source-r1-c3">
            <a:extLst xmlns:a="http://schemas.openxmlformats.org/drawingml/2006/main">
              <a:ext uri="{FF2B5EF4-FFF2-40B4-BE49-F238E27FC236}">
                <a16:creationId xmlns:a16="http://schemas.microsoft.com/office/drawing/2014/main" id="{C5996AAD-E05D-46D7-9474-4B4D3BF3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nsity-3-source-r1-c4">
            <a:extLst xmlns:a="http://schemas.openxmlformats.org/drawingml/2006/main">
              <a:ext uri="{FF2B5EF4-FFF2-40B4-BE49-F238E27FC236}">
                <a16:creationId xmlns:a16="http://schemas.microsoft.com/office/drawing/2014/main" id="{5D3EBF92-E068-495E-BA4D-84842988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nsity-3-source-r1-c5">
            <a:extLst xmlns:a="http://schemas.openxmlformats.org/drawingml/2006/main">
              <a:ext uri="{FF2B5EF4-FFF2-40B4-BE49-F238E27FC236}">
                <a16:creationId xmlns:a16="http://schemas.microsoft.com/office/drawing/2014/main" id="{523D0072-AE76-4872-9F29-EDEC1163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nsity-3-source-r1-c6">
            <a:extLst xmlns:a="http://schemas.openxmlformats.org/drawingml/2006/main">
              <a:ext uri="{FF2B5EF4-FFF2-40B4-BE49-F238E27FC236}">
                <a16:creationId xmlns:a16="http://schemas.microsoft.com/office/drawing/2014/main" id="{882D4BFB-D5C8-4403-8198-5C56DD6B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nsity-3-source-r1-c7">
            <a:extLst xmlns:a="http://schemas.openxmlformats.org/drawingml/2006/main">
              <a:ext uri="{FF2B5EF4-FFF2-40B4-BE49-F238E27FC236}">
                <a16:creationId xmlns:a16="http://schemas.microsoft.com/office/drawing/2014/main" id="{ABDA812E-BE11-4A5A-AE50-91A6310C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ensity-3-source-r1-c8">
            <a:extLst xmlns:a="http://schemas.openxmlformats.org/drawingml/2006/main">
              <a:ext uri="{FF2B5EF4-FFF2-40B4-BE49-F238E27FC236}">
                <a16:creationId xmlns:a16="http://schemas.microsoft.com/office/drawing/2014/main" id="{E2747ED0-FAA3-4230-88CC-327427E2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nsity-3-source-r1-c9">
            <a:extLst xmlns:a="http://schemas.openxmlformats.org/drawingml/2006/main">
              <a:ext uri="{FF2B5EF4-FFF2-40B4-BE49-F238E27FC236}">
                <a16:creationId xmlns:a16="http://schemas.microsoft.com/office/drawing/2014/main" id="{2AB1B0AB-8641-4DF2-8FBC-F0F9E9C6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ensity-3-source-r1-c10">
            <a:extLst xmlns:a="http://schemas.openxmlformats.org/drawingml/2006/main">
              <a:ext uri="{FF2B5EF4-FFF2-40B4-BE49-F238E27FC236}">
                <a16:creationId xmlns:a16="http://schemas.microsoft.com/office/drawing/2014/main" id="{9404A852-91E6-4D9D-A5D1-615953FF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ensity-3-source-r1-c11">
            <a:extLst xmlns:a="http://schemas.openxmlformats.org/drawingml/2006/main">
              <a:ext uri="{FF2B5EF4-FFF2-40B4-BE49-F238E27FC236}">
                <a16:creationId xmlns:a16="http://schemas.microsoft.com/office/drawing/2014/main" id="{67D2F0ED-B32F-4540-9F6A-6BCD9AB5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nsity-3-source-r1-c12">
            <a:extLst xmlns:a="http://schemas.openxmlformats.org/drawingml/2006/main">
              <a:ext uri="{FF2B5EF4-FFF2-40B4-BE49-F238E27FC236}">
                <a16:creationId xmlns:a16="http://schemas.microsoft.com/office/drawing/2014/main" id="{6B522696-FAAE-41FD-9EBA-8921188D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ensity-3-source-r1-c13">
            <a:extLst xmlns:a="http://schemas.openxmlformats.org/drawingml/2006/main">
              <a:ext uri="{FF2B5EF4-FFF2-40B4-BE49-F238E27FC236}">
                <a16:creationId xmlns:a16="http://schemas.microsoft.com/office/drawing/2014/main" id="{9E1E863A-19B5-41DB-BCD6-8C004CB3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nsity-3-source-r1-c14">
            <a:extLst xmlns:a="http://schemas.openxmlformats.org/drawingml/2006/main">
              <a:ext uri="{FF2B5EF4-FFF2-40B4-BE49-F238E27FC236}">
                <a16:creationId xmlns:a16="http://schemas.microsoft.com/office/drawing/2014/main" id="{27C54C62-E9B3-456D-A693-A70BCC00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242887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ensity-3-source-r2-c1">
            <a:extLst xmlns:a="http://schemas.openxmlformats.org/drawingml/2006/main">
              <a:ext uri="{FF2B5EF4-FFF2-40B4-BE49-F238E27FC236}">
                <a16:creationId xmlns:a16="http://schemas.microsoft.com/office/drawing/2014/main" id="{581FFF15-D259-4144-89EE-A8F9536D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ensity-3-source-r2-c2">
            <a:extLst xmlns:a="http://schemas.openxmlformats.org/drawingml/2006/main">
              <a:ext uri="{FF2B5EF4-FFF2-40B4-BE49-F238E27FC236}">
                <a16:creationId xmlns:a16="http://schemas.microsoft.com/office/drawing/2014/main" id="{F8EB3DE0-45CB-4171-8B59-D00AA9FC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ensity-3-source-r2-c3">
            <a:extLst xmlns:a="http://schemas.openxmlformats.org/drawingml/2006/main">
              <a:ext uri="{FF2B5EF4-FFF2-40B4-BE49-F238E27FC236}">
                <a16:creationId xmlns:a16="http://schemas.microsoft.com/office/drawing/2014/main" id="{A1F2EBC0-5ED1-45CA-B07E-AEF3A027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ensity-3-source-r2-c4">
            <a:extLst xmlns:a="http://schemas.openxmlformats.org/drawingml/2006/main">
              <a:ext uri="{FF2B5EF4-FFF2-40B4-BE49-F238E27FC236}">
                <a16:creationId xmlns:a16="http://schemas.microsoft.com/office/drawing/2014/main" id="{0581A613-D1A0-4634-8D0F-82181151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ensity-3-source-r2-c5">
            <a:extLst xmlns:a="http://schemas.openxmlformats.org/drawingml/2006/main">
              <a:ext uri="{FF2B5EF4-FFF2-40B4-BE49-F238E27FC236}">
                <a16:creationId xmlns:a16="http://schemas.microsoft.com/office/drawing/2014/main" id="{A583DD26-D539-4428-9B86-EAECD90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ensity-3-source-r2-c6">
            <a:extLst xmlns:a="http://schemas.openxmlformats.org/drawingml/2006/main">
              <a:ext uri="{FF2B5EF4-FFF2-40B4-BE49-F238E27FC236}">
                <a16:creationId xmlns:a16="http://schemas.microsoft.com/office/drawing/2014/main" id="{2CF9FC12-702F-4FB3-AFB4-66F564DA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ensity-3-source-r2-c7">
            <a:extLst xmlns:a="http://schemas.openxmlformats.org/drawingml/2006/main">
              <a:ext uri="{FF2B5EF4-FFF2-40B4-BE49-F238E27FC236}">
                <a16:creationId xmlns:a16="http://schemas.microsoft.com/office/drawing/2014/main" id="{22F2306B-FAF3-4F4F-AB67-57C41DD3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ensity-3-source-r2-c8">
            <a:extLst xmlns:a="http://schemas.openxmlformats.org/drawingml/2006/main">
              <a:ext uri="{FF2B5EF4-FFF2-40B4-BE49-F238E27FC236}">
                <a16:creationId xmlns:a16="http://schemas.microsoft.com/office/drawing/2014/main" id="{2BE75BC3-CF9B-42FF-84E1-3CBCCF6C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ensity-3-source-r2-c9">
            <a:extLst xmlns:a="http://schemas.openxmlformats.org/drawingml/2006/main">
              <a:ext uri="{FF2B5EF4-FFF2-40B4-BE49-F238E27FC236}">
                <a16:creationId xmlns:a16="http://schemas.microsoft.com/office/drawing/2014/main" id="{0650091D-2296-43E8-B72B-052F1F17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ensity-3-source-r2-c10">
            <a:extLst xmlns:a="http://schemas.openxmlformats.org/drawingml/2006/main">
              <a:ext uri="{FF2B5EF4-FFF2-40B4-BE49-F238E27FC236}">
                <a16:creationId xmlns:a16="http://schemas.microsoft.com/office/drawing/2014/main" id="{36971B75-1DDF-418A-BADC-D1F823C3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ensity-3-source-r2-c11">
            <a:extLst xmlns:a="http://schemas.openxmlformats.org/drawingml/2006/main">
              <a:ext uri="{FF2B5EF4-FFF2-40B4-BE49-F238E27FC236}">
                <a16:creationId xmlns:a16="http://schemas.microsoft.com/office/drawing/2014/main" id="{9268C17E-85F8-499F-8E55-5A7A4532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ensity-3-source-r2-c12">
            <a:extLst xmlns:a="http://schemas.openxmlformats.org/drawingml/2006/main">
              <a:ext uri="{FF2B5EF4-FFF2-40B4-BE49-F238E27FC236}">
                <a16:creationId xmlns:a16="http://schemas.microsoft.com/office/drawing/2014/main" id="{5411E4E0-C990-4611-ABFA-42D76607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ensity-3-source-r2-c13">
            <a:extLst xmlns:a="http://schemas.openxmlformats.org/drawingml/2006/main">
              <a:ext uri="{FF2B5EF4-FFF2-40B4-BE49-F238E27FC236}">
                <a16:creationId xmlns:a16="http://schemas.microsoft.com/office/drawing/2014/main" id="{7D40D65F-3BF1-4A17-8E7A-8C278692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ensity-3-source-r2-c14">
            <a:extLst xmlns:a="http://schemas.openxmlformats.org/drawingml/2006/main">
              <a:ext uri="{FF2B5EF4-FFF2-40B4-BE49-F238E27FC236}">
                <a16:creationId xmlns:a16="http://schemas.microsoft.com/office/drawing/2014/main" id="{0410026F-4976-47D1-9A43-C1413E75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2581955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ensity-3-source-r3-c1">
            <a:extLst xmlns:a="http://schemas.openxmlformats.org/drawingml/2006/main">
              <a:ext uri="{FF2B5EF4-FFF2-40B4-BE49-F238E27FC236}">
                <a16:creationId xmlns:a16="http://schemas.microsoft.com/office/drawing/2014/main" id="{7D47431A-E0F4-4BA8-9E3F-DC089461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ensity-3-source-r3-c2">
            <a:extLst xmlns:a="http://schemas.openxmlformats.org/drawingml/2006/main">
              <a:ext uri="{FF2B5EF4-FFF2-40B4-BE49-F238E27FC236}">
                <a16:creationId xmlns:a16="http://schemas.microsoft.com/office/drawing/2014/main" id="{2E7A3B17-4F88-4515-A74E-664A5719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ensity-3-source-r3-c3">
            <a:extLst xmlns:a="http://schemas.openxmlformats.org/drawingml/2006/main">
              <a:ext uri="{FF2B5EF4-FFF2-40B4-BE49-F238E27FC236}">
                <a16:creationId xmlns:a16="http://schemas.microsoft.com/office/drawing/2014/main" id="{FDFBD275-CC41-4491-B04E-80F6A87A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ensity-3-source-r3-c4">
            <a:extLst xmlns:a="http://schemas.openxmlformats.org/drawingml/2006/main">
              <a:ext uri="{FF2B5EF4-FFF2-40B4-BE49-F238E27FC236}">
                <a16:creationId xmlns:a16="http://schemas.microsoft.com/office/drawing/2014/main" id="{F3328CBB-6788-4087-A537-FED5115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ensity-3-source-r3-c5">
            <a:extLst xmlns:a="http://schemas.openxmlformats.org/drawingml/2006/main">
              <a:ext uri="{FF2B5EF4-FFF2-40B4-BE49-F238E27FC236}">
                <a16:creationId xmlns:a16="http://schemas.microsoft.com/office/drawing/2014/main" id="{BAD658B1-17D7-4236-8776-D42786BA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ensity-3-source-r3-c6">
            <a:extLst xmlns:a="http://schemas.openxmlformats.org/drawingml/2006/main">
              <a:ext uri="{FF2B5EF4-FFF2-40B4-BE49-F238E27FC236}">
                <a16:creationId xmlns:a16="http://schemas.microsoft.com/office/drawing/2014/main" id="{8849581D-F7D8-469E-B23F-681923CA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ensity-3-source-r3-c7">
            <a:extLst xmlns:a="http://schemas.openxmlformats.org/drawingml/2006/main">
              <a:ext uri="{FF2B5EF4-FFF2-40B4-BE49-F238E27FC236}">
                <a16:creationId xmlns:a16="http://schemas.microsoft.com/office/drawing/2014/main" id="{8121D77A-0C04-418C-AD1A-7D6B2360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ensity-3-source-r3-c8">
            <a:extLst xmlns:a="http://schemas.openxmlformats.org/drawingml/2006/main">
              <a:ext uri="{FF2B5EF4-FFF2-40B4-BE49-F238E27FC236}">
                <a16:creationId xmlns:a16="http://schemas.microsoft.com/office/drawing/2014/main" id="{66B0ADB0-D082-44A4-82A4-D0531131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ensity-3-source-r3-c9">
            <a:extLst xmlns:a="http://schemas.openxmlformats.org/drawingml/2006/main">
              <a:ext uri="{FF2B5EF4-FFF2-40B4-BE49-F238E27FC236}">
                <a16:creationId xmlns:a16="http://schemas.microsoft.com/office/drawing/2014/main" id="{2EF6FF42-C7A9-4830-92D5-4AF0D6E1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ensity-3-source-r3-c10">
            <a:extLst xmlns:a="http://schemas.openxmlformats.org/drawingml/2006/main">
              <a:ext uri="{FF2B5EF4-FFF2-40B4-BE49-F238E27FC236}">
                <a16:creationId xmlns:a16="http://schemas.microsoft.com/office/drawing/2014/main" id="{4804900D-B5F3-432F-A88D-69EB53F3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ensity-3-source-r3-c11">
            <a:extLst xmlns:a="http://schemas.openxmlformats.org/drawingml/2006/main">
              <a:ext uri="{FF2B5EF4-FFF2-40B4-BE49-F238E27FC236}">
                <a16:creationId xmlns:a16="http://schemas.microsoft.com/office/drawing/2014/main" id="{E4DE8B88-B40F-474F-8345-2181B209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ensity-3-source-r3-c12">
            <a:extLst xmlns:a="http://schemas.openxmlformats.org/drawingml/2006/main">
              <a:ext uri="{FF2B5EF4-FFF2-40B4-BE49-F238E27FC236}">
                <a16:creationId xmlns:a16="http://schemas.microsoft.com/office/drawing/2014/main" id="{889897D3-1624-4251-8808-BC9D921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ensity-3-source-r3-c13">
            <a:extLst xmlns:a="http://schemas.openxmlformats.org/drawingml/2006/main">
              <a:ext uri="{FF2B5EF4-FFF2-40B4-BE49-F238E27FC236}">
                <a16:creationId xmlns:a16="http://schemas.microsoft.com/office/drawing/2014/main" id="{06EF7FBB-B154-48F7-96FD-6A7AC35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ensity-3-source-r3-c14">
            <a:extLst xmlns:a="http://schemas.openxmlformats.org/drawingml/2006/main">
              <a:ext uri="{FF2B5EF4-FFF2-40B4-BE49-F238E27FC236}">
                <a16:creationId xmlns:a16="http://schemas.microsoft.com/office/drawing/2014/main" id="{08698143-6260-45CA-95DE-33B1DFEE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273503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ensity-3-source-r4-c1">
            <a:extLst xmlns:a="http://schemas.openxmlformats.org/drawingml/2006/main">
              <a:ext uri="{FF2B5EF4-FFF2-40B4-BE49-F238E27FC236}">
                <a16:creationId xmlns:a16="http://schemas.microsoft.com/office/drawing/2014/main" id="{571256BA-B252-40F6-AB57-47E84AA8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ensity-3-source-r4-c2">
            <a:extLst xmlns:a="http://schemas.openxmlformats.org/drawingml/2006/main">
              <a:ext uri="{FF2B5EF4-FFF2-40B4-BE49-F238E27FC236}">
                <a16:creationId xmlns:a16="http://schemas.microsoft.com/office/drawing/2014/main" id="{9BBBDCF9-D2EE-48C6-8119-0FDE7B3E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ensity-3-source-r4-c3">
            <a:extLst xmlns:a="http://schemas.openxmlformats.org/drawingml/2006/main">
              <a:ext uri="{FF2B5EF4-FFF2-40B4-BE49-F238E27FC236}">
                <a16:creationId xmlns:a16="http://schemas.microsoft.com/office/drawing/2014/main" id="{4CA79698-2B8D-47EE-9F75-284F0DE8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ensity-3-source-r4-c4">
            <a:extLst xmlns:a="http://schemas.openxmlformats.org/drawingml/2006/main">
              <a:ext uri="{FF2B5EF4-FFF2-40B4-BE49-F238E27FC236}">
                <a16:creationId xmlns:a16="http://schemas.microsoft.com/office/drawing/2014/main" id="{EE8AF0DB-6715-40B0-A59C-E412968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ensity-3-source-r4-c5">
            <a:extLst xmlns:a="http://schemas.openxmlformats.org/drawingml/2006/main">
              <a:ext uri="{FF2B5EF4-FFF2-40B4-BE49-F238E27FC236}">
                <a16:creationId xmlns:a16="http://schemas.microsoft.com/office/drawing/2014/main" id="{EBB483C6-FC12-4096-9E4D-97FD71E7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ensity-3-source-r4-c6">
            <a:extLst xmlns:a="http://schemas.openxmlformats.org/drawingml/2006/main">
              <a:ext uri="{FF2B5EF4-FFF2-40B4-BE49-F238E27FC236}">
                <a16:creationId xmlns:a16="http://schemas.microsoft.com/office/drawing/2014/main" id="{FCD3AC95-E0E9-4B64-B0F4-ED4FDFB3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ensity-3-source-r4-c7">
            <a:extLst xmlns:a="http://schemas.openxmlformats.org/drawingml/2006/main">
              <a:ext uri="{FF2B5EF4-FFF2-40B4-BE49-F238E27FC236}">
                <a16:creationId xmlns:a16="http://schemas.microsoft.com/office/drawing/2014/main" id="{BDBB5CCD-7607-456F-A451-0752C142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ensity-3-source-r4-c8">
            <a:extLst xmlns:a="http://schemas.openxmlformats.org/drawingml/2006/main">
              <a:ext uri="{FF2B5EF4-FFF2-40B4-BE49-F238E27FC236}">
                <a16:creationId xmlns:a16="http://schemas.microsoft.com/office/drawing/2014/main" id="{53D4F902-6C75-4B3B-8056-D916C62E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ensity-3-source-r4-c9">
            <a:extLst xmlns:a="http://schemas.openxmlformats.org/drawingml/2006/main">
              <a:ext uri="{FF2B5EF4-FFF2-40B4-BE49-F238E27FC236}">
                <a16:creationId xmlns:a16="http://schemas.microsoft.com/office/drawing/2014/main" id="{77762086-FB54-44FA-B37C-C2711689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ensity-3-source-r4-c10">
            <a:extLst xmlns:a="http://schemas.openxmlformats.org/drawingml/2006/main">
              <a:ext uri="{FF2B5EF4-FFF2-40B4-BE49-F238E27FC236}">
                <a16:creationId xmlns:a16="http://schemas.microsoft.com/office/drawing/2014/main" id="{D434A1CF-C2C8-450F-A728-AC660733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ensity-3-source-r4-c11">
            <a:extLst xmlns:a="http://schemas.openxmlformats.org/drawingml/2006/main">
              <a:ext uri="{FF2B5EF4-FFF2-40B4-BE49-F238E27FC236}">
                <a16:creationId xmlns:a16="http://schemas.microsoft.com/office/drawing/2014/main" id="{C4F9A164-2C3C-4A59-81AF-52944EAF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ensity-3-source-r4-c12">
            <a:extLst xmlns:a="http://schemas.openxmlformats.org/drawingml/2006/main">
              <a:ext uri="{FF2B5EF4-FFF2-40B4-BE49-F238E27FC236}">
                <a16:creationId xmlns:a16="http://schemas.microsoft.com/office/drawing/2014/main" id="{DCAAEDD6-3BFF-4576-90A6-52E551C0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ensity-3-source-r4-c13">
            <a:extLst xmlns:a="http://schemas.openxmlformats.org/drawingml/2006/main">
              <a:ext uri="{FF2B5EF4-FFF2-40B4-BE49-F238E27FC236}">
                <a16:creationId xmlns:a16="http://schemas.microsoft.com/office/drawing/2014/main" id="{9E9403CC-044E-43E9-9705-6CC0D89B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ensity-3-source-r4-c14">
            <a:extLst xmlns:a="http://schemas.openxmlformats.org/drawingml/2006/main">
              <a:ext uri="{FF2B5EF4-FFF2-40B4-BE49-F238E27FC236}">
                <a16:creationId xmlns:a16="http://schemas.microsoft.com/office/drawing/2014/main" id="{FBE5D1D2-F8A0-4041-A8E7-FA273941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288811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ensity-3-source-r5-c1">
            <a:extLst xmlns:a="http://schemas.openxmlformats.org/drawingml/2006/main">
              <a:ext uri="{FF2B5EF4-FFF2-40B4-BE49-F238E27FC236}">
                <a16:creationId xmlns:a16="http://schemas.microsoft.com/office/drawing/2014/main" id="{2B15890D-D595-485D-9AB8-1CDE42F6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ensity-3-source-r5-c2">
            <a:extLst xmlns:a="http://schemas.openxmlformats.org/drawingml/2006/main">
              <a:ext uri="{FF2B5EF4-FFF2-40B4-BE49-F238E27FC236}">
                <a16:creationId xmlns:a16="http://schemas.microsoft.com/office/drawing/2014/main" id="{53B9C665-6655-4DB6-87B8-1284215F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ensity-3-source-r5-c3">
            <a:extLst xmlns:a="http://schemas.openxmlformats.org/drawingml/2006/main">
              <a:ext uri="{FF2B5EF4-FFF2-40B4-BE49-F238E27FC236}">
                <a16:creationId xmlns:a16="http://schemas.microsoft.com/office/drawing/2014/main" id="{2AA3ED1A-766B-44E9-9793-37D09AF3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ensity-3-source-r5-c4">
            <a:extLst xmlns:a="http://schemas.openxmlformats.org/drawingml/2006/main">
              <a:ext uri="{FF2B5EF4-FFF2-40B4-BE49-F238E27FC236}">
                <a16:creationId xmlns:a16="http://schemas.microsoft.com/office/drawing/2014/main" id="{8C285CB4-F92C-4292-8014-25398621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ensity-3-source-r5-c5">
            <a:extLst xmlns:a="http://schemas.openxmlformats.org/drawingml/2006/main">
              <a:ext uri="{FF2B5EF4-FFF2-40B4-BE49-F238E27FC236}">
                <a16:creationId xmlns:a16="http://schemas.microsoft.com/office/drawing/2014/main" id="{6BA89201-2261-4286-99BA-FFA883D9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ensity-3-source-r5-c6">
            <a:extLst xmlns:a="http://schemas.openxmlformats.org/drawingml/2006/main">
              <a:ext uri="{FF2B5EF4-FFF2-40B4-BE49-F238E27FC236}">
                <a16:creationId xmlns:a16="http://schemas.microsoft.com/office/drawing/2014/main" id="{5DAFC944-62DB-47E0-9316-4E3CA70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ensity-3-source-r5-c7">
            <a:extLst xmlns:a="http://schemas.openxmlformats.org/drawingml/2006/main">
              <a:ext uri="{FF2B5EF4-FFF2-40B4-BE49-F238E27FC236}">
                <a16:creationId xmlns:a16="http://schemas.microsoft.com/office/drawing/2014/main" id="{D36366B8-0F45-486E-9388-C5F53E61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ensity-3-source-r5-c8">
            <a:extLst xmlns:a="http://schemas.openxmlformats.org/drawingml/2006/main">
              <a:ext uri="{FF2B5EF4-FFF2-40B4-BE49-F238E27FC236}">
                <a16:creationId xmlns:a16="http://schemas.microsoft.com/office/drawing/2014/main" id="{C553BA47-B9B4-4510-9345-74B92F00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ensity-3-source-r5-c9">
            <a:extLst xmlns:a="http://schemas.openxmlformats.org/drawingml/2006/main">
              <a:ext uri="{FF2B5EF4-FFF2-40B4-BE49-F238E27FC236}">
                <a16:creationId xmlns:a16="http://schemas.microsoft.com/office/drawing/2014/main" id="{68C1688C-B0DA-4B9F-B0FF-50D95DEB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ensity-3-source-r5-c10">
            <a:extLst xmlns:a="http://schemas.openxmlformats.org/drawingml/2006/main">
              <a:ext uri="{FF2B5EF4-FFF2-40B4-BE49-F238E27FC236}">
                <a16:creationId xmlns:a16="http://schemas.microsoft.com/office/drawing/2014/main" id="{776590D1-9DC7-4E11-8274-7642A566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ensity-3-source-r5-c11">
            <a:extLst xmlns:a="http://schemas.openxmlformats.org/drawingml/2006/main">
              <a:ext uri="{FF2B5EF4-FFF2-40B4-BE49-F238E27FC236}">
                <a16:creationId xmlns:a16="http://schemas.microsoft.com/office/drawing/2014/main" id="{0C7DC980-FE41-4D2D-B228-46AA5A84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ensity-3-source-r5-c12">
            <a:extLst xmlns:a="http://schemas.openxmlformats.org/drawingml/2006/main">
              <a:ext uri="{FF2B5EF4-FFF2-40B4-BE49-F238E27FC236}">
                <a16:creationId xmlns:a16="http://schemas.microsoft.com/office/drawing/2014/main" id="{9FF02FD8-9B7E-4DEF-BC98-9036C658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ensity-3-source-r5-c13">
            <a:extLst xmlns:a="http://schemas.openxmlformats.org/drawingml/2006/main">
              <a:ext uri="{FF2B5EF4-FFF2-40B4-BE49-F238E27FC236}">
                <a16:creationId xmlns:a16="http://schemas.microsoft.com/office/drawing/2014/main" id="{ADBF7A2E-7D16-4488-A127-0677F2A2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ensity-3-source-r5-c14">
            <a:extLst xmlns:a="http://schemas.openxmlformats.org/drawingml/2006/main">
              <a:ext uri="{FF2B5EF4-FFF2-40B4-BE49-F238E27FC236}">
                <a16:creationId xmlns:a16="http://schemas.microsoft.com/office/drawing/2014/main" id="{F5AA13FA-811B-48D0-88FC-5CEBA497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3041196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ensity-3-source-r6-c1">
            <a:extLst xmlns:a="http://schemas.openxmlformats.org/drawingml/2006/main">
              <a:ext uri="{FF2B5EF4-FFF2-40B4-BE49-F238E27FC236}">
                <a16:creationId xmlns:a16="http://schemas.microsoft.com/office/drawing/2014/main" id="{98A551F7-630F-4295-BA0F-69E1306A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ensity-3-source-r6-c2">
            <a:extLst xmlns:a="http://schemas.openxmlformats.org/drawingml/2006/main">
              <a:ext uri="{FF2B5EF4-FFF2-40B4-BE49-F238E27FC236}">
                <a16:creationId xmlns:a16="http://schemas.microsoft.com/office/drawing/2014/main" id="{19FCC6D1-A3D5-411A-9782-EBC687F8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ensity-3-source-r6-c3">
            <a:extLst xmlns:a="http://schemas.openxmlformats.org/drawingml/2006/main">
              <a:ext uri="{FF2B5EF4-FFF2-40B4-BE49-F238E27FC236}">
                <a16:creationId xmlns:a16="http://schemas.microsoft.com/office/drawing/2014/main" id="{87A6F925-8B94-4E21-8DF4-BD50B5FF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ensity-3-source-r6-c4">
            <a:extLst xmlns:a="http://schemas.openxmlformats.org/drawingml/2006/main">
              <a:ext uri="{FF2B5EF4-FFF2-40B4-BE49-F238E27FC236}">
                <a16:creationId xmlns:a16="http://schemas.microsoft.com/office/drawing/2014/main" id="{6A66FDDA-E40C-4D11-A912-09B9297B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ensity-3-source-r6-c5">
            <a:extLst xmlns:a="http://schemas.openxmlformats.org/drawingml/2006/main">
              <a:ext uri="{FF2B5EF4-FFF2-40B4-BE49-F238E27FC236}">
                <a16:creationId xmlns:a16="http://schemas.microsoft.com/office/drawing/2014/main" id="{DC2D0B4F-FC21-48CB-B866-F3AA9D76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ensity-3-source-r6-c6">
            <a:extLst xmlns:a="http://schemas.openxmlformats.org/drawingml/2006/main">
              <a:ext uri="{FF2B5EF4-FFF2-40B4-BE49-F238E27FC236}">
                <a16:creationId xmlns:a16="http://schemas.microsoft.com/office/drawing/2014/main" id="{1DCE138D-616F-4603-AA22-0EB3AA28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ensity-3-source-r6-c7">
            <a:extLst xmlns:a="http://schemas.openxmlformats.org/drawingml/2006/main">
              <a:ext uri="{FF2B5EF4-FFF2-40B4-BE49-F238E27FC236}">
                <a16:creationId xmlns:a16="http://schemas.microsoft.com/office/drawing/2014/main" id="{04DFC161-DC1B-4688-97E0-36DFCBE2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ensity-3-source-r6-c8">
            <a:extLst xmlns:a="http://schemas.openxmlformats.org/drawingml/2006/main">
              <a:ext uri="{FF2B5EF4-FFF2-40B4-BE49-F238E27FC236}">
                <a16:creationId xmlns:a16="http://schemas.microsoft.com/office/drawing/2014/main" id="{9127BB64-AA04-412F-A719-D0681D57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ensity-3-source-r6-c9">
            <a:extLst xmlns:a="http://schemas.openxmlformats.org/drawingml/2006/main">
              <a:ext uri="{FF2B5EF4-FFF2-40B4-BE49-F238E27FC236}">
                <a16:creationId xmlns:a16="http://schemas.microsoft.com/office/drawing/2014/main" id="{D5FA079D-9D30-411A-9D72-0937A443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ensity-3-source-r6-c10">
            <a:extLst xmlns:a="http://schemas.openxmlformats.org/drawingml/2006/main">
              <a:ext uri="{FF2B5EF4-FFF2-40B4-BE49-F238E27FC236}">
                <a16:creationId xmlns:a16="http://schemas.microsoft.com/office/drawing/2014/main" id="{B0F0166E-7FF3-4D81-8EB7-16698A6D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ensity-3-source-r6-c11">
            <a:extLst xmlns:a="http://schemas.openxmlformats.org/drawingml/2006/main">
              <a:ext uri="{FF2B5EF4-FFF2-40B4-BE49-F238E27FC236}">
                <a16:creationId xmlns:a16="http://schemas.microsoft.com/office/drawing/2014/main" id="{9D5A4121-335B-4E2B-B316-724F4CFE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ensity-3-source-r6-c12">
            <a:extLst xmlns:a="http://schemas.openxmlformats.org/drawingml/2006/main">
              <a:ext uri="{FF2B5EF4-FFF2-40B4-BE49-F238E27FC236}">
                <a16:creationId xmlns:a16="http://schemas.microsoft.com/office/drawing/2014/main" id="{B2FBC922-14D9-4E56-B29C-9D698005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ensity-3-source-r6-c13">
            <a:extLst xmlns:a="http://schemas.openxmlformats.org/drawingml/2006/main">
              <a:ext uri="{FF2B5EF4-FFF2-40B4-BE49-F238E27FC236}">
                <a16:creationId xmlns:a16="http://schemas.microsoft.com/office/drawing/2014/main" id="{368C773F-826C-4DCC-93C9-7818BFBF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ensity-3-source-r6-c14">
            <a:extLst xmlns:a="http://schemas.openxmlformats.org/drawingml/2006/main">
              <a:ext uri="{FF2B5EF4-FFF2-40B4-BE49-F238E27FC236}">
                <a16:creationId xmlns:a16="http://schemas.microsoft.com/office/drawing/2014/main" id="{8B79E53D-EA76-4EBB-B99C-F1FF1891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319427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ensity-3-source-r7-c1">
            <a:extLst xmlns:a="http://schemas.openxmlformats.org/drawingml/2006/main">
              <a:ext uri="{FF2B5EF4-FFF2-40B4-BE49-F238E27FC236}">
                <a16:creationId xmlns:a16="http://schemas.microsoft.com/office/drawing/2014/main" id="{57D3097E-D547-4D31-BEE6-8B92B280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ensity-3-source-r7-c2">
            <a:extLst xmlns:a="http://schemas.openxmlformats.org/drawingml/2006/main">
              <a:ext uri="{FF2B5EF4-FFF2-40B4-BE49-F238E27FC236}">
                <a16:creationId xmlns:a16="http://schemas.microsoft.com/office/drawing/2014/main" id="{A8428218-9A9E-4E7C-BAD3-235A7C93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ensity-3-source-r7-c3">
            <a:extLst xmlns:a="http://schemas.openxmlformats.org/drawingml/2006/main">
              <a:ext uri="{FF2B5EF4-FFF2-40B4-BE49-F238E27FC236}">
                <a16:creationId xmlns:a16="http://schemas.microsoft.com/office/drawing/2014/main" id="{C362C3A2-48A6-4059-A8B3-FFF70FCE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ensity-3-source-r7-c4">
            <a:extLst xmlns:a="http://schemas.openxmlformats.org/drawingml/2006/main">
              <a:ext uri="{FF2B5EF4-FFF2-40B4-BE49-F238E27FC236}">
                <a16:creationId xmlns:a16="http://schemas.microsoft.com/office/drawing/2014/main" id="{0FCEE2FF-4585-45F9-A768-B4D82AD6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ensity-3-source-r7-c5">
            <a:extLst xmlns:a="http://schemas.openxmlformats.org/drawingml/2006/main">
              <a:ext uri="{FF2B5EF4-FFF2-40B4-BE49-F238E27FC236}">
                <a16:creationId xmlns:a16="http://schemas.microsoft.com/office/drawing/2014/main" id="{51811734-8FB2-425D-9A82-A7C0D308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ensity-3-source-r7-c6">
            <a:extLst xmlns:a="http://schemas.openxmlformats.org/drawingml/2006/main">
              <a:ext uri="{FF2B5EF4-FFF2-40B4-BE49-F238E27FC236}">
                <a16:creationId xmlns:a16="http://schemas.microsoft.com/office/drawing/2014/main" id="{5C431B09-46DA-441F-B044-4EC49B22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ensity-3-source-r7-c7">
            <a:extLst xmlns:a="http://schemas.openxmlformats.org/drawingml/2006/main">
              <a:ext uri="{FF2B5EF4-FFF2-40B4-BE49-F238E27FC236}">
                <a16:creationId xmlns:a16="http://schemas.microsoft.com/office/drawing/2014/main" id="{7FD44E34-2A7E-462A-8E85-08A1EC17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ensity-3-source-r7-c8">
            <a:extLst xmlns:a="http://schemas.openxmlformats.org/drawingml/2006/main">
              <a:ext uri="{FF2B5EF4-FFF2-40B4-BE49-F238E27FC236}">
                <a16:creationId xmlns:a16="http://schemas.microsoft.com/office/drawing/2014/main" id="{55D0A0D6-ED25-4945-BFD9-1268FDB9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ensity-3-source-r7-c9">
            <a:extLst xmlns:a="http://schemas.openxmlformats.org/drawingml/2006/main">
              <a:ext uri="{FF2B5EF4-FFF2-40B4-BE49-F238E27FC236}">
                <a16:creationId xmlns:a16="http://schemas.microsoft.com/office/drawing/2014/main" id="{33169D90-1024-4D23-B1F1-0FF42008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ensity-3-source-r7-c10">
            <a:extLst xmlns:a="http://schemas.openxmlformats.org/drawingml/2006/main">
              <a:ext uri="{FF2B5EF4-FFF2-40B4-BE49-F238E27FC236}">
                <a16:creationId xmlns:a16="http://schemas.microsoft.com/office/drawing/2014/main" id="{424820FB-5B7C-42F4-802D-5E1CEEA2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ensity-3-source-r7-c11">
            <a:extLst xmlns:a="http://schemas.openxmlformats.org/drawingml/2006/main">
              <a:ext uri="{FF2B5EF4-FFF2-40B4-BE49-F238E27FC236}">
                <a16:creationId xmlns:a16="http://schemas.microsoft.com/office/drawing/2014/main" id="{DBB469DA-C3B5-4DD4-8826-3663B704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ensity-3-source-r7-c12">
            <a:extLst xmlns:a="http://schemas.openxmlformats.org/drawingml/2006/main">
              <a:ext uri="{FF2B5EF4-FFF2-40B4-BE49-F238E27FC236}">
                <a16:creationId xmlns:a16="http://schemas.microsoft.com/office/drawing/2014/main" id="{2DF3169E-5457-4636-BDD1-EF1E489B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ensity-3-source-r7-c13">
            <a:extLst xmlns:a="http://schemas.openxmlformats.org/drawingml/2006/main">
              <a:ext uri="{FF2B5EF4-FFF2-40B4-BE49-F238E27FC236}">
                <a16:creationId xmlns:a16="http://schemas.microsoft.com/office/drawing/2014/main" id="{4A67D6EA-683F-469B-8563-24E646D7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ensity-3-source-r7-c14">
            <a:extLst xmlns:a="http://schemas.openxmlformats.org/drawingml/2006/main">
              <a:ext uri="{FF2B5EF4-FFF2-40B4-BE49-F238E27FC236}">
                <a16:creationId xmlns:a16="http://schemas.microsoft.com/office/drawing/2014/main" id="{872912F1-3B3C-41A0-8021-5E79866A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3347357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ensity-3-source-r8-c1">
            <a:extLst xmlns:a="http://schemas.openxmlformats.org/drawingml/2006/main">
              <a:ext uri="{FF2B5EF4-FFF2-40B4-BE49-F238E27FC236}">
                <a16:creationId xmlns:a16="http://schemas.microsoft.com/office/drawing/2014/main" id="{D9FDFF36-223B-4C37-96FB-FCEB7FCE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ensity-3-source-r8-c2">
            <a:extLst xmlns:a="http://schemas.openxmlformats.org/drawingml/2006/main">
              <a:ext uri="{FF2B5EF4-FFF2-40B4-BE49-F238E27FC236}">
                <a16:creationId xmlns:a16="http://schemas.microsoft.com/office/drawing/2014/main" id="{0EFB71CF-A307-4783-8417-42AC7838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ensity-3-source-r8-c3">
            <a:extLst xmlns:a="http://schemas.openxmlformats.org/drawingml/2006/main">
              <a:ext uri="{FF2B5EF4-FFF2-40B4-BE49-F238E27FC236}">
                <a16:creationId xmlns:a16="http://schemas.microsoft.com/office/drawing/2014/main" id="{D6260A3B-39D8-4F89-9F74-AD2A0254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ensity-3-source-r8-c4">
            <a:extLst xmlns:a="http://schemas.openxmlformats.org/drawingml/2006/main">
              <a:ext uri="{FF2B5EF4-FFF2-40B4-BE49-F238E27FC236}">
                <a16:creationId xmlns:a16="http://schemas.microsoft.com/office/drawing/2014/main" id="{D830DB97-82CD-42C0-97A5-89562E80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ensity-3-source-r8-c5">
            <a:extLst xmlns:a="http://schemas.openxmlformats.org/drawingml/2006/main">
              <a:ext uri="{FF2B5EF4-FFF2-40B4-BE49-F238E27FC236}">
                <a16:creationId xmlns:a16="http://schemas.microsoft.com/office/drawing/2014/main" id="{EDC423F7-2C90-4963-8879-C0BE5C5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ensity-3-source-r8-c6">
            <a:extLst xmlns:a="http://schemas.openxmlformats.org/drawingml/2006/main">
              <a:ext uri="{FF2B5EF4-FFF2-40B4-BE49-F238E27FC236}">
                <a16:creationId xmlns:a16="http://schemas.microsoft.com/office/drawing/2014/main" id="{A58F8A5C-0D95-4C3A-A33C-B0C100D0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ensity-3-source-r8-c7">
            <a:extLst xmlns:a="http://schemas.openxmlformats.org/drawingml/2006/main">
              <a:ext uri="{FF2B5EF4-FFF2-40B4-BE49-F238E27FC236}">
                <a16:creationId xmlns:a16="http://schemas.microsoft.com/office/drawing/2014/main" id="{E37C6212-A85C-4BCB-AB1C-D80C09F2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ensity-3-source-r8-c8">
            <a:extLst xmlns:a="http://schemas.openxmlformats.org/drawingml/2006/main">
              <a:ext uri="{FF2B5EF4-FFF2-40B4-BE49-F238E27FC236}">
                <a16:creationId xmlns:a16="http://schemas.microsoft.com/office/drawing/2014/main" id="{FC627CB8-8AB1-444A-AC60-112A9089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ensity-3-source-r8-c9">
            <a:extLst xmlns:a="http://schemas.openxmlformats.org/drawingml/2006/main">
              <a:ext uri="{FF2B5EF4-FFF2-40B4-BE49-F238E27FC236}">
                <a16:creationId xmlns:a16="http://schemas.microsoft.com/office/drawing/2014/main" id="{30BC256C-8B6C-43BC-ACA8-834CF612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ensity-3-source-r8-c10">
            <a:extLst xmlns:a="http://schemas.openxmlformats.org/drawingml/2006/main">
              <a:ext uri="{FF2B5EF4-FFF2-40B4-BE49-F238E27FC236}">
                <a16:creationId xmlns:a16="http://schemas.microsoft.com/office/drawing/2014/main" id="{908BF2F7-CE0D-45E9-BE29-9BA1DECD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ensity-3-source-r8-c11">
            <a:extLst xmlns:a="http://schemas.openxmlformats.org/drawingml/2006/main">
              <a:ext uri="{FF2B5EF4-FFF2-40B4-BE49-F238E27FC236}">
                <a16:creationId xmlns:a16="http://schemas.microsoft.com/office/drawing/2014/main" id="{3CB29EB5-4C7F-4B22-A79B-86A1DE87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ensity-3-source-r8-c12">
            <a:extLst xmlns:a="http://schemas.openxmlformats.org/drawingml/2006/main">
              <a:ext uri="{FF2B5EF4-FFF2-40B4-BE49-F238E27FC236}">
                <a16:creationId xmlns:a16="http://schemas.microsoft.com/office/drawing/2014/main" id="{6E4E1298-EABA-4D40-A28F-2ECFE9F0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ensity-3-source-r8-c13">
            <a:extLst xmlns:a="http://schemas.openxmlformats.org/drawingml/2006/main">
              <a:ext uri="{FF2B5EF4-FFF2-40B4-BE49-F238E27FC236}">
                <a16:creationId xmlns:a16="http://schemas.microsoft.com/office/drawing/2014/main" id="{FB9601D3-5163-4277-9033-7268C780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ensity-3-source-r8-c14">
            <a:extLst xmlns:a="http://schemas.openxmlformats.org/drawingml/2006/main">
              <a:ext uri="{FF2B5EF4-FFF2-40B4-BE49-F238E27FC236}">
                <a16:creationId xmlns:a16="http://schemas.microsoft.com/office/drawing/2014/main" id="{D624EE43-AD39-4DA1-A2E2-1C17D355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350043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ensity-3-source-r9-c1">
            <a:extLst xmlns:a="http://schemas.openxmlformats.org/drawingml/2006/main">
              <a:ext uri="{FF2B5EF4-FFF2-40B4-BE49-F238E27FC236}">
                <a16:creationId xmlns:a16="http://schemas.microsoft.com/office/drawing/2014/main" id="{D46BDCDC-CACF-4222-9813-B738D18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ensity-3-source-r9-c2">
            <a:extLst xmlns:a="http://schemas.openxmlformats.org/drawingml/2006/main">
              <a:ext uri="{FF2B5EF4-FFF2-40B4-BE49-F238E27FC236}">
                <a16:creationId xmlns:a16="http://schemas.microsoft.com/office/drawing/2014/main" id="{1E18AB1D-2B23-4159-85BB-721E17A8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ensity-3-source-r9-c3">
            <a:extLst xmlns:a="http://schemas.openxmlformats.org/drawingml/2006/main">
              <a:ext uri="{FF2B5EF4-FFF2-40B4-BE49-F238E27FC236}">
                <a16:creationId xmlns:a16="http://schemas.microsoft.com/office/drawing/2014/main" id="{9648BCB8-5901-488C-898B-1EC95C54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ensity-3-source-r9-c4">
            <a:extLst xmlns:a="http://schemas.openxmlformats.org/drawingml/2006/main">
              <a:ext uri="{FF2B5EF4-FFF2-40B4-BE49-F238E27FC236}">
                <a16:creationId xmlns:a16="http://schemas.microsoft.com/office/drawing/2014/main" id="{0192219A-9154-4103-8CF0-02C1B627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ensity-3-source-r9-c5">
            <a:extLst xmlns:a="http://schemas.openxmlformats.org/drawingml/2006/main">
              <a:ext uri="{FF2B5EF4-FFF2-40B4-BE49-F238E27FC236}">
                <a16:creationId xmlns:a16="http://schemas.microsoft.com/office/drawing/2014/main" id="{E1DAE6B6-68CF-4856-8F1C-DEBA1433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ensity-3-source-r9-c6">
            <a:extLst xmlns:a="http://schemas.openxmlformats.org/drawingml/2006/main">
              <a:ext uri="{FF2B5EF4-FFF2-40B4-BE49-F238E27FC236}">
                <a16:creationId xmlns:a16="http://schemas.microsoft.com/office/drawing/2014/main" id="{B4A47FDE-35B0-43A8-AF74-97C9338B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ensity-3-source-r9-c7">
            <a:extLst xmlns:a="http://schemas.openxmlformats.org/drawingml/2006/main">
              <a:ext uri="{FF2B5EF4-FFF2-40B4-BE49-F238E27FC236}">
                <a16:creationId xmlns:a16="http://schemas.microsoft.com/office/drawing/2014/main" id="{C770773D-3C46-46AE-96B0-23DE3641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ensity-3-source-r9-c8">
            <a:extLst xmlns:a="http://schemas.openxmlformats.org/drawingml/2006/main">
              <a:ext uri="{FF2B5EF4-FFF2-40B4-BE49-F238E27FC236}">
                <a16:creationId xmlns:a16="http://schemas.microsoft.com/office/drawing/2014/main" id="{37B82514-433C-4A26-B3AF-32CAE520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ensity-3-source-r9-c9">
            <a:extLst xmlns:a="http://schemas.openxmlformats.org/drawingml/2006/main">
              <a:ext uri="{FF2B5EF4-FFF2-40B4-BE49-F238E27FC236}">
                <a16:creationId xmlns:a16="http://schemas.microsoft.com/office/drawing/2014/main" id="{716DEFA9-8324-4687-9EFA-CB6CB4B5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ensity-3-source-r9-c10">
            <a:extLst xmlns:a="http://schemas.openxmlformats.org/drawingml/2006/main">
              <a:ext uri="{FF2B5EF4-FFF2-40B4-BE49-F238E27FC236}">
                <a16:creationId xmlns:a16="http://schemas.microsoft.com/office/drawing/2014/main" id="{9AC5E0C3-9FD7-42B3-A41D-CC1F64A5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ensity-3-source-r9-c11">
            <a:extLst xmlns:a="http://schemas.openxmlformats.org/drawingml/2006/main">
              <a:ext uri="{FF2B5EF4-FFF2-40B4-BE49-F238E27FC236}">
                <a16:creationId xmlns:a16="http://schemas.microsoft.com/office/drawing/2014/main" id="{36AAF925-F6E9-48FF-B3EC-06B5833C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ensity-3-source-r9-c12">
            <a:extLst xmlns:a="http://schemas.openxmlformats.org/drawingml/2006/main">
              <a:ext uri="{FF2B5EF4-FFF2-40B4-BE49-F238E27FC236}">
                <a16:creationId xmlns:a16="http://schemas.microsoft.com/office/drawing/2014/main" id="{22C605A2-C08A-4745-AC6C-E3D2CC43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ensity-3-source-r9-c13">
            <a:extLst xmlns:a="http://schemas.openxmlformats.org/drawingml/2006/main">
              <a:ext uri="{FF2B5EF4-FFF2-40B4-BE49-F238E27FC236}">
                <a16:creationId xmlns:a16="http://schemas.microsoft.com/office/drawing/2014/main" id="{8364CBE9-CF7C-4763-9906-F38F0E88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ensity-3-source-r9-c14">
            <a:extLst xmlns:a="http://schemas.openxmlformats.org/drawingml/2006/main">
              <a:ext uri="{FF2B5EF4-FFF2-40B4-BE49-F238E27FC236}">
                <a16:creationId xmlns:a16="http://schemas.microsoft.com/office/drawing/2014/main" id="{1F7FEF0E-7635-49C0-B67F-AB721FF5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365351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ensity-3-source-r10-c1">
            <a:extLst xmlns:a="http://schemas.openxmlformats.org/drawingml/2006/main">
              <a:ext uri="{FF2B5EF4-FFF2-40B4-BE49-F238E27FC236}">
                <a16:creationId xmlns:a16="http://schemas.microsoft.com/office/drawing/2014/main" id="{DC2FDF34-0037-44BD-ADEB-B8800CC3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ensity-3-source-r10-c2">
            <a:extLst xmlns:a="http://schemas.openxmlformats.org/drawingml/2006/main">
              <a:ext uri="{FF2B5EF4-FFF2-40B4-BE49-F238E27FC236}">
                <a16:creationId xmlns:a16="http://schemas.microsoft.com/office/drawing/2014/main" id="{42E31ACA-E205-4DE2-B304-C2C87504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ensity-3-source-r10-c3">
            <a:extLst xmlns:a="http://schemas.openxmlformats.org/drawingml/2006/main">
              <a:ext uri="{FF2B5EF4-FFF2-40B4-BE49-F238E27FC236}">
                <a16:creationId xmlns:a16="http://schemas.microsoft.com/office/drawing/2014/main" id="{5D8B1605-FCDB-4834-BBB6-E55EE8E3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ensity-3-source-r10-c4">
            <a:extLst xmlns:a="http://schemas.openxmlformats.org/drawingml/2006/main">
              <a:ext uri="{FF2B5EF4-FFF2-40B4-BE49-F238E27FC236}">
                <a16:creationId xmlns:a16="http://schemas.microsoft.com/office/drawing/2014/main" id="{F91EE5DA-C4D2-4A02-A246-340C2A24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ensity-3-source-r10-c5">
            <a:extLst xmlns:a="http://schemas.openxmlformats.org/drawingml/2006/main">
              <a:ext uri="{FF2B5EF4-FFF2-40B4-BE49-F238E27FC236}">
                <a16:creationId xmlns:a16="http://schemas.microsoft.com/office/drawing/2014/main" id="{19A03E13-CEAA-4ABE-AFBA-FD2F9299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ensity-3-source-r10-c6">
            <a:extLst xmlns:a="http://schemas.openxmlformats.org/drawingml/2006/main">
              <a:ext uri="{FF2B5EF4-FFF2-40B4-BE49-F238E27FC236}">
                <a16:creationId xmlns:a16="http://schemas.microsoft.com/office/drawing/2014/main" id="{59165E5B-0416-48B8-BBC8-DD3A6B48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ensity-3-source-r10-c7">
            <a:extLst xmlns:a="http://schemas.openxmlformats.org/drawingml/2006/main">
              <a:ext uri="{FF2B5EF4-FFF2-40B4-BE49-F238E27FC236}">
                <a16:creationId xmlns:a16="http://schemas.microsoft.com/office/drawing/2014/main" id="{368F72D0-2DCE-448D-992B-D0BE4391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ensity-3-source-r10-c8">
            <a:extLst xmlns:a="http://schemas.openxmlformats.org/drawingml/2006/main">
              <a:ext uri="{FF2B5EF4-FFF2-40B4-BE49-F238E27FC236}">
                <a16:creationId xmlns:a16="http://schemas.microsoft.com/office/drawing/2014/main" id="{81AF1364-63ED-4A84-92B9-A21EF6CD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ensity-3-source-r10-c9">
            <a:extLst xmlns:a="http://schemas.openxmlformats.org/drawingml/2006/main">
              <a:ext uri="{FF2B5EF4-FFF2-40B4-BE49-F238E27FC236}">
                <a16:creationId xmlns:a16="http://schemas.microsoft.com/office/drawing/2014/main" id="{DB2D0AAF-9247-4F05-8B95-B60DB4BA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ensity-3-source-r10-c10">
            <a:extLst xmlns:a="http://schemas.openxmlformats.org/drawingml/2006/main">
              <a:ext uri="{FF2B5EF4-FFF2-40B4-BE49-F238E27FC236}">
                <a16:creationId xmlns:a16="http://schemas.microsoft.com/office/drawing/2014/main" id="{3D56D4BA-4374-4414-A9DD-C582B630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ensity-3-source-r10-c11">
            <a:extLst xmlns:a="http://schemas.openxmlformats.org/drawingml/2006/main">
              <a:ext uri="{FF2B5EF4-FFF2-40B4-BE49-F238E27FC236}">
                <a16:creationId xmlns:a16="http://schemas.microsoft.com/office/drawing/2014/main" id="{A2EAA8EF-9CFC-4A43-8519-3CB60430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ensity-3-source-r10-c12">
            <a:extLst xmlns:a="http://schemas.openxmlformats.org/drawingml/2006/main">
              <a:ext uri="{FF2B5EF4-FFF2-40B4-BE49-F238E27FC236}">
                <a16:creationId xmlns:a16="http://schemas.microsoft.com/office/drawing/2014/main" id="{AA06F88A-3C95-4CF2-A854-B170BA4D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ensity-3-source-r10-c13">
            <a:extLst xmlns:a="http://schemas.openxmlformats.org/drawingml/2006/main">
              <a:ext uri="{FF2B5EF4-FFF2-40B4-BE49-F238E27FC236}">
                <a16:creationId xmlns:a16="http://schemas.microsoft.com/office/drawing/2014/main" id="{55FB24EE-B3C7-42BD-BEC3-8BD40EE8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ensity-3-source-r10-c14">
            <a:extLst xmlns:a="http://schemas.openxmlformats.org/drawingml/2006/main">
              <a:ext uri="{FF2B5EF4-FFF2-40B4-BE49-F238E27FC236}">
                <a16:creationId xmlns:a16="http://schemas.microsoft.com/office/drawing/2014/main" id="{B11B8F5A-0BA6-4A4F-A420-EF69D7B3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3806598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ensity-3-source-r11-c1">
            <a:extLst xmlns:a="http://schemas.openxmlformats.org/drawingml/2006/main">
              <a:ext uri="{FF2B5EF4-FFF2-40B4-BE49-F238E27FC236}">
                <a16:creationId xmlns:a16="http://schemas.microsoft.com/office/drawing/2014/main" id="{AB1CC786-E11A-486A-A380-12FDE3CC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ensity-3-source-r11-c2">
            <a:extLst xmlns:a="http://schemas.openxmlformats.org/drawingml/2006/main">
              <a:ext uri="{FF2B5EF4-FFF2-40B4-BE49-F238E27FC236}">
                <a16:creationId xmlns:a16="http://schemas.microsoft.com/office/drawing/2014/main" id="{976E109A-CBB8-4225-8A4E-DC6E6877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ensity-3-source-r11-c3">
            <a:extLst xmlns:a="http://schemas.openxmlformats.org/drawingml/2006/main">
              <a:ext uri="{FF2B5EF4-FFF2-40B4-BE49-F238E27FC236}">
                <a16:creationId xmlns:a16="http://schemas.microsoft.com/office/drawing/2014/main" id="{CAFFA8ED-C532-40AA-A1A5-9458A515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ensity-3-source-r11-c4">
            <a:extLst xmlns:a="http://schemas.openxmlformats.org/drawingml/2006/main">
              <a:ext uri="{FF2B5EF4-FFF2-40B4-BE49-F238E27FC236}">
                <a16:creationId xmlns:a16="http://schemas.microsoft.com/office/drawing/2014/main" id="{E29BB32A-717B-40DD-9C06-D993C53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ensity-3-source-r11-c5">
            <a:extLst xmlns:a="http://schemas.openxmlformats.org/drawingml/2006/main">
              <a:ext uri="{FF2B5EF4-FFF2-40B4-BE49-F238E27FC236}">
                <a16:creationId xmlns:a16="http://schemas.microsoft.com/office/drawing/2014/main" id="{C7CEDC8C-929B-42BE-BB78-628313C1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ensity-3-source-r11-c6">
            <a:extLst xmlns:a="http://schemas.openxmlformats.org/drawingml/2006/main">
              <a:ext uri="{FF2B5EF4-FFF2-40B4-BE49-F238E27FC236}">
                <a16:creationId xmlns:a16="http://schemas.microsoft.com/office/drawing/2014/main" id="{188BD509-8F01-4F75-B359-8025EBA1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ensity-3-source-r11-c7">
            <a:extLst xmlns:a="http://schemas.openxmlformats.org/drawingml/2006/main">
              <a:ext uri="{FF2B5EF4-FFF2-40B4-BE49-F238E27FC236}">
                <a16:creationId xmlns:a16="http://schemas.microsoft.com/office/drawing/2014/main" id="{A7E1FECB-721E-432B-993E-C0CBBB8E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ensity-3-source-r11-c8">
            <a:extLst xmlns:a="http://schemas.openxmlformats.org/drawingml/2006/main">
              <a:ext uri="{FF2B5EF4-FFF2-40B4-BE49-F238E27FC236}">
                <a16:creationId xmlns:a16="http://schemas.microsoft.com/office/drawing/2014/main" id="{2B59B947-4E98-4116-A1B5-C5ACDE7F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ensity-3-source-r11-c9">
            <a:extLst xmlns:a="http://schemas.openxmlformats.org/drawingml/2006/main">
              <a:ext uri="{FF2B5EF4-FFF2-40B4-BE49-F238E27FC236}">
                <a16:creationId xmlns:a16="http://schemas.microsoft.com/office/drawing/2014/main" id="{486BDA2C-BA7E-401A-97CF-706E3BCF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ensity-3-source-r11-c10">
            <a:extLst xmlns:a="http://schemas.openxmlformats.org/drawingml/2006/main">
              <a:ext uri="{FF2B5EF4-FFF2-40B4-BE49-F238E27FC236}">
                <a16:creationId xmlns:a16="http://schemas.microsoft.com/office/drawing/2014/main" id="{AB44124F-ACF3-4E32-BB84-F2012FF4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ensity-3-source-r11-c11">
            <a:extLst xmlns:a="http://schemas.openxmlformats.org/drawingml/2006/main">
              <a:ext uri="{FF2B5EF4-FFF2-40B4-BE49-F238E27FC236}">
                <a16:creationId xmlns:a16="http://schemas.microsoft.com/office/drawing/2014/main" id="{D948B95F-DB51-4222-91A7-A4EE586D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ensity-3-source-r11-c12">
            <a:extLst xmlns:a="http://schemas.openxmlformats.org/drawingml/2006/main">
              <a:ext uri="{FF2B5EF4-FFF2-40B4-BE49-F238E27FC236}">
                <a16:creationId xmlns:a16="http://schemas.microsoft.com/office/drawing/2014/main" id="{C63503D9-6804-4120-8458-C9E1D403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ensity-3-source-r11-c13">
            <a:extLst xmlns:a="http://schemas.openxmlformats.org/drawingml/2006/main">
              <a:ext uri="{FF2B5EF4-FFF2-40B4-BE49-F238E27FC236}">
                <a16:creationId xmlns:a16="http://schemas.microsoft.com/office/drawing/2014/main" id="{0E715B9C-5BF3-4B3F-9991-B613EBA5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ensity-3-source-r11-c14">
            <a:extLst xmlns:a="http://schemas.openxmlformats.org/drawingml/2006/main">
              <a:ext uri="{FF2B5EF4-FFF2-40B4-BE49-F238E27FC236}">
                <a16:creationId xmlns:a16="http://schemas.microsoft.com/office/drawing/2014/main" id="{C1F7E563-AE2A-4A89-B735-28D89C4C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395967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ensity-3-source-r12-c1">
            <a:extLst xmlns:a="http://schemas.openxmlformats.org/drawingml/2006/main">
              <a:ext uri="{FF2B5EF4-FFF2-40B4-BE49-F238E27FC236}">
                <a16:creationId xmlns:a16="http://schemas.microsoft.com/office/drawing/2014/main" id="{4FDD86F8-7A1E-4DD5-AFF2-991E727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ensity-3-source-r12-c2">
            <a:extLst xmlns:a="http://schemas.openxmlformats.org/drawingml/2006/main">
              <a:ext uri="{FF2B5EF4-FFF2-40B4-BE49-F238E27FC236}">
                <a16:creationId xmlns:a16="http://schemas.microsoft.com/office/drawing/2014/main" id="{25F565F1-418A-4902-9979-BDE683E8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ensity-3-source-r12-c3">
            <a:extLst xmlns:a="http://schemas.openxmlformats.org/drawingml/2006/main">
              <a:ext uri="{FF2B5EF4-FFF2-40B4-BE49-F238E27FC236}">
                <a16:creationId xmlns:a16="http://schemas.microsoft.com/office/drawing/2014/main" id="{B614CE9E-6B57-4DA6-BF73-D3E11328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ensity-3-source-r12-c4">
            <a:extLst xmlns:a="http://schemas.openxmlformats.org/drawingml/2006/main">
              <a:ext uri="{FF2B5EF4-FFF2-40B4-BE49-F238E27FC236}">
                <a16:creationId xmlns:a16="http://schemas.microsoft.com/office/drawing/2014/main" id="{3091D1EB-E29A-4B74-B044-7F51DE02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ensity-3-source-r12-c5">
            <a:extLst xmlns:a="http://schemas.openxmlformats.org/drawingml/2006/main">
              <a:ext uri="{FF2B5EF4-FFF2-40B4-BE49-F238E27FC236}">
                <a16:creationId xmlns:a16="http://schemas.microsoft.com/office/drawing/2014/main" id="{077F8F33-C56D-4624-A616-056C66BC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ensity-3-source-r12-c6">
            <a:extLst xmlns:a="http://schemas.openxmlformats.org/drawingml/2006/main">
              <a:ext uri="{FF2B5EF4-FFF2-40B4-BE49-F238E27FC236}">
                <a16:creationId xmlns:a16="http://schemas.microsoft.com/office/drawing/2014/main" id="{E8967069-EFEB-46E4-9EA3-907AABC9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ensity-3-source-r12-c7">
            <a:extLst xmlns:a="http://schemas.openxmlformats.org/drawingml/2006/main">
              <a:ext uri="{FF2B5EF4-FFF2-40B4-BE49-F238E27FC236}">
                <a16:creationId xmlns:a16="http://schemas.microsoft.com/office/drawing/2014/main" id="{0485C033-80AF-41B4-921F-46F5FA9E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ensity-3-source-r12-c8">
            <a:extLst xmlns:a="http://schemas.openxmlformats.org/drawingml/2006/main">
              <a:ext uri="{FF2B5EF4-FFF2-40B4-BE49-F238E27FC236}">
                <a16:creationId xmlns:a16="http://schemas.microsoft.com/office/drawing/2014/main" id="{C309645B-88C9-41BC-8D31-068F5173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ensity-3-source-r12-c9">
            <a:extLst xmlns:a="http://schemas.openxmlformats.org/drawingml/2006/main">
              <a:ext uri="{FF2B5EF4-FFF2-40B4-BE49-F238E27FC236}">
                <a16:creationId xmlns:a16="http://schemas.microsoft.com/office/drawing/2014/main" id="{88AFF2A8-C387-4E29-9A8E-F1744B37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ensity-3-source-r12-c10">
            <a:extLst xmlns:a="http://schemas.openxmlformats.org/drawingml/2006/main">
              <a:ext uri="{FF2B5EF4-FFF2-40B4-BE49-F238E27FC236}">
                <a16:creationId xmlns:a16="http://schemas.microsoft.com/office/drawing/2014/main" id="{F40933F3-BB9B-45BE-B08E-C6266B16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ensity-3-source-r12-c11">
            <a:extLst xmlns:a="http://schemas.openxmlformats.org/drawingml/2006/main">
              <a:ext uri="{FF2B5EF4-FFF2-40B4-BE49-F238E27FC236}">
                <a16:creationId xmlns:a16="http://schemas.microsoft.com/office/drawing/2014/main" id="{4E64A4B9-F2BD-4952-BF62-F754169B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ensity-3-source-r12-c12">
            <a:extLst xmlns:a="http://schemas.openxmlformats.org/drawingml/2006/main">
              <a:ext uri="{FF2B5EF4-FFF2-40B4-BE49-F238E27FC236}">
                <a16:creationId xmlns:a16="http://schemas.microsoft.com/office/drawing/2014/main" id="{CB204CAF-B5E5-4B69-8475-B07F4DCD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ensity-3-source-r12-c13">
            <a:extLst xmlns:a="http://schemas.openxmlformats.org/drawingml/2006/main">
              <a:ext uri="{FF2B5EF4-FFF2-40B4-BE49-F238E27FC236}">
                <a16:creationId xmlns:a16="http://schemas.microsoft.com/office/drawing/2014/main" id="{7DF74856-98D3-4A71-9CA1-DCF0A8F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ensity-3-source-r12-c14">
            <a:extLst xmlns:a="http://schemas.openxmlformats.org/drawingml/2006/main">
              <a:ext uri="{FF2B5EF4-FFF2-40B4-BE49-F238E27FC236}">
                <a16:creationId xmlns:a16="http://schemas.microsoft.com/office/drawing/2014/main" id="{5D2C4B0B-D403-4C68-8662-EFC97C0F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411275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ensity-3-source-r13-c1">
            <a:extLst xmlns:a="http://schemas.openxmlformats.org/drawingml/2006/main">
              <a:ext uri="{FF2B5EF4-FFF2-40B4-BE49-F238E27FC236}">
                <a16:creationId xmlns:a16="http://schemas.microsoft.com/office/drawing/2014/main" id="{D13136E2-C7AB-401A-86E2-15AC20F8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ensity-3-source-r13-c2">
            <a:extLst xmlns:a="http://schemas.openxmlformats.org/drawingml/2006/main">
              <a:ext uri="{FF2B5EF4-FFF2-40B4-BE49-F238E27FC236}">
                <a16:creationId xmlns:a16="http://schemas.microsoft.com/office/drawing/2014/main" id="{6D8A32B1-6834-4A06-B821-75CDD07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ensity-3-source-r13-c3">
            <a:extLst xmlns:a="http://schemas.openxmlformats.org/drawingml/2006/main">
              <a:ext uri="{FF2B5EF4-FFF2-40B4-BE49-F238E27FC236}">
                <a16:creationId xmlns:a16="http://schemas.microsoft.com/office/drawing/2014/main" id="{E08900A4-05DA-42E2-A1BD-4EDA38A9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ensity-3-source-r13-c4">
            <a:extLst xmlns:a="http://schemas.openxmlformats.org/drawingml/2006/main">
              <a:ext uri="{FF2B5EF4-FFF2-40B4-BE49-F238E27FC236}">
                <a16:creationId xmlns:a16="http://schemas.microsoft.com/office/drawing/2014/main" id="{649DBFCC-846E-4DFA-B978-7FAE1328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ensity-3-source-r13-c5">
            <a:extLst xmlns:a="http://schemas.openxmlformats.org/drawingml/2006/main">
              <a:ext uri="{FF2B5EF4-FFF2-40B4-BE49-F238E27FC236}">
                <a16:creationId xmlns:a16="http://schemas.microsoft.com/office/drawing/2014/main" id="{294A1CDC-8F4C-41B4-B998-6F8645DC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ensity-3-source-r13-c6">
            <a:extLst xmlns:a="http://schemas.openxmlformats.org/drawingml/2006/main">
              <a:ext uri="{FF2B5EF4-FFF2-40B4-BE49-F238E27FC236}">
                <a16:creationId xmlns:a16="http://schemas.microsoft.com/office/drawing/2014/main" id="{25369AAC-F372-44FF-A1A5-697BFADA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ensity-3-source-r13-c7">
            <a:extLst xmlns:a="http://schemas.openxmlformats.org/drawingml/2006/main">
              <a:ext uri="{FF2B5EF4-FFF2-40B4-BE49-F238E27FC236}">
                <a16:creationId xmlns:a16="http://schemas.microsoft.com/office/drawing/2014/main" id="{35E8038C-BF83-4EA8-A775-448B5613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ensity-3-source-r13-c8">
            <a:extLst xmlns:a="http://schemas.openxmlformats.org/drawingml/2006/main">
              <a:ext uri="{FF2B5EF4-FFF2-40B4-BE49-F238E27FC236}">
                <a16:creationId xmlns:a16="http://schemas.microsoft.com/office/drawing/2014/main" id="{4AAD2382-6C53-4EEA-93C6-421CD938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ensity-3-source-r13-c9">
            <a:extLst xmlns:a="http://schemas.openxmlformats.org/drawingml/2006/main">
              <a:ext uri="{FF2B5EF4-FFF2-40B4-BE49-F238E27FC236}">
                <a16:creationId xmlns:a16="http://schemas.microsoft.com/office/drawing/2014/main" id="{30DB7F23-79B3-4FEE-BC35-74E70AE0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ensity-3-source-r13-c10">
            <a:extLst xmlns:a="http://schemas.openxmlformats.org/drawingml/2006/main">
              <a:ext uri="{FF2B5EF4-FFF2-40B4-BE49-F238E27FC236}">
                <a16:creationId xmlns:a16="http://schemas.microsoft.com/office/drawing/2014/main" id="{946E2218-3947-44E8-9194-7093477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ensity-3-source-r13-c11">
            <a:extLst xmlns:a="http://schemas.openxmlformats.org/drawingml/2006/main">
              <a:ext uri="{FF2B5EF4-FFF2-40B4-BE49-F238E27FC236}">
                <a16:creationId xmlns:a16="http://schemas.microsoft.com/office/drawing/2014/main" id="{F3765E60-FCFD-4660-B87A-3A0F34B0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ensity-3-source-r13-c12">
            <a:extLst xmlns:a="http://schemas.openxmlformats.org/drawingml/2006/main">
              <a:ext uri="{FF2B5EF4-FFF2-40B4-BE49-F238E27FC236}">
                <a16:creationId xmlns:a16="http://schemas.microsoft.com/office/drawing/2014/main" id="{81819D66-C598-47E1-879A-2E1141D2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ensity-3-source-r13-c13">
            <a:extLst xmlns:a="http://schemas.openxmlformats.org/drawingml/2006/main">
              <a:ext uri="{FF2B5EF4-FFF2-40B4-BE49-F238E27FC236}">
                <a16:creationId xmlns:a16="http://schemas.microsoft.com/office/drawing/2014/main" id="{9E6C4C8E-B377-4995-8720-3C0A6A79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ensity-3-source-r13-c14">
            <a:extLst xmlns:a="http://schemas.openxmlformats.org/drawingml/2006/main">
              <a:ext uri="{FF2B5EF4-FFF2-40B4-BE49-F238E27FC236}">
                <a16:creationId xmlns:a16="http://schemas.microsoft.com/office/drawing/2014/main" id="{5F785E7B-3678-47CC-A339-CAF120FE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4265839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ensity-3-source-r14-c1">
            <a:extLst xmlns:a="http://schemas.openxmlformats.org/drawingml/2006/main">
              <a:ext uri="{FF2B5EF4-FFF2-40B4-BE49-F238E27FC236}">
                <a16:creationId xmlns:a16="http://schemas.microsoft.com/office/drawing/2014/main" id="{B0ED7462-43EF-4271-9FD5-C1B7B37B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ensity-3-source-r14-c2">
            <a:extLst xmlns:a="http://schemas.openxmlformats.org/drawingml/2006/main">
              <a:ext uri="{FF2B5EF4-FFF2-40B4-BE49-F238E27FC236}">
                <a16:creationId xmlns:a16="http://schemas.microsoft.com/office/drawing/2014/main" id="{A4C23A21-9836-44AA-8FED-EAF938F6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05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ensity-3-source-r14-c3">
            <a:extLst xmlns:a="http://schemas.openxmlformats.org/drawingml/2006/main">
              <a:ext uri="{FF2B5EF4-FFF2-40B4-BE49-F238E27FC236}">
                <a16:creationId xmlns:a16="http://schemas.microsoft.com/office/drawing/2014/main" id="{0844941A-A62B-4C78-8CD3-9B1C82B6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786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ensity-3-source-r14-c4">
            <a:extLst xmlns:a="http://schemas.openxmlformats.org/drawingml/2006/main">
              <a:ext uri="{FF2B5EF4-FFF2-40B4-BE49-F238E27FC236}">
                <a16:creationId xmlns:a16="http://schemas.microsoft.com/office/drawing/2014/main" id="{A470A97B-0D17-476B-B67B-0ACA37FD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6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ensity-3-source-r14-c5">
            <a:extLst xmlns:a="http://schemas.openxmlformats.org/drawingml/2006/main">
              <a:ext uri="{FF2B5EF4-FFF2-40B4-BE49-F238E27FC236}">
                <a16:creationId xmlns:a16="http://schemas.microsoft.com/office/drawing/2014/main" id="{51A31EB8-8B34-4AC2-8B57-4ECAD631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946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ensity-3-source-r14-c6">
            <a:extLst xmlns:a="http://schemas.openxmlformats.org/drawingml/2006/main">
              <a:ext uri="{FF2B5EF4-FFF2-40B4-BE49-F238E27FC236}">
                <a16:creationId xmlns:a16="http://schemas.microsoft.com/office/drawing/2014/main" id="{CD4CFFF0-B50E-4934-A0CC-874EA857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027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ensity-3-source-r14-c7">
            <a:extLst xmlns:a="http://schemas.openxmlformats.org/drawingml/2006/main">
              <a:ext uri="{FF2B5EF4-FFF2-40B4-BE49-F238E27FC236}">
                <a16:creationId xmlns:a16="http://schemas.microsoft.com/office/drawing/2014/main" id="{B2303E94-84C8-4E6F-A676-92D92A32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07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ensity-3-source-r14-c8">
            <a:extLst xmlns:a="http://schemas.openxmlformats.org/drawingml/2006/main">
              <a:ext uri="{FF2B5EF4-FFF2-40B4-BE49-F238E27FC236}">
                <a16:creationId xmlns:a16="http://schemas.microsoft.com/office/drawing/2014/main" id="{E8141A4B-D8CD-41C8-8CDF-EE93657A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188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ensity-3-source-r14-c9">
            <a:extLst xmlns:a="http://schemas.openxmlformats.org/drawingml/2006/main">
              <a:ext uri="{FF2B5EF4-FFF2-40B4-BE49-F238E27FC236}">
                <a16:creationId xmlns:a16="http://schemas.microsoft.com/office/drawing/2014/main" id="{F5382725-0231-4E95-889D-062000FD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68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ensity-3-source-r14-c10">
            <a:extLst xmlns:a="http://schemas.openxmlformats.org/drawingml/2006/main">
              <a:ext uri="{FF2B5EF4-FFF2-40B4-BE49-F238E27FC236}">
                <a16:creationId xmlns:a16="http://schemas.microsoft.com/office/drawing/2014/main" id="{BCDECE49-52F7-4688-A165-F26439EB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348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ensity-3-source-r14-c11">
            <a:extLst xmlns:a="http://schemas.openxmlformats.org/drawingml/2006/main">
              <a:ext uri="{FF2B5EF4-FFF2-40B4-BE49-F238E27FC236}">
                <a16:creationId xmlns:a16="http://schemas.microsoft.com/office/drawing/2014/main" id="{50C0A0B6-47CB-49C3-AE88-1B566395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429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ensity-3-source-r14-c12">
            <a:extLst xmlns:a="http://schemas.openxmlformats.org/drawingml/2006/main">
              <a:ext uri="{FF2B5EF4-FFF2-40B4-BE49-F238E27FC236}">
                <a16:creationId xmlns:a16="http://schemas.microsoft.com/office/drawing/2014/main" id="{A740D67E-5C1C-4AF2-B404-C8AC1D69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509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ensity-3-source-r14-c13">
            <a:extLst xmlns:a="http://schemas.openxmlformats.org/drawingml/2006/main">
              <a:ext uri="{FF2B5EF4-FFF2-40B4-BE49-F238E27FC236}">
                <a16:creationId xmlns:a16="http://schemas.microsoft.com/office/drawing/2014/main" id="{9EBBD2E9-1070-401F-AC46-C85FF5B1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589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ensity-3-source-r14-c14">
            <a:extLst xmlns:a="http://schemas.openxmlformats.org/drawingml/2006/main">
              <a:ext uri="{FF2B5EF4-FFF2-40B4-BE49-F238E27FC236}">
                <a16:creationId xmlns:a16="http://schemas.microsoft.com/office/drawing/2014/main" id="{99291C37-5CC6-40EC-8963-6A5ECC12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670" y="4418920"/>
            <a:ext cx="154509" cy="154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ensity-3-bootstrap-1-r1-c1">
            <a:extLst xmlns:a="http://schemas.openxmlformats.org/drawingml/2006/main">
              <a:ext uri="{FF2B5EF4-FFF2-40B4-BE49-F238E27FC236}">
                <a16:creationId xmlns:a16="http://schemas.microsoft.com/office/drawing/2014/main" id="{12642F91-2E49-474B-A6B2-38F3F24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ensity-3-bootstrap-1-r1-c2">
            <a:extLst xmlns:a="http://schemas.openxmlformats.org/drawingml/2006/main">
              <a:ext uri="{FF2B5EF4-FFF2-40B4-BE49-F238E27FC236}">
                <a16:creationId xmlns:a16="http://schemas.microsoft.com/office/drawing/2014/main" id="{8763FCEB-2AE9-4203-8E1A-32F7AC2D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1809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ensity-3-bootstrap-1-r1-c3">
            <a:extLst xmlns:a="http://schemas.openxmlformats.org/drawingml/2006/main">
              <a:ext uri="{FF2B5EF4-FFF2-40B4-BE49-F238E27FC236}">
                <a16:creationId xmlns:a16="http://schemas.microsoft.com/office/drawing/2014/main" id="{D704E49E-459F-4B89-93A5-47809CF0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1809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ensity-3-bootstrap-1-r1-c4">
            <a:extLst xmlns:a="http://schemas.openxmlformats.org/drawingml/2006/main">
              <a:ext uri="{FF2B5EF4-FFF2-40B4-BE49-F238E27FC236}">
                <a16:creationId xmlns:a16="http://schemas.microsoft.com/office/drawing/2014/main" id="{38AD1EFD-9751-4AE7-A1E3-92A3F806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09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ensity-3-bootstrap-1-r1-c5">
            <a:extLst xmlns:a="http://schemas.openxmlformats.org/drawingml/2006/main">
              <a:ext uri="{FF2B5EF4-FFF2-40B4-BE49-F238E27FC236}">
                <a16:creationId xmlns:a16="http://schemas.microsoft.com/office/drawing/2014/main" id="{11E2A098-89E8-4706-9396-7EF5DB2F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1809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ensity-3-bootstrap-1-r1-c6">
            <a:extLst xmlns:a="http://schemas.openxmlformats.org/drawingml/2006/main">
              <a:ext uri="{FF2B5EF4-FFF2-40B4-BE49-F238E27FC236}">
                <a16:creationId xmlns:a16="http://schemas.microsoft.com/office/drawing/2014/main" id="{7566793E-0C33-4112-A756-E5F091C9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ensity-3-bootstrap-1-r1-c7">
            <a:extLst xmlns:a="http://schemas.openxmlformats.org/drawingml/2006/main">
              <a:ext uri="{FF2B5EF4-FFF2-40B4-BE49-F238E27FC236}">
                <a16:creationId xmlns:a16="http://schemas.microsoft.com/office/drawing/2014/main" id="{CDAF66A2-F2B7-4D01-8CD0-45A04412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09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ensity-3-bootstrap-1-r1-c8">
            <a:extLst xmlns:a="http://schemas.openxmlformats.org/drawingml/2006/main">
              <a:ext uri="{FF2B5EF4-FFF2-40B4-BE49-F238E27FC236}">
                <a16:creationId xmlns:a16="http://schemas.microsoft.com/office/drawing/2014/main" id="{8D3059C1-F290-4F11-8AF6-9EAC83FD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1809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ensity-3-bootstrap-1-r1-c9">
            <a:extLst xmlns:a="http://schemas.openxmlformats.org/drawingml/2006/main">
              <a:ext uri="{FF2B5EF4-FFF2-40B4-BE49-F238E27FC236}">
                <a16:creationId xmlns:a16="http://schemas.microsoft.com/office/drawing/2014/main" id="{B38E56CF-CEBE-4A9E-9282-36B8736B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1809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ensity-3-bootstrap-1-r1-c10">
            <a:extLst xmlns:a="http://schemas.openxmlformats.org/drawingml/2006/main">
              <a:ext uri="{FF2B5EF4-FFF2-40B4-BE49-F238E27FC236}">
                <a16:creationId xmlns:a16="http://schemas.microsoft.com/office/drawing/2014/main" id="{6FCDB6AA-8B32-4C0F-AD66-E7551425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09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ensity-3-bootstrap-1-r2-c1">
            <a:extLst xmlns:a="http://schemas.openxmlformats.org/drawingml/2006/main">
              <a:ext uri="{FF2B5EF4-FFF2-40B4-BE49-F238E27FC236}">
                <a16:creationId xmlns:a16="http://schemas.microsoft.com/office/drawing/2014/main" id="{96D53410-35B3-4A6A-A51C-E4A55451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16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ensity-3-bootstrap-1-r2-c2">
            <a:extLst xmlns:a="http://schemas.openxmlformats.org/drawingml/2006/main">
              <a:ext uri="{FF2B5EF4-FFF2-40B4-BE49-F238E27FC236}">
                <a16:creationId xmlns:a16="http://schemas.microsoft.com/office/drawing/2014/main" id="{659D4E3E-B2F0-436B-92B3-73A04EC4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1916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ensity-3-bootstrap-1-r2-c3">
            <a:extLst xmlns:a="http://schemas.openxmlformats.org/drawingml/2006/main">
              <a:ext uri="{FF2B5EF4-FFF2-40B4-BE49-F238E27FC236}">
                <a16:creationId xmlns:a16="http://schemas.microsoft.com/office/drawing/2014/main" id="{6EAA33D0-9485-4018-BAC8-BA17E99F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1916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ensity-3-bootstrap-1-r2-c4">
            <a:extLst xmlns:a="http://schemas.openxmlformats.org/drawingml/2006/main">
              <a:ext uri="{FF2B5EF4-FFF2-40B4-BE49-F238E27FC236}">
                <a16:creationId xmlns:a16="http://schemas.microsoft.com/office/drawing/2014/main" id="{563E15BA-98C3-43B7-93AD-617CBBE8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16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ensity-3-bootstrap-1-r2-c5">
            <a:extLst xmlns:a="http://schemas.openxmlformats.org/drawingml/2006/main">
              <a:ext uri="{FF2B5EF4-FFF2-40B4-BE49-F238E27FC236}">
                <a16:creationId xmlns:a16="http://schemas.microsoft.com/office/drawing/2014/main" id="{02067854-8403-41AB-BF82-A62AA816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1916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ensity-3-bootstrap-1-r2-c6">
            <a:extLst xmlns:a="http://schemas.openxmlformats.org/drawingml/2006/main">
              <a:ext uri="{FF2B5EF4-FFF2-40B4-BE49-F238E27FC236}">
                <a16:creationId xmlns:a16="http://schemas.microsoft.com/office/drawing/2014/main" id="{119058CF-6E6D-4C8F-A416-1C7B5D51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16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ensity-3-bootstrap-1-r2-c7">
            <a:extLst xmlns:a="http://schemas.openxmlformats.org/drawingml/2006/main">
              <a:ext uri="{FF2B5EF4-FFF2-40B4-BE49-F238E27FC236}">
                <a16:creationId xmlns:a16="http://schemas.microsoft.com/office/drawing/2014/main" id="{99288B8C-AF07-4F80-93F5-D679E0A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16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ensity-3-bootstrap-1-r2-c8">
            <a:extLst xmlns:a="http://schemas.openxmlformats.org/drawingml/2006/main">
              <a:ext uri="{FF2B5EF4-FFF2-40B4-BE49-F238E27FC236}">
                <a16:creationId xmlns:a16="http://schemas.microsoft.com/office/drawing/2014/main" id="{8077C5DD-CF0B-474C-984E-C27637FD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1916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ensity-3-bootstrap-1-r2-c9">
            <a:extLst xmlns:a="http://schemas.openxmlformats.org/drawingml/2006/main">
              <a:ext uri="{FF2B5EF4-FFF2-40B4-BE49-F238E27FC236}">
                <a16:creationId xmlns:a16="http://schemas.microsoft.com/office/drawing/2014/main" id="{22A45749-0433-48BC-BFDC-5AD6D2AB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1916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ensity-3-bootstrap-1-r2-c10">
            <a:extLst xmlns:a="http://schemas.openxmlformats.org/drawingml/2006/main">
              <a:ext uri="{FF2B5EF4-FFF2-40B4-BE49-F238E27FC236}">
                <a16:creationId xmlns:a16="http://schemas.microsoft.com/office/drawing/2014/main" id="{7518770C-6062-4F44-9D7C-B69183A9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16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ensity-3-bootstrap-1-r3-c1">
            <a:extLst xmlns:a="http://schemas.openxmlformats.org/drawingml/2006/main">
              <a:ext uri="{FF2B5EF4-FFF2-40B4-BE49-F238E27FC236}">
                <a16:creationId xmlns:a16="http://schemas.microsoft.com/office/drawing/2014/main" id="{3ADF5FF3-33D2-4D3D-A90F-91385213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23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ensity-3-bootstrap-1-r3-c2">
            <a:extLst xmlns:a="http://schemas.openxmlformats.org/drawingml/2006/main">
              <a:ext uri="{FF2B5EF4-FFF2-40B4-BE49-F238E27FC236}">
                <a16:creationId xmlns:a16="http://schemas.microsoft.com/office/drawing/2014/main" id="{7335BFBE-7A52-4CCF-833D-DB14121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2023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ensity-3-bootstrap-1-r3-c3">
            <a:extLst xmlns:a="http://schemas.openxmlformats.org/drawingml/2006/main">
              <a:ext uri="{FF2B5EF4-FFF2-40B4-BE49-F238E27FC236}">
                <a16:creationId xmlns:a16="http://schemas.microsoft.com/office/drawing/2014/main" id="{D6CE9E0D-60BD-4B92-9F57-440CCD99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023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ensity-3-bootstrap-1-r3-c4">
            <a:extLst xmlns:a="http://schemas.openxmlformats.org/drawingml/2006/main">
              <a:ext uri="{FF2B5EF4-FFF2-40B4-BE49-F238E27FC236}">
                <a16:creationId xmlns:a16="http://schemas.microsoft.com/office/drawing/2014/main" id="{23373535-4B43-4019-BB99-1BF1C8EF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23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ensity-3-bootstrap-1-r3-c5">
            <a:extLst xmlns:a="http://schemas.openxmlformats.org/drawingml/2006/main">
              <a:ext uri="{FF2B5EF4-FFF2-40B4-BE49-F238E27FC236}">
                <a16:creationId xmlns:a16="http://schemas.microsoft.com/office/drawing/2014/main" id="{1FA8CEDE-5657-4CFA-830A-DE1CD7F0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2023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ensity-3-bootstrap-1-r3-c6">
            <a:extLst xmlns:a="http://schemas.openxmlformats.org/drawingml/2006/main">
              <a:ext uri="{FF2B5EF4-FFF2-40B4-BE49-F238E27FC236}">
                <a16:creationId xmlns:a16="http://schemas.microsoft.com/office/drawing/2014/main" id="{F16C001B-ECEB-45B1-ADBC-662C9CB0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3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ensity-3-bootstrap-1-r3-c7">
            <a:extLst xmlns:a="http://schemas.openxmlformats.org/drawingml/2006/main">
              <a:ext uri="{FF2B5EF4-FFF2-40B4-BE49-F238E27FC236}">
                <a16:creationId xmlns:a16="http://schemas.microsoft.com/office/drawing/2014/main" id="{9782437F-C6C0-4AA3-95EE-3FA8438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23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density-3-bootstrap-1-r3-c8">
            <a:extLst xmlns:a="http://schemas.openxmlformats.org/drawingml/2006/main">
              <a:ext uri="{FF2B5EF4-FFF2-40B4-BE49-F238E27FC236}">
                <a16:creationId xmlns:a16="http://schemas.microsoft.com/office/drawing/2014/main" id="{2FA752CB-EC12-4BA0-BE33-E2171FF8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023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density-3-bootstrap-1-r3-c9">
            <a:extLst xmlns:a="http://schemas.openxmlformats.org/drawingml/2006/main">
              <a:ext uri="{FF2B5EF4-FFF2-40B4-BE49-F238E27FC236}">
                <a16:creationId xmlns:a16="http://schemas.microsoft.com/office/drawing/2014/main" id="{3927CD3B-9DAE-44E8-A79C-E32EA242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023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density-3-bootstrap-1-r3-c10">
            <a:extLst xmlns:a="http://schemas.openxmlformats.org/drawingml/2006/main">
              <a:ext uri="{FF2B5EF4-FFF2-40B4-BE49-F238E27FC236}">
                <a16:creationId xmlns:a16="http://schemas.microsoft.com/office/drawing/2014/main" id="{27A7A0AD-B561-4B97-8BE1-A625A7DA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023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density-3-bootstrap-1-r4-c1">
            <a:extLst xmlns:a="http://schemas.openxmlformats.org/drawingml/2006/main">
              <a:ext uri="{FF2B5EF4-FFF2-40B4-BE49-F238E27FC236}">
                <a16:creationId xmlns:a16="http://schemas.microsoft.com/office/drawing/2014/main" id="{788A201F-E815-430E-B4F0-11C8D89B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29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density-3-bootstrap-1-r4-c2">
            <a:extLst xmlns:a="http://schemas.openxmlformats.org/drawingml/2006/main">
              <a:ext uri="{FF2B5EF4-FFF2-40B4-BE49-F238E27FC236}">
                <a16:creationId xmlns:a16="http://schemas.microsoft.com/office/drawing/2014/main" id="{C7DD8CCB-0040-48D3-99DC-DFA889E5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2129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density-3-bootstrap-1-r4-c3">
            <a:extLst xmlns:a="http://schemas.openxmlformats.org/drawingml/2006/main">
              <a:ext uri="{FF2B5EF4-FFF2-40B4-BE49-F238E27FC236}">
                <a16:creationId xmlns:a16="http://schemas.microsoft.com/office/drawing/2014/main" id="{2EAB56C6-F0EA-4EB6-AE1F-6762A60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129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density-3-bootstrap-1-r4-c4">
            <a:extLst xmlns:a="http://schemas.openxmlformats.org/drawingml/2006/main">
              <a:ext uri="{FF2B5EF4-FFF2-40B4-BE49-F238E27FC236}">
                <a16:creationId xmlns:a16="http://schemas.microsoft.com/office/drawing/2014/main" id="{B9439CA6-8099-40FA-ACA1-C7C38B78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129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density-3-bootstrap-1-r4-c5">
            <a:extLst xmlns:a="http://schemas.openxmlformats.org/drawingml/2006/main">
              <a:ext uri="{FF2B5EF4-FFF2-40B4-BE49-F238E27FC236}">
                <a16:creationId xmlns:a16="http://schemas.microsoft.com/office/drawing/2014/main" id="{F0580D1D-6B62-4FF4-B799-4A426F38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2129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density-3-bootstrap-1-r4-c6">
            <a:extLst xmlns:a="http://schemas.openxmlformats.org/drawingml/2006/main">
              <a:ext uri="{FF2B5EF4-FFF2-40B4-BE49-F238E27FC236}">
                <a16:creationId xmlns:a16="http://schemas.microsoft.com/office/drawing/2014/main" id="{9288641B-BE90-4D77-8918-4FAD4D38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29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density-3-bootstrap-1-r4-c7">
            <a:extLst xmlns:a="http://schemas.openxmlformats.org/drawingml/2006/main">
              <a:ext uri="{FF2B5EF4-FFF2-40B4-BE49-F238E27FC236}">
                <a16:creationId xmlns:a16="http://schemas.microsoft.com/office/drawing/2014/main" id="{5C648571-8022-47F8-884C-92ECE7D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129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density-3-bootstrap-1-r4-c8">
            <a:extLst xmlns:a="http://schemas.openxmlformats.org/drawingml/2006/main">
              <a:ext uri="{FF2B5EF4-FFF2-40B4-BE49-F238E27FC236}">
                <a16:creationId xmlns:a16="http://schemas.microsoft.com/office/drawing/2014/main" id="{2B7CA206-FC80-4F57-BB32-A9E674D1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129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density-3-bootstrap-1-r4-c9">
            <a:extLst xmlns:a="http://schemas.openxmlformats.org/drawingml/2006/main">
              <a:ext uri="{FF2B5EF4-FFF2-40B4-BE49-F238E27FC236}">
                <a16:creationId xmlns:a16="http://schemas.microsoft.com/office/drawing/2014/main" id="{3915EA20-8DA2-4978-A621-999FECB8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129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density-3-bootstrap-1-r4-c10">
            <a:extLst xmlns:a="http://schemas.openxmlformats.org/drawingml/2006/main">
              <a:ext uri="{FF2B5EF4-FFF2-40B4-BE49-F238E27FC236}">
                <a16:creationId xmlns:a16="http://schemas.microsoft.com/office/drawing/2014/main" id="{AEB06070-74DA-41DA-9D6B-3C1F406D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129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density-3-bootstrap-1-r5-c1">
            <a:extLst xmlns:a="http://schemas.openxmlformats.org/drawingml/2006/main">
              <a:ext uri="{FF2B5EF4-FFF2-40B4-BE49-F238E27FC236}">
                <a16:creationId xmlns:a16="http://schemas.microsoft.com/office/drawing/2014/main" id="{FBE13EF1-346A-4680-8535-67EBCCA3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36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density-3-bootstrap-1-r5-c2">
            <a:extLst xmlns:a="http://schemas.openxmlformats.org/drawingml/2006/main">
              <a:ext uri="{FF2B5EF4-FFF2-40B4-BE49-F238E27FC236}">
                <a16:creationId xmlns:a16="http://schemas.microsoft.com/office/drawing/2014/main" id="{2AF82BB5-EBBB-4B06-91AA-2AE593C2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2236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density-3-bootstrap-1-r5-c3">
            <a:extLst xmlns:a="http://schemas.openxmlformats.org/drawingml/2006/main">
              <a:ext uri="{FF2B5EF4-FFF2-40B4-BE49-F238E27FC236}">
                <a16:creationId xmlns:a16="http://schemas.microsoft.com/office/drawing/2014/main" id="{1FF2AFC1-FEEC-485E-A1E4-8A19E7AD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236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density-3-bootstrap-1-r5-c4">
            <a:extLst xmlns:a="http://schemas.openxmlformats.org/drawingml/2006/main">
              <a:ext uri="{FF2B5EF4-FFF2-40B4-BE49-F238E27FC236}">
                <a16:creationId xmlns:a16="http://schemas.microsoft.com/office/drawing/2014/main" id="{37EACBD9-2F1E-4F24-B658-A77711F4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36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density-3-bootstrap-1-r5-c5">
            <a:extLst xmlns:a="http://schemas.openxmlformats.org/drawingml/2006/main">
              <a:ext uri="{FF2B5EF4-FFF2-40B4-BE49-F238E27FC236}">
                <a16:creationId xmlns:a16="http://schemas.microsoft.com/office/drawing/2014/main" id="{92E9F32B-3038-41A5-B972-B544AB17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2236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density-3-bootstrap-1-r5-c6">
            <a:extLst xmlns:a="http://schemas.openxmlformats.org/drawingml/2006/main">
              <a:ext uri="{FF2B5EF4-FFF2-40B4-BE49-F238E27FC236}">
                <a16:creationId xmlns:a16="http://schemas.microsoft.com/office/drawing/2014/main" id="{1373DEFF-6D68-4762-B561-357D008C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6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density-3-bootstrap-1-r5-c7">
            <a:extLst xmlns:a="http://schemas.openxmlformats.org/drawingml/2006/main">
              <a:ext uri="{FF2B5EF4-FFF2-40B4-BE49-F238E27FC236}">
                <a16:creationId xmlns:a16="http://schemas.microsoft.com/office/drawing/2014/main" id="{89E95176-5C80-4B28-8C42-5724CDFD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36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density-3-bootstrap-1-r5-c8">
            <a:extLst xmlns:a="http://schemas.openxmlformats.org/drawingml/2006/main">
              <a:ext uri="{FF2B5EF4-FFF2-40B4-BE49-F238E27FC236}">
                <a16:creationId xmlns:a16="http://schemas.microsoft.com/office/drawing/2014/main" id="{70417A5C-A728-4203-9966-73D609D0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236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density-3-bootstrap-1-r5-c9">
            <a:extLst xmlns:a="http://schemas.openxmlformats.org/drawingml/2006/main">
              <a:ext uri="{FF2B5EF4-FFF2-40B4-BE49-F238E27FC236}">
                <a16:creationId xmlns:a16="http://schemas.microsoft.com/office/drawing/2014/main" id="{451A7F80-DD27-421F-B77C-F3B9FF44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236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density-3-bootstrap-1-r5-c10">
            <a:extLst xmlns:a="http://schemas.openxmlformats.org/drawingml/2006/main">
              <a:ext uri="{FF2B5EF4-FFF2-40B4-BE49-F238E27FC236}">
                <a16:creationId xmlns:a16="http://schemas.microsoft.com/office/drawing/2014/main" id="{0936DCE0-A21A-442F-8231-E481BE6B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236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density-3-bootstrap-1-r6-c1">
            <a:extLst xmlns:a="http://schemas.openxmlformats.org/drawingml/2006/main">
              <a:ext uri="{FF2B5EF4-FFF2-40B4-BE49-F238E27FC236}">
                <a16:creationId xmlns:a16="http://schemas.microsoft.com/office/drawing/2014/main" id="{7626C2E9-7FFD-4168-BE53-346DC02D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density-3-bootstrap-1-r6-c2">
            <a:extLst xmlns:a="http://schemas.openxmlformats.org/drawingml/2006/main">
              <a:ext uri="{FF2B5EF4-FFF2-40B4-BE49-F238E27FC236}">
                <a16:creationId xmlns:a16="http://schemas.microsoft.com/office/drawing/2014/main" id="{A7EE7C65-9523-402C-9D31-F1C729EF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2343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density-3-bootstrap-1-r6-c3">
            <a:extLst xmlns:a="http://schemas.openxmlformats.org/drawingml/2006/main">
              <a:ext uri="{FF2B5EF4-FFF2-40B4-BE49-F238E27FC236}">
                <a16:creationId xmlns:a16="http://schemas.microsoft.com/office/drawing/2014/main" id="{A8CE28C0-39A7-4F1F-A398-A08B2C6F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343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density-3-bootstrap-1-r6-c4">
            <a:extLst xmlns:a="http://schemas.openxmlformats.org/drawingml/2006/main">
              <a:ext uri="{FF2B5EF4-FFF2-40B4-BE49-F238E27FC236}">
                <a16:creationId xmlns:a16="http://schemas.microsoft.com/office/drawing/2014/main" id="{355CB615-9EAA-422E-A208-E881B657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343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density-3-bootstrap-1-r6-c5">
            <a:extLst xmlns:a="http://schemas.openxmlformats.org/drawingml/2006/main">
              <a:ext uri="{FF2B5EF4-FFF2-40B4-BE49-F238E27FC236}">
                <a16:creationId xmlns:a16="http://schemas.microsoft.com/office/drawing/2014/main" id="{53A9FAB3-5496-4CD6-8CE2-E03E7308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2343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density-3-bootstrap-1-r6-c6">
            <a:extLst xmlns:a="http://schemas.openxmlformats.org/drawingml/2006/main">
              <a:ext uri="{FF2B5EF4-FFF2-40B4-BE49-F238E27FC236}">
                <a16:creationId xmlns:a16="http://schemas.microsoft.com/office/drawing/2014/main" id="{B47BF209-0473-4CF8-803C-E2191C62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density-3-bootstrap-1-r6-c7">
            <a:extLst xmlns:a="http://schemas.openxmlformats.org/drawingml/2006/main">
              <a:ext uri="{FF2B5EF4-FFF2-40B4-BE49-F238E27FC236}">
                <a16:creationId xmlns:a16="http://schemas.microsoft.com/office/drawing/2014/main" id="{2C0170EC-DBF9-4828-B9BF-800E56AF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3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density-3-bootstrap-1-r6-c8">
            <a:extLst xmlns:a="http://schemas.openxmlformats.org/drawingml/2006/main">
              <a:ext uri="{FF2B5EF4-FFF2-40B4-BE49-F238E27FC236}">
                <a16:creationId xmlns:a16="http://schemas.microsoft.com/office/drawing/2014/main" id="{3137AF06-3711-479F-B34E-64B551FD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343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density-3-bootstrap-1-r6-c9">
            <a:extLst xmlns:a="http://schemas.openxmlformats.org/drawingml/2006/main">
              <a:ext uri="{FF2B5EF4-FFF2-40B4-BE49-F238E27FC236}">
                <a16:creationId xmlns:a16="http://schemas.microsoft.com/office/drawing/2014/main" id="{A41069FD-1B00-4FC2-BE4E-D8019939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343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density-3-bootstrap-1-r6-c10">
            <a:extLst xmlns:a="http://schemas.openxmlformats.org/drawingml/2006/main">
              <a:ext uri="{FF2B5EF4-FFF2-40B4-BE49-F238E27FC236}">
                <a16:creationId xmlns:a16="http://schemas.microsoft.com/office/drawing/2014/main" id="{48D973D3-E078-495F-A10E-C1EB6CC6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343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density-3-bootstrap-1-r7-c1">
            <a:extLst xmlns:a="http://schemas.openxmlformats.org/drawingml/2006/main">
              <a:ext uri="{FF2B5EF4-FFF2-40B4-BE49-F238E27FC236}">
                <a16:creationId xmlns:a16="http://schemas.microsoft.com/office/drawing/2014/main" id="{B150F8E8-2CD0-41B0-BF1B-B947A06B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49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density-3-bootstrap-1-r7-c2">
            <a:extLst xmlns:a="http://schemas.openxmlformats.org/drawingml/2006/main">
              <a:ext uri="{FF2B5EF4-FFF2-40B4-BE49-F238E27FC236}">
                <a16:creationId xmlns:a16="http://schemas.microsoft.com/office/drawing/2014/main" id="{783336D8-5F04-4C94-A45A-7348B051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2449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density-3-bootstrap-1-r7-c3">
            <a:extLst xmlns:a="http://schemas.openxmlformats.org/drawingml/2006/main">
              <a:ext uri="{FF2B5EF4-FFF2-40B4-BE49-F238E27FC236}">
                <a16:creationId xmlns:a16="http://schemas.microsoft.com/office/drawing/2014/main" id="{27CA9DCE-7A4D-433F-811A-7ADC6BBD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449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density-3-bootstrap-1-r7-c4">
            <a:extLst xmlns:a="http://schemas.openxmlformats.org/drawingml/2006/main">
              <a:ext uri="{FF2B5EF4-FFF2-40B4-BE49-F238E27FC236}">
                <a16:creationId xmlns:a16="http://schemas.microsoft.com/office/drawing/2014/main" id="{A902567C-F759-4177-80BB-43931328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49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density-3-bootstrap-1-r7-c5">
            <a:extLst xmlns:a="http://schemas.openxmlformats.org/drawingml/2006/main">
              <a:ext uri="{FF2B5EF4-FFF2-40B4-BE49-F238E27FC236}">
                <a16:creationId xmlns:a16="http://schemas.microsoft.com/office/drawing/2014/main" id="{F2AED843-C825-4CA6-8DFE-B96D380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2449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density-3-bootstrap-1-r7-c6">
            <a:extLst xmlns:a="http://schemas.openxmlformats.org/drawingml/2006/main">
              <a:ext uri="{FF2B5EF4-FFF2-40B4-BE49-F238E27FC236}">
                <a16:creationId xmlns:a16="http://schemas.microsoft.com/office/drawing/2014/main" id="{C8D5C086-A3CC-4AD5-997B-FDA80709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49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density-3-bootstrap-1-r7-c7">
            <a:extLst xmlns:a="http://schemas.openxmlformats.org/drawingml/2006/main">
              <a:ext uri="{FF2B5EF4-FFF2-40B4-BE49-F238E27FC236}">
                <a16:creationId xmlns:a16="http://schemas.microsoft.com/office/drawing/2014/main" id="{48384BDF-E9F9-41E2-A187-9596664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49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density-3-bootstrap-1-r7-c8">
            <a:extLst xmlns:a="http://schemas.openxmlformats.org/drawingml/2006/main">
              <a:ext uri="{FF2B5EF4-FFF2-40B4-BE49-F238E27FC236}">
                <a16:creationId xmlns:a16="http://schemas.microsoft.com/office/drawing/2014/main" id="{BE72E66D-E9F8-47DC-94A6-5D01C164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449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density-3-bootstrap-1-r7-c9">
            <a:extLst xmlns:a="http://schemas.openxmlformats.org/drawingml/2006/main">
              <a:ext uri="{FF2B5EF4-FFF2-40B4-BE49-F238E27FC236}">
                <a16:creationId xmlns:a16="http://schemas.microsoft.com/office/drawing/2014/main" id="{6BE0F60F-81E1-49CF-80E8-0B0E5786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449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density-3-bootstrap-1-r7-c10">
            <a:extLst xmlns:a="http://schemas.openxmlformats.org/drawingml/2006/main">
              <a:ext uri="{FF2B5EF4-FFF2-40B4-BE49-F238E27FC236}">
                <a16:creationId xmlns:a16="http://schemas.microsoft.com/office/drawing/2014/main" id="{5FA3694D-3D3B-4A83-B70E-7B66BE0F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49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density-3-bootstrap-1-r8-c1">
            <a:extLst xmlns:a="http://schemas.openxmlformats.org/drawingml/2006/main">
              <a:ext uri="{FF2B5EF4-FFF2-40B4-BE49-F238E27FC236}">
                <a16:creationId xmlns:a16="http://schemas.microsoft.com/office/drawing/2014/main" id="{E2D361D8-B282-43F0-8970-627FAA2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56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density-3-bootstrap-1-r8-c2">
            <a:extLst xmlns:a="http://schemas.openxmlformats.org/drawingml/2006/main">
              <a:ext uri="{FF2B5EF4-FFF2-40B4-BE49-F238E27FC236}">
                <a16:creationId xmlns:a16="http://schemas.microsoft.com/office/drawing/2014/main" id="{86BD0F21-DC47-425E-B6B9-E74F4E10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2556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density-3-bootstrap-1-r8-c3">
            <a:extLst xmlns:a="http://schemas.openxmlformats.org/drawingml/2006/main">
              <a:ext uri="{FF2B5EF4-FFF2-40B4-BE49-F238E27FC236}">
                <a16:creationId xmlns:a16="http://schemas.microsoft.com/office/drawing/2014/main" id="{3D1F9556-4252-4422-A373-936371F0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556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density-3-bootstrap-1-r8-c4">
            <a:extLst xmlns:a="http://schemas.openxmlformats.org/drawingml/2006/main">
              <a:ext uri="{FF2B5EF4-FFF2-40B4-BE49-F238E27FC236}">
                <a16:creationId xmlns:a16="http://schemas.microsoft.com/office/drawing/2014/main" id="{C7C8171D-560F-4592-97AB-1D7A519A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556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density-3-bootstrap-1-r8-c5">
            <a:extLst xmlns:a="http://schemas.openxmlformats.org/drawingml/2006/main">
              <a:ext uri="{FF2B5EF4-FFF2-40B4-BE49-F238E27FC236}">
                <a16:creationId xmlns:a16="http://schemas.microsoft.com/office/drawing/2014/main" id="{A89E3608-72B1-44F1-940D-3478D7B3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2556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density-3-bootstrap-1-r8-c6">
            <a:extLst xmlns:a="http://schemas.openxmlformats.org/drawingml/2006/main">
              <a:ext uri="{FF2B5EF4-FFF2-40B4-BE49-F238E27FC236}">
                <a16:creationId xmlns:a16="http://schemas.microsoft.com/office/drawing/2014/main" id="{51CC5EBA-FB73-414B-84FA-A35BD50A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6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density-3-bootstrap-1-r8-c7">
            <a:extLst xmlns:a="http://schemas.openxmlformats.org/drawingml/2006/main">
              <a:ext uri="{FF2B5EF4-FFF2-40B4-BE49-F238E27FC236}">
                <a16:creationId xmlns:a16="http://schemas.microsoft.com/office/drawing/2014/main" id="{2CDF1D10-A259-487F-99C3-C245C673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56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density-3-bootstrap-1-r8-c8">
            <a:extLst xmlns:a="http://schemas.openxmlformats.org/drawingml/2006/main">
              <a:ext uri="{FF2B5EF4-FFF2-40B4-BE49-F238E27FC236}">
                <a16:creationId xmlns:a16="http://schemas.microsoft.com/office/drawing/2014/main" id="{69969438-8835-4400-9FFD-CEFBAEFB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556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density-3-bootstrap-1-r8-c9">
            <a:extLst xmlns:a="http://schemas.openxmlformats.org/drawingml/2006/main">
              <a:ext uri="{FF2B5EF4-FFF2-40B4-BE49-F238E27FC236}">
                <a16:creationId xmlns:a16="http://schemas.microsoft.com/office/drawing/2014/main" id="{FB5D327A-36C4-4F78-9ADD-7AE44E1D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556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density-3-bootstrap-1-r8-c10">
            <a:extLst xmlns:a="http://schemas.openxmlformats.org/drawingml/2006/main">
              <a:ext uri="{FF2B5EF4-FFF2-40B4-BE49-F238E27FC236}">
                <a16:creationId xmlns:a16="http://schemas.microsoft.com/office/drawing/2014/main" id="{900C299B-2B65-49DC-8F6D-162CF43B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556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density-3-bootstrap-1-r9-c1">
            <a:extLst xmlns:a="http://schemas.openxmlformats.org/drawingml/2006/main">
              <a:ext uri="{FF2B5EF4-FFF2-40B4-BE49-F238E27FC236}">
                <a16:creationId xmlns:a16="http://schemas.microsoft.com/office/drawing/2014/main" id="{07C657E8-9EAF-48F9-ACC0-889CA4E3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3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density-3-bootstrap-1-r9-c2">
            <a:extLst xmlns:a="http://schemas.openxmlformats.org/drawingml/2006/main">
              <a:ext uri="{FF2B5EF4-FFF2-40B4-BE49-F238E27FC236}">
                <a16:creationId xmlns:a16="http://schemas.microsoft.com/office/drawing/2014/main" id="{E12A6AC0-3BCD-4514-A654-52F1D1C2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2663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density-3-bootstrap-1-r9-c3">
            <a:extLst xmlns:a="http://schemas.openxmlformats.org/drawingml/2006/main">
              <a:ext uri="{FF2B5EF4-FFF2-40B4-BE49-F238E27FC236}">
                <a16:creationId xmlns:a16="http://schemas.microsoft.com/office/drawing/2014/main" id="{2B50C4E3-B939-4C9D-BDFF-59C1E38D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663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density-3-bootstrap-1-r9-c4">
            <a:extLst xmlns:a="http://schemas.openxmlformats.org/drawingml/2006/main">
              <a:ext uri="{FF2B5EF4-FFF2-40B4-BE49-F238E27FC236}">
                <a16:creationId xmlns:a16="http://schemas.microsoft.com/office/drawing/2014/main" id="{65886EF3-0AB4-4544-9694-7DB1E1C1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3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density-3-bootstrap-1-r9-c5">
            <a:extLst xmlns:a="http://schemas.openxmlformats.org/drawingml/2006/main">
              <a:ext uri="{FF2B5EF4-FFF2-40B4-BE49-F238E27FC236}">
                <a16:creationId xmlns:a16="http://schemas.microsoft.com/office/drawing/2014/main" id="{9AFCF7EB-1D94-4BAC-B5B1-5DD3C950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2663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density-3-bootstrap-1-r9-c6">
            <a:extLst xmlns:a="http://schemas.openxmlformats.org/drawingml/2006/main">
              <a:ext uri="{FF2B5EF4-FFF2-40B4-BE49-F238E27FC236}">
                <a16:creationId xmlns:a16="http://schemas.microsoft.com/office/drawing/2014/main" id="{DEF8962A-FE40-40B8-BCA4-8AE08C58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3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density-3-bootstrap-1-r9-c7">
            <a:extLst xmlns:a="http://schemas.openxmlformats.org/drawingml/2006/main">
              <a:ext uri="{FF2B5EF4-FFF2-40B4-BE49-F238E27FC236}">
                <a16:creationId xmlns:a16="http://schemas.microsoft.com/office/drawing/2014/main" id="{5F548A98-0052-4E84-B1DF-027C4652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63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density-3-bootstrap-1-r9-c8">
            <a:extLst xmlns:a="http://schemas.openxmlformats.org/drawingml/2006/main">
              <a:ext uri="{FF2B5EF4-FFF2-40B4-BE49-F238E27FC236}">
                <a16:creationId xmlns:a16="http://schemas.microsoft.com/office/drawing/2014/main" id="{9692F86B-5375-44C8-BC7A-281CC50B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663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density-3-bootstrap-1-r9-c9">
            <a:extLst xmlns:a="http://schemas.openxmlformats.org/drawingml/2006/main">
              <a:ext uri="{FF2B5EF4-FFF2-40B4-BE49-F238E27FC236}">
                <a16:creationId xmlns:a16="http://schemas.microsoft.com/office/drawing/2014/main" id="{FA98C561-43BD-4E86-BD3D-EA99DD8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663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density-3-bootstrap-1-r9-c10">
            <a:extLst xmlns:a="http://schemas.openxmlformats.org/drawingml/2006/main">
              <a:ext uri="{FF2B5EF4-FFF2-40B4-BE49-F238E27FC236}">
                <a16:creationId xmlns:a16="http://schemas.microsoft.com/office/drawing/2014/main" id="{596BCF5C-9FC4-42D4-8F66-4C8889C6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663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density-3-bootstrap-1-r10-c1">
            <a:extLst xmlns:a="http://schemas.openxmlformats.org/drawingml/2006/main">
              <a:ext uri="{FF2B5EF4-FFF2-40B4-BE49-F238E27FC236}">
                <a16:creationId xmlns:a16="http://schemas.microsoft.com/office/drawing/2014/main" id="{49777B9B-82E8-454D-A319-D16AEA0F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9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density-3-bootstrap-1-r10-c2">
            <a:extLst xmlns:a="http://schemas.openxmlformats.org/drawingml/2006/main">
              <a:ext uri="{FF2B5EF4-FFF2-40B4-BE49-F238E27FC236}">
                <a16:creationId xmlns:a16="http://schemas.microsoft.com/office/drawing/2014/main" id="{E0263671-207F-4E01-BC2A-3F1EFDB9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2769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density-3-bootstrap-1-r10-c3">
            <a:extLst xmlns:a="http://schemas.openxmlformats.org/drawingml/2006/main">
              <a:ext uri="{FF2B5EF4-FFF2-40B4-BE49-F238E27FC236}">
                <a16:creationId xmlns:a16="http://schemas.microsoft.com/office/drawing/2014/main" id="{7A4BD5D5-0F40-4830-857C-CE97B2C1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2769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density-3-bootstrap-1-r10-c4">
            <a:extLst xmlns:a="http://schemas.openxmlformats.org/drawingml/2006/main">
              <a:ext uri="{FF2B5EF4-FFF2-40B4-BE49-F238E27FC236}">
                <a16:creationId xmlns:a16="http://schemas.microsoft.com/office/drawing/2014/main" id="{EDB574DB-7D50-44C2-92E8-E9C66081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69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density-3-bootstrap-1-r10-c5">
            <a:extLst xmlns:a="http://schemas.openxmlformats.org/drawingml/2006/main">
              <a:ext uri="{FF2B5EF4-FFF2-40B4-BE49-F238E27FC236}">
                <a16:creationId xmlns:a16="http://schemas.microsoft.com/office/drawing/2014/main" id="{170D8AEF-1755-423B-93BD-04C5C334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2769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density-3-bootstrap-1-r10-c6">
            <a:extLst xmlns:a="http://schemas.openxmlformats.org/drawingml/2006/main">
              <a:ext uri="{FF2B5EF4-FFF2-40B4-BE49-F238E27FC236}">
                <a16:creationId xmlns:a16="http://schemas.microsoft.com/office/drawing/2014/main" id="{C621559F-7F2A-413C-A46A-0C250299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9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density-3-bootstrap-1-r10-c7">
            <a:extLst xmlns:a="http://schemas.openxmlformats.org/drawingml/2006/main">
              <a:ext uri="{FF2B5EF4-FFF2-40B4-BE49-F238E27FC236}">
                <a16:creationId xmlns:a16="http://schemas.microsoft.com/office/drawing/2014/main" id="{D6AFEA44-41A1-4974-91FD-3C13880E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69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density-3-bootstrap-1-r10-c8">
            <a:extLst xmlns:a="http://schemas.openxmlformats.org/drawingml/2006/main">
              <a:ext uri="{FF2B5EF4-FFF2-40B4-BE49-F238E27FC236}">
                <a16:creationId xmlns:a16="http://schemas.microsoft.com/office/drawing/2014/main" id="{A3F5A524-42BB-4244-972F-5DC98EB4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769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density-3-bootstrap-1-r10-c9">
            <a:extLst xmlns:a="http://schemas.openxmlformats.org/drawingml/2006/main">
              <a:ext uri="{FF2B5EF4-FFF2-40B4-BE49-F238E27FC236}">
                <a16:creationId xmlns:a16="http://schemas.microsoft.com/office/drawing/2014/main" id="{29974EA0-A07E-47F2-BE92-967AEE7A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769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density-3-bootstrap-1-r10-c10">
            <a:extLst xmlns:a="http://schemas.openxmlformats.org/drawingml/2006/main">
              <a:ext uri="{FF2B5EF4-FFF2-40B4-BE49-F238E27FC236}">
                <a16:creationId xmlns:a16="http://schemas.microsoft.com/office/drawing/2014/main" id="{645BEA89-249C-43DC-9252-33CEA0FE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769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density-3-bootstrap-2-r1-c1">
            <a:extLst xmlns:a="http://schemas.openxmlformats.org/drawingml/2006/main">
              <a:ext uri="{FF2B5EF4-FFF2-40B4-BE49-F238E27FC236}">
                <a16:creationId xmlns:a16="http://schemas.microsoft.com/office/drawing/2014/main" id="{9675898C-5ABA-4507-88DA-12BE06C7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density-3-bootstrap-2-r1-c2">
            <a:extLst xmlns:a="http://schemas.openxmlformats.org/drawingml/2006/main">
              <a:ext uri="{FF2B5EF4-FFF2-40B4-BE49-F238E27FC236}">
                <a16:creationId xmlns:a16="http://schemas.microsoft.com/office/drawing/2014/main" id="{809EEE63-5427-4197-B462-89308FAD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333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density-3-bootstrap-2-r1-c3">
            <a:extLst xmlns:a="http://schemas.openxmlformats.org/drawingml/2006/main">
              <a:ext uri="{FF2B5EF4-FFF2-40B4-BE49-F238E27FC236}">
                <a16:creationId xmlns:a16="http://schemas.microsoft.com/office/drawing/2014/main" id="{AF97F167-16F9-4B09-90EF-DECAB43E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3333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density-3-bootstrap-2-r1-c4">
            <a:extLst xmlns:a="http://schemas.openxmlformats.org/drawingml/2006/main">
              <a:ext uri="{FF2B5EF4-FFF2-40B4-BE49-F238E27FC236}">
                <a16:creationId xmlns:a16="http://schemas.microsoft.com/office/drawing/2014/main" id="{00AC9CD9-6EC1-4B16-8DE8-D3FFB07F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333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density-3-bootstrap-2-r1-c5">
            <a:extLst xmlns:a="http://schemas.openxmlformats.org/drawingml/2006/main">
              <a:ext uri="{FF2B5EF4-FFF2-40B4-BE49-F238E27FC236}">
                <a16:creationId xmlns:a16="http://schemas.microsoft.com/office/drawing/2014/main" id="{0F6E706B-DAC9-4387-9CCD-66D5A260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3333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density-3-bootstrap-2-r1-c6">
            <a:extLst xmlns:a="http://schemas.openxmlformats.org/drawingml/2006/main">
              <a:ext uri="{FF2B5EF4-FFF2-40B4-BE49-F238E27FC236}">
                <a16:creationId xmlns:a16="http://schemas.microsoft.com/office/drawing/2014/main" id="{4533302C-1697-4A83-9990-304B626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density-3-bootstrap-2-r1-c7">
            <a:extLst xmlns:a="http://schemas.openxmlformats.org/drawingml/2006/main">
              <a:ext uri="{FF2B5EF4-FFF2-40B4-BE49-F238E27FC236}">
                <a16:creationId xmlns:a16="http://schemas.microsoft.com/office/drawing/2014/main" id="{1340A36F-AFB2-4943-B7B0-9A1FBD95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33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density-3-bootstrap-2-r1-c8">
            <a:extLst xmlns:a="http://schemas.openxmlformats.org/drawingml/2006/main">
              <a:ext uri="{FF2B5EF4-FFF2-40B4-BE49-F238E27FC236}">
                <a16:creationId xmlns:a16="http://schemas.microsoft.com/office/drawing/2014/main" id="{DC3D85E3-21F1-436C-8D14-4B720E25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3333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density-3-bootstrap-2-r1-c9">
            <a:extLst xmlns:a="http://schemas.openxmlformats.org/drawingml/2006/main">
              <a:ext uri="{FF2B5EF4-FFF2-40B4-BE49-F238E27FC236}">
                <a16:creationId xmlns:a16="http://schemas.microsoft.com/office/drawing/2014/main" id="{9DABD280-7A0F-4D64-88E6-74B4C536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3333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density-3-bootstrap-2-r1-c10">
            <a:extLst xmlns:a="http://schemas.openxmlformats.org/drawingml/2006/main">
              <a:ext uri="{FF2B5EF4-FFF2-40B4-BE49-F238E27FC236}">
                <a16:creationId xmlns:a16="http://schemas.microsoft.com/office/drawing/2014/main" id="{B11582B2-2E94-438B-8D49-4B23368B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33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density-3-bootstrap-2-r2-c1">
            <a:extLst xmlns:a="http://schemas.openxmlformats.org/drawingml/2006/main">
              <a:ext uri="{FF2B5EF4-FFF2-40B4-BE49-F238E27FC236}">
                <a16:creationId xmlns:a16="http://schemas.microsoft.com/office/drawing/2014/main" id="{EA766D89-EC57-458D-9AE5-EA256A37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0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density-3-bootstrap-2-r2-c2">
            <a:extLst xmlns:a="http://schemas.openxmlformats.org/drawingml/2006/main">
              <a:ext uri="{FF2B5EF4-FFF2-40B4-BE49-F238E27FC236}">
                <a16:creationId xmlns:a16="http://schemas.microsoft.com/office/drawing/2014/main" id="{8A441227-7FC0-4E2B-9E2D-C0D50725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440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density-3-bootstrap-2-r2-c3">
            <a:extLst xmlns:a="http://schemas.openxmlformats.org/drawingml/2006/main">
              <a:ext uri="{FF2B5EF4-FFF2-40B4-BE49-F238E27FC236}">
                <a16:creationId xmlns:a16="http://schemas.microsoft.com/office/drawing/2014/main" id="{164ACDED-F726-4EE2-9460-AEF31EDA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3440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density-3-bootstrap-2-r2-c4">
            <a:extLst xmlns:a="http://schemas.openxmlformats.org/drawingml/2006/main">
              <a:ext uri="{FF2B5EF4-FFF2-40B4-BE49-F238E27FC236}">
                <a16:creationId xmlns:a16="http://schemas.microsoft.com/office/drawing/2014/main" id="{1DE71A20-5560-4842-9B34-4D255A2D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40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density-3-bootstrap-2-r2-c5">
            <a:extLst xmlns:a="http://schemas.openxmlformats.org/drawingml/2006/main">
              <a:ext uri="{FF2B5EF4-FFF2-40B4-BE49-F238E27FC236}">
                <a16:creationId xmlns:a16="http://schemas.microsoft.com/office/drawing/2014/main" id="{60437AE1-C47C-4385-98EF-DF60B465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3440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density-3-bootstrap-2-r2-c6">
            <a:extLst xmlns:a="http://schemas.openxmlformats.org/drawingml/2006/main">
              <a:ext uri="{FF2B5EF4-FFF2-40B4-BE49-F238E27FC236}">
                <a16:creationId xmlns:a16="http://schemas.microsoft.com/office/drawing/2014/main" id="{5971523D-F708-42E6-AB40-EDEAF35E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40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density-3-bootstrap-2-r2-c7">
            <a:extLst xmlns:a="http://schemas.openxmlformats.org/drawingml/2006/main">
              <a:ext uri="{FF2B5EF4-FFF2-40B4-BE49-F238E27FC236}">
                <a16:creationId xmlns:a16="http://schemas.microsoft.com/office/drawing/2014/main" id="{AF871824-8EA6-416A-B338-8DB54406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440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density-3-bootstrap-2-r2-c8">
            <a:extLst xmlns:a="http://schemas.openxmlformats.org/drawingml/2006/main">
              <a:ext uri="{FF2B5EF4-FFF2-40B4-BE49-F238E27FC236}">
                <a16:creationId xmlns:a16="http://schemas.microsoft.com/office/drawing/2014/main" id="{74D62A6A-9CA1-4CF5-B245-9F8E519D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3440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density-3-bootstrap-2-r2-c9">
            <a:extLst xmlns:a="http://schemas.openxmlformats.org/drawingml/2006/main">
              <a:ext uri="{FF2B5EF4-FFF2-40B4-BE49-F238E27FC236}">
                <a16:creationId xmlns:a16="http://schemas.microsoft.com/office/drawing/2014/main" id="{90EDEC1B-F97C-4E64-864E-CD5D1EC2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3440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density-3-bootstrap-2-r2-c10">
            <a:extLst xmlns:a="http://schemas.openxmlformats.org/drawingml/2006/main">
              <a:ext uri="{FF2B5EF4-FFF2-40B4-BE49-F238E27FC236}">
                <a16:creationId xmlns:a16="http://schemas.microsoft.com/office/drawing/2014/main" id="{876AABCF-3FC1-4032-9858-99520029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440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density-3-bootstrap-2-r3-c1">
            <a:extLst xmlns:a="http://schemas.openxmlformats.org/drawingml/2006/main">
              <a:ext uri="{FF2B5EF4-FFF2-40B4-BE49-F238E27FC236}">
                <a16:creationId xmlns:a16="http://schemas.microsoft.com/office/drawing/2014/main" id="{B3265C5C-B443-4831-A2B3-B59C8C2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47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density-3-bootstrap-2-r3-c2">
            <a:extLst xmlns:a="http://schemas.openxmlformats.org/drawingml/2006/main">
              <a:ext uri="{FF2B5EF4-FFF2-40B4-BE49-F238E27FC236}">
                <a16:creationId xmlns:a16="http://schemas.microsoft.com/office/drawing/2014/main" id="{39352967-FECC-4B86-A3DE-E9AA8C95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547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density-3-bootstrap-2-r3-c3">
            <a:extLst xmlns:a="http://schemas.openxmlformats.org/drawingml/2006/main">
              <a:ext uri="{FF2B5EF4-FFF2-40B4-BE49-F238E27FC236}">
                <a16:creationId xmlns:a16="http://schemas.microsoft.com/office/drawing/2014/main" id="{6A86476E-254C-41FC-ADA0-295B9FAF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3547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density-3-bootstrap-2-r3-c4">
            <a:extLst xmlns:a="http://schemas.openxmlformats.org/drawingml/2006/main">
              <a:ext uri="{FF2B5EF4-FFF2-40B4-BE49-F238E27FC236}">
                <a16:creationId xmlns:a16="http://schemas.microsoft.com/office/drawing/2014/main" id="{2D06516E-A3E9-4464-B453-522638B3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47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density-3-bootstrap-2-r3-c5">
            <a:extLst xmlns:a="http://schemas.openxmlformats.org/drawingml/2006/main">
              <a:ext uri="{FF2B5EF4-FFF2-40B4-BE49-F238E27FC236}">
                <a16:creationId xmlns:a16="http://schemas.microsoft.com/office/drawing/2014/main" id="{2C4E3991-914E-4459-99D6-693B1797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3547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density-3-bootstrap-2-r3-c6">
            <a:extLst xmlns:a="http://schemas.openxmlformats.org/drawingml/2006/main">
              <a:ext uri="{FF2B5EF4-FFF2-40B4-BE49-F238E27FC236}">
                <a16:creationId xmlns:a16="http://schemas.microsoft.com/office/drawing/2014/main" id="{BBFBA3BC-48EC-4ABF-9612-2692FAFC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7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density-3-bootstrap-2-r3-c7">
            <a:extLst xmlns:a="http://schemas.openxmlformats.org/drawingml/2006/main">
              <a:ext uri="{FF2B5EF4-FFF2-40B4-BE49-F238E27FC236}">
                <a16:creationId xmlns:a16="http://schemas.microsoft.com/office/drawing/2014/main" id="{83C3337F-785F-4C0E-AA5C-011B597B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47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density-3-bootstrap-2-r3-c8">
            <a:extLst xmlns:a="http://schemas.openxmlformats.org/drawingml/2006/main">
              <a:ext uri="{FF2B5EF4-FFF2-40B4-BE49-F238E27FC236}">
                <a16:creationId xmlns:a16="http://schemas.microsoft.com/office/drawing/2014/main" id="{66AF2827-2529-47EA-A04F-C13E1C47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3547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density-3-bootstrap-2-r3-c9">
            <a:extLst xmlns:a="http://schemas.openxmlformats.org/drawingml/2006/main">
              <a:ext uri="{FF2B5EF4-FFF2-40B4-BE49-F238E27FC236}">
                <a16:creationId xmlns:a16="http://schemas.microsoft.com/office/drawing/2014/main" id="{C31E8A69-D22F-4EDB-90D4-9B75EACF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3547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density-3-bootstrap-2-r3-c10">
            <a:extLst xmlns:a="http://schemas.openxmlformats.org/drawingml/2006/main">
              <a:ext uri="{FF2B5EF4-FFF2-40B4-BE49-F238E27FC236}">
                <a16:creationId xmlns:a16="http://schemas.microsoft.com/office/drawing/2014/main" id="{64E34BD5-4F6F-4E16-89FA-537F0726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547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density-3-bootstrap-2-r4-c1">
            <a:extLst xmlns:a="http://schemas.openxmlformats.org/drawingml/2006/main">
              <a:ext uri="{FF2B5EF4-FFF2-40B4-BE49-F238E27FC236}">
                <a16:creationId xmlns:a16="http://schemas.microsoft.com/office/drawing/2014/main" id="{A0040E90-9B21-4052-96EA-BC65EDE5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53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density-3-bootstrap-2-r4-c2">
            <a:extLst xmlns:a="http://schemas.openxmlformats.org/drawingml/2006/main">
              <a:ext uri="{FF2B5EF4-FFF2-40B4-BE49-F238E27FC236}">
                <a16:creationId xmlns:a16="http://schemas.microsoft.com/office/drawing/2014/main" id="{F9B086CD-B643-4FE1-BA82-5C4E69E0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653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density-3-bootstrap-2-r4-c3">
            <a:extLst xmlns:a="http://schemas.openxmlformats.org/drawingml/2006/main">
              <a:ext uri="{FF2B5EF4-FFF2-40B4-BE49-F238E27FC236}">
                <a16:creationId xmlns:a16="http://schemas.microsoft.com/office/drawing/2014/main" id="{86B336B3-A987-48C8-BF73-DA96302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3653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density-3-bootstrap-2-r4-c4">
            <a:extLst xmlns:a="http://schemas.openxmlformats.org/drawingml/2006/main">
              <a:ext uri="{FF2B5EF4-FFF2-40B4-BE49-F238E27FC236}">
                <a16:creationId xmlns:a16="http://schemas.microsoft.com/office/drawing/2014/main" id="{3DD3F48E-974C-4800-A11D-098F853A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53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density-3-bootstrap-2-r4-c5">
            <a:extLst xmlns:a="http://schemas.openxmlformats.org/drawingml/2006/main">
              <a:ext uri="{FF2B5EF4-FFF2-40B4-BE49-F238E27FC236}">
                <a16:creationId xmlns:a16="http://schemas.microsoft.com/office/drawing/2014/main" id="{AD33B22C-DDB1-408B-916D-A4CF1AE0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3653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density-3-bootstrap-2-r4-c6">
            <a:extLst xmlns:a="http://schemas.openxmlformats.org/drawingml/2006/main">
              <a:ext uri="{FF2B5EF4-FFF2-40B4-BE49-F238E27FC236}">
                <a16:creationId xmlns:a16="http://schemas.microsoft.com/office/drawing/2014/main" id="{2B584A90-A49A-4ADD-9026-85A76B0E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3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density-3-bootstrap-2-r4-c7">
            <a:extLst xmlns:a="http://schemas.openxmlformats.org/drawingml/2006/main">
              <a:ext uri="{FF2B5EF4-FFF2-40B4-BE49-F238E27FC236}">
                <a16:creationId xmlns:a16="http://schemas.microsoft.com/office/drawing/2014/main" id="{7817108E-4718-4C1A-BAAA-FF3341C7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653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density-3-bootstrap-2-r4-c8">
            <a:extLst xmlns:a="http://schemas.openxmlformats.org/drawingml/2006/main">
              <a:ext uri="{FF2B5EF4-FFF2-40B4-BE49-F238E27FC236}">
                <a16:creationId xmlns:a16="http://schemas.microsoft.com/office/drawing/2014/main" id="{C3C7410A-8A96-4ECF-B349-6AE33487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3653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density-3-bootstrap-2-r4-c9">
            <a:extLst xmlns:a="http://schemas.openxmlformats.org/drawingml/2006/main">
              <a:ext uri="{FF2B5EF4-FFF2-40B4-BE49-F238E27FC236}">
                <a16:creationId xmlns:a16="http://schemas.microsoft.com/office/drawing/2014/main" id="{A55DBCC0-69A5-4FBD-B144-8344C942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3653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density-3-bootstrap-2-r4-c10">
            <a:extLst xmlns:a="http://schemas.openxmlformats.org/drawingml/2006/main">
              <a:ext uri="{FF2B5EF4-FFF2-40B4-BE49-F238E27FC236}">
                <a16:creationId xmlns:a16="http://schemas.microsoft.com/office/drawing/2014/main" id="{027AB7EC-BFDD-42DC-9050-477C6110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653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density-3-bootstrap-2-r5-c1">
            <a:extLst xmlns:a="http://schemas.openxmlformats.org/drawingml/2006/main">
              <a:ext uri="{FF2B5EF4-FFF2-40B4-BE49-F238E27FC236}">
                <a16:creationId xmlns:a16="http://schemas.microsoft.com/office/drawing/2014/main" id="{71F1E81F-8C2A-4292-BF94-910D2843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60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density-3-bootstrap-2-r5-c2">
            <a:extLst xmlns:a="http://schemas.openxmlformats.org/drawingml/2006/main">
              <a:ext uri="{FF2B5EF4-FFF2-40B4-BE49-F238E27FC236}">
                <a16:creationId xmlns:a16="http://schemas.microsoft.com/office/drawing/2014/main" id="{2CCA7F9F-5666-4B34-A278-D7BF7E3F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760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density-3-bootstrap-2-r5-c3">
            <a:extLst xmlns:a="http://schemas.openxmlformats.org/drawingml/2006/main">
              <a:ext uri="{FF2B5EF4-FFF2-40B4-BE49-F238E27FC236}">
                <a16:creationId xmlns:a16="http://schemas.microsoft.com/office/drawing/2014/main" id="{1895F8D7-9AB9-45B1-8DA3-B1FD7D59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3760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density-3-bootstrap-2-r5-c4">
            <a:extLst xmlns:a="http://schemas.openxmlformats.org/drawingml/2006/main">
              <a:ext uri="{FF2B5EF4-FFF2-40B4-BE49-F238E27FC236}">
                <a16:creationId xmlns:a16="http://schemas.microsoft.com/office/drawing/2014/main" id="{CD9554F6-D7DB-47E0-B900-9CFF25EB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60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density-3-bootstrap-2-r5-c5">
            <a:extLst xmlns:a="http://schemas.openxmlformats.org/drawingml/2006/main">
              <a:ext uri="{FF2B5EF4-FFF2-40B4-BE49-F238E27FC236}">
                <a16:creationId xmlns:a16="http://schemas.microsoft.com/office/drawing/2014/main" id="{55FC4B6C-CB2F-4532-880A-9E9A6E5E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3760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density-3-bootstrap-2-r5-c6">
            <a:extLst xmlns:a="http://schemas.openxmlformats.org/drawingml/2006/main">
              <a:ext uri="{FF2B5EF4-FFF2-40B4-BE49-F238E27FC236}">
                <a16:creationId xmlns:a16="http://schemas.microsoft.com/office/drawing/2014/main" id="{A8A2667E-C8E2-4CC2-BA77-FCFA5649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60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density-3-bootstrap-2-r5-c7">
            <a:extLst xmlns:a="http://schemas.openxmlformats.org/drawingml/2006/main">
              <a:ext uri="{FF2B5EF4-FFF2-40B4-BE49-F238E27FC236}">
                <a16:creationId xmlns:a16="http://schemas.microsoft.com/office/drawing/2014/main" id="{3746D94C-2E7E-457D-8B40-F68BB34E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60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density-3-bootstrap-2-r5-c8">
            <a:extLst xmlns:a="http://schemas.openxmlformats.org/drawingml/2006/main">
              <a:ext uri="{FF2B5EF4-FFF2-40B4-BE49-F238E27FC236}">
                <a16:creationId xmlns:a16="http://schemas.microsoft.com/office/drawing/2014/main" id="{CA13F5D2-302D-45FC-BDB4-417A034C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3760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density-3-bootstrap-2-r5-c9">
            <a:extLst xmlns:a="http://schemas.openxmlformats.org/drawingml/2006/main">
              <a:ext uri="{FF2B5EF4-FFF2-40B4-BE49-F238E27FC236}">
                <a16:creationId xmlns:a16="http://schemas.microsoft.com/office/drawing/2014/main" id="{2F0676FF-0AE4-4E26-AE17-82336AB9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3760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density-3-bootstrap-2-r5-c10">
            <a:extLst xmlns:a="http://schemas.openxmlformats.org/drawingml/2006/main">
              <a:ext uri="{FF2B5EF4-FFF2-40B4-BE49-F238E27FC236}">
                <a16:creationId xmlns:a16="http://schemas.microsoft.com/office/drawing/2014/main" id="{C1ED2A27-A033-4C1B-9CBD-E47F16FF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760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density-3-bootstrap-2-r6-c1">
            <a:extLst xmlns:a="http://schemas.openxmlformats.org/drawingml/2006/main">
              <a:ext uri="{FF2B5EF4-FFF2-40B4-BE49-F238E27FC236}">
                <a16:creationId xmlns:a16="http://schemas.microsoft.com/office/drawing/2014/main" id="{DFD05DAF-7A5A-4822-B93E-CA4D7D9C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density-3-bootstrap-2-r6-c2">
            <a:extLst xmlns:a="http://schemas.openxmlformats.org/drawingml/2006/main">
              <a:ext uri="{FF2B5EF4-FFF2-40B4-BE49-F238E27FC236}">
                <a16:creationId xmlns:a16="http://schemas.microsoft.com/office/drawing/2014/main" id="{6747E473-8C55-44FE-AFDC-AB6A204A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867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density-3-bootstrap-2-r6-c3">
            <a:extLst xmlns:a="http://schemas.openxmlformats.org/drawingml/2006/main">
              <a:ext uri="{FF2B5EF4-FFF2-40B4-BE49-F238E27FC236}">
                <a16:creationId xmlns:a16="http://schemas.microsoft.com/office/drawing/2014/main" id="{1263E91D-E5EB-47E2-AD27-7A9A85E3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3867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density-3-bootstrap-2-r6-c4">
            <a:extLst xmlns:a="http://schemas.openxmlformats.org/drawingml/2006/main">
              <a:ext uri="{FF2B5EF4-FFF2-40B4-BE49-F238E27FC236}">
                <a16:creationId xmlns:a16="http://schemas.microsoft.com/office/drawing/2014/main" id="{CEE45AF0-4608-4CBF-A3A0-6D4F4A1B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density-3-bootstrap-2-r6-c5">
            <a:extLst xmlns:a="http://schemas.openxmlformats.org/drawingml/2006/main">
              <a:ext uri="{FF2B5EF4-FFF2-40B4-BE49-F238E27FC236}">
                <a16:creationId xmlns:a16="http://schemas.microsoft.com/office/drawing/2014/main" id="{24653DE6-381B-46A9-AE36-B75D531B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3867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density-3-bootstrap-2-r6-c6">
            <a:extLst xmlns:a="http://schemas.openxmlformats.org/drawingml/2006/main">
              <a:ext uri="{FF2B5EF4-FFF2-40B4-BE49-F238E27FC236}">
                <a16:creationId xmlns:a16="http://schemas.microsoft.com/office/drawing/2014/main" id="{9C0E459A-C4A6-4254-890E-291CF5FD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67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density-3-bootstrap-2-r6-c7">
            <a:extLst xmlns:a="http://schemas.openxmlformats.org/drawingml/2006/main">
              <a:ext uri="{FF2B5EF4-FFF2-40B4-BE49-F238E27FC236}">
                <a16:creationId xmlns:a16="http://schemas.microsoft.com/office/drawing/2014/main" id="{4110C0D0-1AB8-4946-90BB-C5DA2F54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67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density-3-bootstrap-2-r6-c8">
            <a:extLst xmlns:a="http://schemas.openxmlformats.org/drawingml/2006/main">
              <a:ext uri="{FF2B5EF4-FFF2-40B4-BE49-F238E27FC236}">
                <a16:creationId xmlns:a16="http://schemas.microsoft.com/office/drawing/2014/main" id="{4E70CE7F-C76A-4944-AB51-DAD90947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3867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density-3-bootstrap-2-r6-c9">
            <a:extLst xmlns:a="http://schemas.openxmlformats.org/drawingml/2006/main">
              <a:ext uri="{FF2B5EF4-FFF2-40B4-BE49-F238E27FC236}">
                <a16:creationId xmlns:a16="http://schemas.microsoft.com/office/drawing/2014/main" id="{4CBAD314-5452-46BC-AA1D-F6E5539B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3867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density-3-bootstrap-2-r6-c10">
            <a:extLst xmlns:a="http://schemas.openxmlformats.org/drawingml/2006/main">
              <a:ext uri="{FF2B5EF4-FFF2-40B4-BE49-F238E27FC236}">
                <a16:creationId xmlns:a16="http://schemas.microsoft.com/office/drawing/2014/main" id="{BB6CC8E0-D4B6-4D35-A6C7-C8099DFB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67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density-3-bootstrap-2-r7-c1">
            <a:extLst xmlns:a="http://schemas.openxmlformats.org/drawingml/2006/main">
              <a:ext uri="{FF2B5EF4-FFF2-40B4-BE49-F238E27FC236}">
                <a16:creationId xmlns:a16="http://schemas.microsoft.com/office/drawing/2014/main" id="{5D209FD5-A431-4C37-95C6-F520C056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73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density-3-bootstrap-2-r7-c2">
            <a:extLst xmlns:a="http://schemas.openxmlformats.org/drawingml/2006/main">
              <a:ext uri="{FF2B5EF4-FFF2-40B4-BE49-F238E27FC236}">
                <a16:creationId xmlns:a16="http://schemas.microsoft.com/office/drawing/2014/main" id="{AABCC3C0-3F15-4C7D-9B9C-861CB108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3973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density-3-bootstrap-2-r7-c3">
            <a:extLst xmlns:a="http://schemas.openxmlformats.org/drawingml/2006/main">
              <a:ext uri="{FF2B5EF4-FFF2-40B4-BE49-F238E27FC236}">
                <a16:creationId xmlns:a16="http://schemas.microsoft.com/office/drawing/2014/main" id="{0955F33C-0917-458B-9EC5-176CAECC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3973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density-3-bootstrap-2-r7-c4">
            <a:extLst xmlns:a="http://schemas.openxmlformats.org/drawingml/2006/main">
              <a:ext uri="{FF2B5EF4-FFF2-40B4-BE49-F238E27FC236}">
                <a16:creationId xmlns:a16="http://schemas.microsoft.com/office/drawing/2014/main" id="{8ED35AF9-5DB0-42E8-A5A9-21EFC908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73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density-3-bootstrap-2-r7-c5">
            <a:extLst xmlns:a="http://schemas.openxmlformats.org/drawingml/2006/main">
              <a:ext uri="{FF2B5EF4-FFF2-40B4-BE49-F238E27FC236}">
                <a16:creationId xmlns:a16="http://schemas.microsoft.com/office/drawing/2014/main" id="{3D43D4B4-1C02-43EA-AE67-3CB8A70F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3973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density-3-bootstrap-2-r7-c6">
            <a:extLst xmlns:a="http://schemas.openxmlformats.org/drawingml/2006/main">
              <a:ext uri="{FF2B5EF4-FFF2-40B4-BE49-F238E27FC236}">
                <a16:creationId xmlns:a16="http://schemas.microsoft.com/office/drawing/2014/main" id="{38069FBC-B2F1-4B0A-8535-D3DF5A95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3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density-3-bootstrap-2-r7-c7">
            <a:extLst xmlns:a="http://schemas.openxmlformats.org/drawingml/2006/main">
              <a:ext uri="{FF2B5EF4-FFF2-40B4-BE49-F238E27FC236}">
                <a16:creationId xmlns:a16="http://schemas.microsoft.com/office/drawing/2014/main" id="{59A0C5E1-E17E-4C4A-B63A-2B26DA9E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73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density-3-bootstrap-2-r7-c8">
            <a:extLst xmlns:a="http://schemas.openxmlformats.org/drawingml/2006/main">
              <a:ext uri="{FF2B5EF4-FFF2-40B4-BE49-F238E27FC236}">
                <a16:creationId xmlns:a16="http://schemas.microsoft.com/office/drawing/2014/main" id="{69F8BEF2-BAFD-44EF-92E2-B43A2EDC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3973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density-3-bootstrap-2-r7-c9">
            <a:extLst xmlns:a="http://schemas.openxmlformats.org/drawingml/2006/main">
              <a:ext uri="{FF2B5EF4-FFF2-40B4-BE49-F238E27FC236}">
                <a16:creationId xmlns:a16="http://schemas.microsoft.com/office/drawing/2014/main" id="{EFD77D0D-B57D-4E70-9635-E65C5B7F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3973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density-3-bootstrap-2-r7-c10">
            <a:extLst xmlns:a="http://schemas.openxmlformats.org/drawingml/2006/main">
              <a:ext uri="{FF2B5EF4-FFF2-40B4-BE49-F238E27FC236}">
                <a16:creationId xmlns:a16="http://schemas.microsoft.com/office/drawing/2014/main" id="{BF9D4BFC-BEFC-4C9B-AC0A-3EA5024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973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density-3-bootstrap-2-r8-c1">
            <a:extLst xmlns:a="http://schemas.openxmlformats.org/drawingml/2006/main">
              <a:ext uri="{FF2B5EF4-FFF2-40B4-BE49-F238E27FC236}">
                <a16:creationId xmlns:a16="http://schemas.microsoft.com/office/drawing/2014/main" id="{A2DB2571-F604-4035-9F58-6F78A95A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80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density-3-bootstrap-2-r8-c2">
            <a:extLst xmlns:a="http://schemas.openxmlformats.org/drawingml/2006/main">
              <a:ext uri="{FF2B5EF4-FFF2-40B4-BE49-F238E27FC236}">
                <a16:creationId xmlns:a16="http://schemas.microsoft.com/office/drawing/2014/main" id="{DEC6C4B4-0397-4E89-9560-BD846EA8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4080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density-3-bootstrap-2-r8-c3">
            <a:extLst xmlns:a="http://schemas.openxmlformats.org/drawingml/2006/main">
              <a:ext uri="{FF2B5EF4-FFF2-40B4-BE49-F238E27FC236}">
                <a16:creationId xmlns:a16="http://schemas.microsoft.com/office/drawing/2014/main" id="{783311F6-65FE-4422-B37E-D69C6905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4080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density-3-bootstrap-2-r8-c4">
            <a:extLst xmlns:a="http://schemas.openxmlformats.org/drawingml/2006/main">
              <a:ext uri="{FF2B5EF4-FFF2-40B4-BE49-F238E27FC236}">
                <a16:creationId xmlns:a16="http://schemas.microsoft.com/office/drawing/2014/main" id="{4271C519-CEE3-49D8-84F7-76C4DC52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80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density-3-bootstrap-2-r8-c5">
            <a:extLst xmlns:a="http://schemas.openxmlformats.org/drawingml/2006/main">
              <a:ext uri="{FF2B5EF4-FFF2-40B4-BE49-F238E27FC236}">
                <a16:creationId xmlns:a16="http://schemas.microsoft.com/office/drawing/2014/main" id="{898E081F-F7DF-41A0-B882-6B1B9C2F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4080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density-3-bootstrap-2-r8-c6">
            <a:extLst xmlns:a="http://schemas.openxmlformats.org/drawingml/2006/main">
              <a:ext uri="{FF2B5EF4-FFF2-40B4-BE49-F238E27FC236}">
                <a16:creationId xmlns:a16="http://schemas.microsoft.com/office/drawing/2014/main" id="{DBD87C88-C564-42C4-91F6-48D50D3A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0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density-3-bootstrap-2-r8-c7">
            <a:extLst xmlns:a="http://schemas.openxmlformats.org/drawingml/2006/main">
              <a:ext uri="{FF2B5EF4-FFF2-40B4-BE49-F238E27FC236}">
                <a16:creationId xmlns:a16="http://schemas.microsoft.com/office/drawing/2014/main" id="{07B46DA0-25D7-45F7-85EA-F9CD4FFB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080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density-3-bootstrap-2-r8-c8">
            <a:extLst xmlns:a="http://schemas.openxmlformats.org/drawingml/2006/main">
              <a:ext uri="{FF2B5EF4-FFF2-40B4-BE49-F238E27FC236}">
                <a16:creationId xmlns:a16="http://schemas.microsoft.com/office/drawing/2014/main" id="{406E3067-9FEC-46D5-A703-38590545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4080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density-3-bootstrap-2-r8-c9">
            <a:extLst xmlns:a="http://schemas.openxmlformats.org/drawingml/2006/main">
              <a:ext uri="{FF2B5EF4-FFF2-40B4-BE49-F238E27FC236}">
                <a16:creationId xmlns:a16="http://schemas.microsoft.com/office/drawing/2014/main" id="{8AF2E10A-79A5-4E6D-AA88-9493E9F0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4080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density-3-bootstrap-2-r8-c10">
            <a:extLst xmlns:a="http://schemas.openxmlformats.org/drawingml/2006/main">
              <a:ext uri="{FF2B5EF4-FFF2-40B4-BE49-F238E27FC236}">
                <a16:creationId xmlns:a16="http://schemas.microsoft.com/office/drawing/2014/main" id="{E95105D2-216F-44D3-94C7-47C146DE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80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density-3-bootstrap-2-r9-c1">
            <a:extLst xmlns:a="http://schemas.openxmlformats.org/drawingml/2006/main">
              <a:ext uri="{FF2B5EF4-FFF2-40B4-BE49-F238E27FC236}">
                <a16:creationId xmlns:a16="http://schemas.microsoft.com/office/drawing/2014/main" id="{09479AE0-E9F6-4432-9B98-DA4CF449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7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density-3-bootstrap-2-r9-c2">
            <a:extLst xmlns:a="http://schemas.openxmlformats.org/drawingml/2006/main">
              <a:ext uri="{FF2B5EF4-FFF2-40B4-BE49-F238E27FC236}">
                <a16:creationId xmlns:a16="http://schemas.microsoft.com/office/drawing/2014/main" id="{338C9917-984F-4A7D-B017-43BA5D16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4187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density-3-bootstrap-2-r9-c3">
            <a:extLst xmlns:a="http://schemas.openxmlformats.org/drawingml/2006/main">
              <a:ext uri="{FF2B5EF4-FFF2-40B4-BE49-F238E27FC236}">
                <a16:creationId xmlns:a16="http://schemas.microsoft.com/office/drawing/2014/main" id="{91BA7250-B7AF-4773-9E51-E40B6583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4187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density-3-bootstrap-2-r9-c4">
            <a:extLst xmlns:a="http://schemas.openxmlformats.org/drawingml/2006/main">
              <a:ext uri="{FF2B5EF4-FFF2-40B4-BE49-F238E27FC236}">
                <a16:creationId xmlns:a16="http://schemas.microsoft.com/office/drawing/2014/main" id="{64ADA9E2-D5BF-4253-8EF2-46AE1EB4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87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density-3-bootstrap-2-r9-c5">
            <a:extLst xmlns:a="http://schemas.openxmlformats.org/drawingml/2006/main">
              <a:ext uri="{FF2B5EF4-FFF2-40B4-BE49-F238E27FC236}">
                <a16:creationId xmlns:a16="http://schemas.microsoft.com/office/drawing/2014/main" id="{14594CA6-8D48-4905-B3A8-78EDE2DF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4187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density-3-bootstrap-2-r9-c6">
            <a:extLst xmlns:a="http://schemas.openxmlformats.org/drawingml/2006/main">
              <a:ext uri="{FF2B5EF4-FFF2-40B4-BE49-F238E27FC236}">
                <a16:creationId xmlns:a16="http://schemas.microsoft.com/office/drawing/2014/main" id="{6DF3840B-FAFB-4DE9-B8DD-4FF165F5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7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density-3-bootstrap-2-r9-c7">
            <a:extLst xmlns:a="http://schemas.openxmlformats.org/drawingml/2006/main">
              <a:ext uri="{FF2B5EF4-FFF2-40B4-BE49-F238E27FC236}">
                <a16:creationId xmlns:a16="http://schemas.microsoft.com/office/drawing/2014/main" id="{AC90DCCF-FA3C-46CD-B3DC-106C0AAC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87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density-3-bootstrap-2-r9-c8">
            <a:extLst xmlns:a="http://schemas.openxmlformats.org/drawingml/2006/main">
              <a:ext uri="{FF2B5EF4-FFF2-40B4-BE49-F238E27FC236}">
                <a16:creationId xmlns:a16="http://schemas.microsoft.com/office/drawing/2014/main" id="{E5942F03-BEAA-4590-A4C2-8683DC5F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4187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density-3-bootstrap-2-r9-c9">
            <a:extLst xmlns:a="http://schemas.openxmlformats.org/drawingml/2006/main">
              <a:ext uri="{FF2B5EF4-FFF2-40B4-BE49-F238E27FC236}">
                <a16:creationId xmlns:a16="http://schemas.microsoft.com/office/drawing/2014/main" id="{AFF5B1AE-5AEB-4252-B6E1-3B7CC6B1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4187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density-3-bootstrap-2-r9-c10">
            <a:extLst xmlns:a="http://schemas.openxmlformats.org/drawingml/2006/main">
              <a:ext uri="{FF2B5EF4-FFF2-40B4-BE49-F238E27FC236}">
                <a16:creationId xmlns:a16="http://schemas.microsoft.com/office/drawing/2014/main" id="{DB41DB5D-9585-4CD0-9D59-F1141532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187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density-3-bootstrap-2-r10-c1">
            <a:extLst xmlns:a="http://schemas.openxmlformats.org/drawingml/2006/main">
              <a:ext uri="{FF2B5EF4-FFF2-40B4-BE49-F238E27FC236}">
                <a16:creationId xmlns:a16="http://schemas.microsoft.com/office/drawing/2014/main" id="{22E5041C-B0B3-490B-BE4E-7905330D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93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density-3-bootstrap-2-r10-c2">
            <a:extLst xmlns:a="http://schemas.openxmlformats.org/drawingml/2006/main">
              <a:ext uri="{FF2B5EF4-FFF2-40B4-BE49-F238E27FC236}">
                <a16:creationId xmlns:a16="http://schemas.microsoft.com/office/drawing/2014/main" id="{9FEA520C-F8B6-4D71-85D1-BF100D32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4293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density-3-bootstrap-2-r10-c3">
            <a:extLst xmlns:a="http://schemas.openxmlformats.org/drawingml/2006/main">
              <a:ext uri="{FF2B5EF4-FFF2-40B4-BE49-F238E27FC236}">
                <a16:creationId xmlns:a16="http://schemas.microsoft.com/office/drawing/2014/main" id="{F08B52E3-A5DA-45A3-975B-B3ADCEE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4293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density-3-bootstrap-2-r10-c4">
            <a:extLst xmlns:a="http://schemas.openxmlformats.org/drawingml/2006/main">
              <a:ext uri="{FF2B5EF4-FFF2-40B4-BE49-F238E27FC236}">
                <a16:creationId xmlns:a16="http://schemas.microsoft.com/office/drawing/2014/main" id="{CF783A40-3700-497C-A4DC-F8B5E60F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293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density-3-bootstrap-2-r10-c5">
            <a:extLst xmlns:a="http://schemas.openxmlformats.org/drawingml/2006/main">
              <a:ext uri="{FF2B5EF4-FFF2-40B4-BE49-F238E27FC236}">
                <a16:creationId xmlns:a16="http://schemas.microsoft.com/office/drawing/2014/main" id="{E1023295-0DD8-4F20-8AFE-DE66F703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4293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density-3-bootstrap-2-r10-c6">
            <a:extLst xmlns:a="http://schemas.openxmlformats.org/drawingml/2006/main">
              <a:ext uri="{FF2B5EF4-FFF2-40B4-BE49-F238E27FC236}">
                <a16:creationId xmlns:a16="http://schemas.microsoft.com/office/drawing/2014/main" id="{255BF8EE-E89E-4F88-B7FB-E8CE821C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93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density-3-bootstrap-2-r10-c7">
            <a:extLst xmlns:a="http://schemas.openxmlformats.org/drawingml/2006/main">
              <a:ext uri="{FF2B5EF4-FFF2-40B4-BE49-F238E27FC236}">
                <a16:creationId xmlns:a16="http://schemas.microsoft.com/office/drawing/2014/main" id="{74D4A8EE-A73E-47AC-BA9A-0C59391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293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density-3-bootstrap-2-r10-c8">
            <a:extLst xmlns:a="http://schemas.openxmlformats.org/drawingml/2006/main">
              <a:ext uri="{FF2B5EF4-FFF2-40B4-BE49-F238E27FC236}">
                <a16:creationId xmlns:a16="http://schemas.microsoft.com/office/drawing/2014/main" id="{D0F852CF-D6C9-4A9D-A1C9-976218CE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4293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density-3-bootstrap-2-r10-c9">
            <a:extLst xmlns:a="http://schemas.openxmlformats.org/drawingml/2006/main">
              <a:ext uri="{FF2B5EF4-FFF2-40B4-BE49-F238E27FC236}">
                <a16:creationId xmlns:a16="http://schemas.microsoft.com/office/drawing/2014/main" id="{ED48600D-2431-4D87-B3E8-1260695D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4293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density-3-bootstrap-2-r10-c10">
            <a:extLst xmlns:a="http://schemas.openxmlformats.org/drawingml/2006/main">
              <a:ext uri="{FF2B5EF4-FFF2-40B4-BE49-F238E27FC236}">
                <a16:creationId xmlns:a16="http://schemas.microsoft.com/office/drawing/2014/main" id="{D7038E99-52F6-4085-9043-95B44273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293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density-3-bootstrap-3-r1-c1">
            <a:extLst xmlns:a="http://schemas.openxmlformats.org/drawingml/2006/main">
              <a:ext uri="{FF2B5EF4-FFF2-40B4-BE49-F238E27FC236}">
                <a16:creationId xmlns:a16="http://schemas.microsoft.com/office/drawing/2014/main" id="{062134C3-567D-47A9-A2DD-FDFA704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density-3-bootstrap-3-r1-c2">
            <a:extLst xmlns:a="http://schemas.openxmlformats.org/drawingml/2006/main">
              <a:ext uri="{FF2B5EF4-FFF2-40B4-BE49-F238E27FC236}">
                <a16:creationId xmlns:a16="http://schemas.microsoft.com/office/drawing/2014/main" id="{FC8B3CFD-0BF1-44AB-9A9F-6700C0A1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4857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density-3-bootstrap-3-r1-c3">
            <a:extLst xmlns:a="http://schemas.openxmlformats.org/drawingml/2006/main">
              <a:ext uri="{FF2B5EF4-FFF2-40B4-BE49-F238E27FC236}">
                <a16:creationId xmlns:a16="http://schemas.microsoft.com/office/drawing/2014/main" id="{4FB52209-8090-41EA-A610-BA9FCBF0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4857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density-3-bootstrap-3-r1-c4">
            <a:extLst xmlns:a="http://schemas.openxmlformats.org/drawingml/2006/main">
              <a:ext uri="{FF2B5EF4-FFF2-40B4-BE49-F238E27FC236}">
                <a16:creationId xmlns:a16="http://schemas.microsoft.com/office/drawing/2014/main" id="{2A5A12B6-9848-4DB8-B0FA-D254B9A0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857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density-3-bootstrap-3-r1-c5">
            <a:extLst xmlns:a="http://schemas.openxmlformats.org/drawingml/2006/main">
              <a:ext uri="{FF2B5EF4-FFF2-40B4-BE49-F238E27FC236}">
                <a16:creationId xmlns:a16="http://schemas.microsoft.com/office/drawing/2014/main" id="{E55C9E72-1E5C-4CD4-9C73-14AEE5F1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4857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density-3-bootstrap-3-r1-c6">
            <a:extLst xmlns:a="http://schemas.openxmlformats.org/drawingml/2006/main">
              <a:ext uri="{FF2B5EF4-FFF2-40B4-BE49-F238E27FC236}">
                <a16:creationId xmlns:a16="http://schemas.microsoft.com/office/drawing/2014/main" id="{64EFA3F3-9D38-43FB-9066-2D2E6B4C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density-3-bootstrap-3-r1-c7">
            <a:extLst xmlns:a="http://schemas.openxmlformats.org/drawingml/2006/main">
              <a:ext uri="{FF2B5EF4-FFF2-40B4-BE49-F238E27FC236}">
                <a16:creationId xmlns:a16="http://schemas.microsoft.com/office/drawing/2014/main" id="{29F3351D-CF20-4337-9D11-614CE5B4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57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density-3-bootstrap-3-r1-c8">
            <a:extLst xmlns:a="http://schemas.openxmlformats.org/drawingml/2006/main">
              <a:ext uri="{FF2B5EF4-FFF2-40B4-BE49-F238E27FC236}">
                <a16:creationId xmlns:a16="http://schemas.microsoft.com/office/drawing/2014/main" id="{09288185-2A31-42F8-91FB-90B2305E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4857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density-3-bootstrap-3-r1-c9">
            <a:extLst xmlns:a="http://schemas.openxmlformats.org/drawingml/2006/main">
              <a:ext uri="{FF2B5EF4-FFF2-40B4-BE49-F238E27FC236}">
                <a16:creationId xmlns:a16="http://schemas.microsoft.com/office/drawing/2014/main" id="{7D15227E-FB41-4C4B-BF4A-44FBF058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4857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density-3-bootstrap-3-r1-c10">
            <a:extLst xmlns:a="http://schemas.openxmlformats.org/drawingml/2006/main">
              <a:ext uri="{FF2B5EF4-FFF2-40B4-BE49-F238E27FC236}">
                <a16:creationId xmlns:a16="http://schemas.microsoft.com/office/drawing/2014/main" id="{A77B8DF9-235A-4766-8BB3-D1A838EA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8577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density-3-bootstrap-3-r2-c1">
            <a:extLst xmlns:a="http://schemas.openxmlformats.org/drawingml/2006/main">
              <a:ext uri="{FF2B5EF4-FFF2-40B4-BE49-F238E27FC236}">
                <a16:creationId xmlns:a16="http://schemas.microsoft.com/office/drawing/2014/main" id="{E2293BE5-20E2-4C9D-A37E-F8A396DC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64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density-3-bootstrap-3-r2-c2">
            <a:extLst xmlns:a="http://schemas.openxmlformats.org/drawingml/2006/main">
              <a:ext uri="{FF2B5EF4-FFF2-40B4-BE49-F238E27FC236}">
                <a16:creationId xmlns:a16="http://schemas.microsoft.com/office/drawing/2014/main" id="{A6FB81B2-4B77-4302-846B-E5AB0B2A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4964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density-3-bootstrap-3-r2-c3">
            <a:extLst xmlns:a="http://schemas.openxmlformats.org/drawingml/2006/main">
              <a:ext uri="{FF2B5EF4-FFF2-40B4-BE49-F238E27FC236}">
                <a16:creationId xmlns:a16="http://schemas.microsoft.com/office/drawing/2014/main" id="{25E4D4D4-52C0-4D82-919E-D9D63DDC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4964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density-3-bootstrap-3-r2-c4">
            <a:extLst xmlns:a="http://schemas.openxmlformats.org/drawingml/2006/main">
              <a:ext uri="{FF2B5EF4-FFF2-40B4-BE49-F238E27FC236}">
                <a16:creationId xmlns:a16="http://schemas.microsoft.com/office/drawing/2014/main" id="{C3B356F7-819C-4A31-8937-6ACB240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964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density-3-bootstrap-3-r2-c5">
            <a:extLst xmlns:a="http://schemas.openxmlformats.org/drawingml/2006/main">
              <a:ext uri="{FF2B5EF4-FFF2-40B4-BE49-F238E27FC236}">
                <a16:creationId xmlns:a16="http://schemas.microsoft.com/office/drawing/2014/main" id="{55463349-D3B4-45E4-9CED-4E988B4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4964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density-3-bootstrap-3-r2-c6">
            <a:extLst xmlns:a="http://schemas.openxmlformats.org/drawingml/2006/main">
              <a:ext uri="{FF2B5EF4-FFF2-40B4-BE49-F238E27FC236}">
                <a16:creationId xmlns:a16="http://schemas.microsoft.com/office/drawing/2014/main" id="{E45FAA45-9009-40AB-AD32-814EBEA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64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density-3-bootstrap-3-r2-c7">
            <a:extLst xmlns:a="http://schemas.openxmlformats.org/drawingml/2006/main">
              <a:ext uri="{FF2B5EF4-FFF2-40B4-BE49-F238E27FC236}">
                <a16:creationId xmlns:a16="http://schemas.microsoft.com/office/drawing/2014/main" id="{8260B760-F660-47E4-B2F2-0106E332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964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density-3-bootstrap-3-r2-c8">
            <a:extLst xmlns:a="http://schemas.openxmlformats.org/drawingml/2006/main">
              <a:ext uri="{FF2B5EF4-FFF2-40B4-BE49-F238E27FC236}">
                <a16:creationId xmlns:a16="http://schemas.microsoft.com/office/drawing/2014/main" id="{6586B2AE-FD11-42E5-8A84-72AAF44F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4964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density-3-bootstrap-3-r2-c9">
            <a:extLst xmlns:a="http://schemas.openxmlformats.org/drawingml/2006/main">
              <a:ext uri="{FF2B5EF4-FFF2-40B4-BE49-F238E27FC236}">
                <a16:creationId xmlns:a16="http://schemas.microsoft.com/office/drawing/2014/main" id="{B5710AA8-767C-4614-B49E-CA049D79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4964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density-3-bootstrap-3-r2-c10">
            <a:extLst xmlns:a="http://schemas.openxmlformats.org/drawingml/2006/main">
              <a:ext uri="{FF2B5EF4-FFF2-40B4-BE49-F238E27FC236}">
                <a16:creationId xmlns:a16="http://schemas.microsoft.com/office/drawing/2014/main" id="{05B46580-A6D2-4F7E-9686-CCED45C4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9644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density-3-bootstrap-3-r3-c1">
            <a:extLst xmlns:a="http://schemas.openxmlformats.org/drawingml/2006/main">
              <a:ext uri="{FF2B5EF4-FFF2-40B4-BE49-F238E27FC236}">
                <a16:creationId xmlns:a16="http://schemas.microsoft.com/office/drawing/2014/main" id="{12D5B8A2-D1AC-42EF-A8FC-09FBAF2B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71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density-3-bootstrap-3-r3-c2">
            <a:extLst xmlns:a="http://schemas.openxmlformats.org/drawingml/2006/main">
              <a:ext uri="{FF2B5EF4-FFF2-40B4-BE49-F238E27FC236}">
                <a16:creationId xmlns:a16="http://schemas.microsoft.com/office/drawing/2014/main" id="{24549DC9-E6C6-4A80-8739-6A21F7C1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5071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density-3-bootstrap-3-r3-c3">
            <a:extLst xmlns:a="http://schemas.openxmlformats.org/drawingml/2006/main">
              <a:ext uri="{FF2B5EF4-FFF2-40B4-BE49-F238E27FC236}">
                <a16:creationId xmlns:a16="http://schemas.microsoft.com/office/drawing/2014/main" id="{F8AD6715-5CD5-4FE9-B687-790E54C6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5071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density-3-bootstrap-3-r3-c4">
            <a:extLst xmlns:a="http://schemas.openxmlformats.org/drawingml/2006/main">
              <a:ext uri="{FF2B5EF4-FFF2-40B4-BE49-F238E27FC236}">
                <a16:creationId xmlns:a16="http://schemas.microsoft.com/office/drawing/2014/main" id="{C59AF435-F0A6-4010-B0B2-656238D8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071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density-3-bootstrap-3-r3-c5">
            <a:extLst xmlns:a="http://schemas.openxmlformats.org/drawingml/2006/main">
              <a:ext uri="{FF2B5EF4-FFF2-40B4-BE49-F238E27FC236}">
                <a16:creationId xmlns:a16="http://schemas.microsoft.com/office/drawing/2014/main" id="{3DC61D4A-B005-4C91-A270-12D355FB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5071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density-3-bootstrap-3-r3-c6">
            <a:extLst xmlns:a="http://schemas.openxmlformats.org/drawingml/2006/main">
              <a:ext uri="{FF2B5EF4-FFF2-40B4-BE49-F238E27FC236}">
                <a16:creationId xmlns:a16="http://schemas.microsoft.com/office/drawing/2014/main" id="{8978CEC1-1B87-47E0-8D5E-BAC7A3F6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71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density-3-bootstrap-3-r3-c7">
            <a:extLst xmlns:a="http://schemas.openxmlformats.org/drawingml/2006/main">
              <a:ext uri="{FF2B5EF4-FFF2-40B4-BE49-F238E27FC236}">
                <a16:creationId xmlns:a16="http://schemas.microsoft.com/office/drawing/2014/main" id="{82B442AC-2919-4594-8735-7EB42795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71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density-3-bootstrap-3-r3-c8">
            <a:extLst xmlns:a="http://schemas.openxmlformats.org/drawingml/2006/main">
              <a:ext uri="{FF2B5EF4-FFF2-40B4-BE49-F238E27FC236}">
                <a16:creationId xmlns:a16="http://schemas.microsoft.com/office/drawing/2014/main" id="{F868F714-2162-47A7-A575-8D55BDBF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5071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density-3-bootstrap-3-r3-c9">
            <a:extLst xmlns:a="http://schemas.openxmlformats.org/drawingml/2006/main">
              <a:ext uri="{FF2B5EF4-FFF2-40B4-BE49-F238E27FC236}">
                <a16:creationId xmlns:a16="http://schemas.microsoft.com/office/drawing/2014/main" id="{3E660A8C-422B-4CDD-96A5-6E713591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5071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density-3-bootstrap-3-r3-c10">
            <a:extLst xmlns:a="http://schemas.openxmlformats.org/drawingml/2006/main">
              <a:ext uri="{FF2B5EF4-FFF2-40B4-BE49-F238E27FC236}">
                <a16:creationId xmlns:a16="http://schemas.microsoft.com/office/drawing/2014/main" id="{52973A52-7FF4-4EA8-BA4C-B7190CA5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0711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density-3-bootstrap-3-r4-c1">
            <a:extLst xmlns:a="http://schemas.openxmlformats.org/drawingml/2006/main">
              <a:ext uri="{FF2B5EF4-FFF2-40B4-BE49-F238E27FC236}">
                <a16:creationId xmlns:a16="http://schemas.microsoft.com/office/drawing/2014/main" id="{7C36530A-462B-4F4C-A61A-8E0717C4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77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density-3-bootstrap-3-r4-c2">
            <a:extLst xmlns:a="http://schemas.openxmlformats.org/drawingml/2006/main">
              <a:ext uri="{FF2B5EF4-FFF2-40B4-BE49-F238E27FC236}">
                <a16:creationId xmlns:a16="http://schemas.microsoft.com/office/drawing/2014/main" id="{8F299490-61F7-4CF6-8E69-880CDFEA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5177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density-3-bootstrap-3-r4-c3">
            <a:extLst xmlns:a="http://schemas.openxmlformats.org/drawingml/2006/main">
              <a:ext uri="{FF2B5EF4-FFF2-40B4-BE49-F238E27FC236}">
                <a16:creationId xmlns:a16="http://schemas.microsoft.com/office/drawing/2014/main" id="{86EFCEAE-E185-4029-AB00-B86C00C1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5177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density-3-bootstrap-3-r4-c4">
            <a:extLst xmlns:a="http://schemas.openxmlformats.org/drawingml/2006/main">
              <a:ext uri="{FF2B5EF4-FFF2-40B4-BE49-F238E27FC236}">
                <a16:creationId xmlns:a16="http://schemas.microsoft.com/office/drawing/2014/main" id="{95F7A4BE-475A-4BD8-9BF8-A83CBC24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177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density-3-bootstrap-3-r4-c5">
            <a:extLst xmlns:a="http://schemas.openxmlformats.org/drawingml/2006/main">
              <a:ext uri="{FF2B5EF4-FFF2-40B4-BE49-F238E27FC236}">
                <a16:creationId xmlns:a16="http://schemas.microsoft.com/office/drawing/2014/main" id="{EAA2A76C-D533-453E-A439-6F433B78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5177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density-3-bootstrap-3-r4-c6">
            <a:extLst xmlns:a="http://schemas.openxmlformats.org/drawingml/2006/main">
              <a:ext uri="{FF2B5EF4-FFF2-40B4-BE49-F238E27FC236}">
                <a16:creationId xmlns:a16="http://schemas.microsoft.com/office/drawing/2014/main" id="{C2E16392-CA98-4529-815F-62F8A1C5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77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density-3-bootstrap-3-r4-c7">
            <a:extLst xmlns:a="http://schemas.openxmlformats.org/drawingml/2006/main">
              <a:ext uri="{FF2B5EF4-FFF2-40B4-BE49-F238E27FC236}">
                <a16:creationId xmlns:a16="http://schemas.microsoft.com/office/drawing/2014/main" id="{947C3B5B-323B-4231-8031-BB7D87A8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77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density-3-bootstrap-3-r4-c8">
            <a:extLst xmlns:a="http://schemas.openxmlformats.org/drawingml/2006/main">
              <a:ext uri="{FF2B5EF4-FFF2-40B4-BE49-F238E27FC236}">
                <a16:creationId xmlns:a16="http://schemas.microsoft.com/office/drawing/2014/main" id="{8C25E9AB-63FA-4DFF-942B-A603700E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5177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density-3-bootstrap-3-r4-c9">
            <a:extLst xmlns:a="http://schemas.openxmlformats.org/drawingml/2006/main">
              <a:ext uri="{FF2B5EF4-FFF2-40B4-BE49-F238E27FC236}">
                <a16:creationId xmlns:a16="http://schemas.microsoft.com/office/drawing/2014/main" id="{6DCDE84D-5158-4827-953C-06F80C93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5177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density-3-bootstrap-3-r4-c10">
            <a:extLst xmlns:a="http://schemas.openxmlformats.org/drawingml/2006/main">
              <a:ext uri="{FF2B5EF4-FFF2-40B4-BE49-F238E27FC236}">
                <a16:creationId xmlns:a16="http://schemas.microsoft.com/office/drawing/2014/main" id="{A414D587-2A8C-47E1-AAD0-9617110B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1777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density-3-bootstrap-3-r5-c1">
            <a:extLst xmlns:a="http://schemas.openxmlformats.org/drawingml/2006/main">
              <a:ext uri="{FF2B5EF4-FFF2-40B4-BE49-F238E27FC236}">
                <a16:creationId xmlns:a16="http://schemas.microsoft.com/office/drawing/2014/main" id="{D5E261A6-ED78-4D80-B0FB-41ABCE98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84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density-3-bootstrap-3-r5-c2">
            <a:extLst xmlns:a="http://schemas.openxmlformats.org/drawingml/2006/main">
              <a:ext uri="{FF2B5EF4-FFF2-40B4-BE49-F238E27FC236}">
                <a16:creationId xmlns:a16="http://schemas.microsoft.com/office/drawing/2014/main" id="{39B15519-9FEB-485E-9DF9-6AE80282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5284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density-3-bootstrap-3-r5-c3">
            <a:extLst xmlns:a="http://schemas.openxmlformats.org/drawingml/2006/main">
              <a:ext uri="{FF2B5EF4-FFF2-40B4-BE49-F238E27FC236}">
                <a16:creationId xmlns:a16="http://schemas.microsoft.com/office/drawing/2014/main" id="{FD2507F0-9C27-4EF0-8410-2D028564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5284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density-3-bootstrap-3-r5-c4">
            <a:extLst xmlns:a="http://schemas.openxmlformats.org/drawingml/2006/main">
              <a:ext uri="{FF2B5EF4-FFF2-40B4-BE49-F238E27FC236}">
                <a16:creationId xmlns:a16="http://schemas.microsoft.com/office/drawing/2014/main" id="{6F697604-3DCB-4198-8A9D-096D77CD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284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density-3-bootstrap-3-r5-c5">
            <a:extLst xmlns:a="http://schemas.openxmlformats.org/drawingml/2006/main">
              <a:ext uri="{FF2B5EF4-FFF2-40B4-BE49-F238E27FC236}">
                <a16:creationId xmlns:a16="http://schemas.microsoft.com/office/drawing/2014/main" id="{16EF7671-7677-47BC-9C92-5FB21B4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5284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density-3-bootstrap-3-r5-c6">
            <a:extLst xmlns:a="http://schemas.openxmlformats.org/drawingml/2006/main">
              <a:ext uri="{FF2B5EF4-FFF2-40B4-BE49-F238E27FC236}">
                <a16:creationId xmlns:a16="http://schemas.microsoft.com/office/drawing/2014/main" id="{ED6F7189-4693-413B-9070-6C8771C8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84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density-3-bootstrap-3-r5-c7">
            <a:extLst xmlns:a="http://schemas.openxmlformats.org/drawingml/2006/main">
              <a:ext uri="{FF2B5EF4-FFF2-40B4-BE49-F238E27FC236}">
                <a16:creationId xmlns:a16="http://schemas.microsoft.com/office/drawing/2014/main" id="{08B6F3DE-E6BE-447D-A270-E66CD999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284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density-3-bootstrap-3-r5-c8">
            <a:extLst xmlns:a="http://schemas.openxmlformats.org/drawingml/2006/main">
              <a:ext uri="{FF2B5EF4-FFF2-40B4-BE49-F238E27FC236}">
                <a16:creationId xmlns:a16="http://schemas.microsoft.com/office/drawing/2014/main" id="{59439950-96CA-4545-8432-2B1482E8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5284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density-3-bootstrap-3-r5-c9">
            <a:extLst xmlns:a="http://schemas.openxmlformats.org/drawingml/2006/main">
              <a:ext uri="{FF2B5EF4-FFF2-40B4-BE49-F238E27FC236}">
                <a16:creationId xmlns:a16="http://schemas.microsoft.com/office/drawing/2014/main" id="{AD5528F6-4678-4500-8F8E-60C2CD82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5284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9" name="density-3-bootstrap-3-r5-c10">
            <a:extLst xmlns:a="http://schemas.openxmlformats.org/drawingml/2006/main">
              <a:ext uri="{FF2B5EF4-FFF2-40B4-BE49-F238E27FC236}">
                <a16:creationId xmlns:a16="http://schemas.microsoft.com/office/drawing/2014/main" id="{549581A7-6765-40C6-99FE-3D0F7316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2844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density-3-bootstrap-3-r6-c1">
            <a:extLst xmlns:a="http://schemas.openxmlformats.org/drawingml/2006/main">
              <a:ext uri="{FF2B5EF4-FFF2-40B4-BE49-F238E27FC236}">
                <a16:creationId xmlns:a16="http://schemas.microsoft.com/office/drawing/2014/main" id="{AE79A522-A5CD-4683-930C-1A548190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91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density-3-bootstrap-3-r6-c2">
            <a:extLst xmlns:a="http://schemas.openxmlformats.org/drawingml/2006/main">
              <a:ext uri="{FF2B5EF4-FFF2-40B4-BE49-F238E27FC236}">
                <a16:creationId xmlns:a16="http://schemas.microsoft.com/office/drawing/2014/main" id="{99434677-417A-48AA-AB49-91BC1BBD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5391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density-3-bootstrap-3-r6-c3">
            <a:extLst xmlns:a="http://schemas.openxmlformats.org/drawingml/2006/main">
              <a:ext uri="{FF2B5EF4-FFF2-40B4-BE49-F238E27FC236}">
                <a16:creationId xmlns:a16="http://schemas.microsoft.com/office/drawing/2014/main" id="{0AFCAF6D-9B44-41B5-AD63-9D1BA5A3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5391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3" name="density-3-bootstrap-3-r6-c4">
            <a:extLst xmlns:a="http://schemas.openxmlformats.org/drawingml/2006/main">
              <a:ext uri="{FF2B5EF4-FFF2-40B4-BE49-F238E27FC236}">
                <a16:creationId xmlns:a16="http://schemas.microsoft.com/office/drawing/2014/main" id="{6C29F1FE-EB2E-4FCB-8497-978AD25F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391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density-3-bootstrap-3-r6-c5">
            <a:extLst xmlns:a="http://schemas.openxmlformats.org/drawingml/2006/main">
              <a:ext uri="{FF2B5EF4-FFF2-40B4-BE49-F238E27FC236}">
                <a16:creationId xmlns:a16="http://schemas.microsoft.com/office/drawing/2014/main" id="{2203E303-BD32-47B4-BC5F-789E3E1B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5391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5" name="density-3-bootstrap-3-r6-c6">
            <a:extLst xmlns:a="http://schemas.openxmlformats.org/drawingml/2006/main">
              <a:ext uri="{FF2B5EF4-FFF2-40B4-BE49-F238E27FC236}">
                <a16:creationId xmlns:a16="http://schemas.microsoft.com/office/drawing/2014/main" id="{FDFFE618-6884-48AF-B19D-F314AE34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91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density-3-bootstrap-3-r6-c7">
            <a:extLst xmlns:a="http://schemas.openxmlformats.org/drawingml/2006/main">
              <a:ext uri="{FF2B5EF4-FFF2-40B4-BE49-F238E27FC236}">
                <a16:creationId xmlns:a16="http://schemas.microsoft.com/office/drawing/2014/main" id="{13481411-F6FA-450C-BC89-F840652E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391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7" name="density-3-bootstrap-3-r6-c8">
            <a:extLst xmlns:a="http://schemas.openxmlformats.org/drawingml/2006/main">
              <a:ext uri="{FF2B5EF4-FFF2-40B4-BE49-F238E27FC236}">
                <a16:creationId xmlns:a16="http://schemas.microsoft.com/office/drawing/2014/main" id="{EA432502-FBCF-431D-98AE-8EB5B54F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5391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density-3-bootstrap-3-r6-c9">
            <a:extLst xmlns:a="http://schemas.openxmlformats.org/drawingml/2006/main">
              <a:ext uri="{FF2B5EF4-FFF2-40B4-BE49-F238E27FC236}">
                <a16:creationId xmlns:a16="http://schemas.microsoft.com/office/drawing/2014/main" id="{CFC9583A-A626-455E-AA18-591C1057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5391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density-3-bootstrap-3-r6-c10">
            <a:extLst xmlns:a="http://schemas.openxmlformats.org/drawingml/2006/main">
              <a:ext uri="{FF2B5EF4-FFF2-40B4-BE49-F238E27FC236}">
                <a16:creationId xmlns:a16="http://schemas.microsoft.com/office/drawing/2014/main" id="{78201589-AB0D-40A1-9F08-ECE2BBE3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39115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density-3-bootstrap-3-r7-c1">
            <a:extLst xmlns:a="http://schemas.openxmlformats.org/drawingml/2006/main">
              <a:ext uri="{FF2B5EF4-FFF2-40B4-BE49-F238E27FC236}">
                <a16:creationId xmlns:a16="http://schemas.microsoft.com/office/drawing/2014/main" id="{D2DD7D66-88A7-4F37-81B9-F5E92E4A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97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density-3-bootstrap-3-r7-c2">
            <a:extLst xmlns:a="http://schemas.openxmlformats.org/drawingml/2006/main">
              <a:ext uri="{FF2B5EF4-FFF2-40B4-BE49-F238E27FC236}">
                <a16:creationId xmlns:a16="http://schemas.microsoft.com/office/drawing/2014/main" id="{74DAB524-F467-4A39-8594-F05EB76F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5497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density-3-bootstrap-3-r7-c3">
            <a:extLst xmlns:a="http://schemas.openxmlformats.org/drawingml/2006/main">
              <a:ext uri="{FF2B5EF4-FFF2-40B4-BE49-F238E27FC236}">
                <a16:creationId xmlns:a16="http://schemas.microsoft.com/office/drawing/2014/main" id="{44CB6339-878A-401C-8957-27F82301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5497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density-3-bootstrap-3-r7-c4">
            <a:extLst xmlns:a="http://schemas.openxmlformats.org/drawingml/2006/main">
              <a:ext uri="{FF2B5EF4-FFF2-40B4-BE49-F238E27FC236}">
                <a16:creationId xmlns:a16="http://schemas.microsoft.com/office/drawing/2014/main" id="{0C5E1859-6D99-4445-83BE-185B562D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497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density-3-bootstrap-3-r7-c5">
            <a:extLst xmlns:a="http://schemas.openxmlformats.org/drawingml/2006/main">
              <a:ext uri="{FF2B5EF4-FFF2-40B4-BE49-F238E27FC236}">
                <a16:creationId xmlns:a16="http://schemas.microsoft.com/office/drawing/2014/main" id="{E2CC3D0C-E57E-4B0A-9482-1DC0CDB1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5497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density-3-bootstrap-3-r7-c6">
            <a:extLst xmlns:a="http://schemas.openxmlformats.org/drawingml/2006/main">
              <a:ext uri="{FF2B5EF4-FFF2-40B4-BE49-F238E27FC236}">
                <a16:creationId xmlns:a16="http://schemas.microsoft.com/office/drawing/2014/main" id="{EF2C3142-D07C-4A38-995A-0E91B993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97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density-3-bootstrap-3-r7-c7">
            <a:extLst xmlns:a="http://schemas.openxmlformats.org/drawingml/2006/main">
              <a:ext uri="{FF2B5EF4-FFF2-40B4-BE49-F238E27FC236}">
                <a16:creationId xmlns:a16="http://schemas.microsoft.com/office/drawing/2014/main" id="{471B5C39-854C-4474-9474-3679C482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497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density-3-bootstrap-3-r7-c8">
            <a:extLst xmlns:a="http://schemas.openxmlformats.org/drawingml/2006/main">
              <a:ext uri="{FF2B5EF4-FFF2-40B4-BE49-F238E27FC236}">
                <a16:creationId xmlns:a16="http://schemas.microsoft.com/office/drawing/2014/main" id="{5D78E95E-A80A-482A-879A-A9452E23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5497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density-3-bootstrap-3-r7-c9">
            <a:extLst xmlns:a="http://schemas.openxmlformats.org/drawingml/2006/main">
              <a:ext uri="{FF2B5EF4-FFF2-40B4-BE49-F238E27FC236}">
                <a16:creationId xmlns:a16="http://schemas.microsoft.com/office/drawing/2014/main" id="{5C60F51F-3B0F-4722-B5B3-1F42D81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5497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9" name="density-3-bootstrap-3-r7-c10">
            <a:extLst xmlns:a="http://schemas.openxmlformats.org/drawingml/2006/main">
              <a:ext uri="{FF2B5EF4-FFF2-40B4-BE49-F238E27FC236}">
                <a16:creationId xmlns:a16="http://schemas.microsoft.com/office/drawing/2014/main" id="{A5E67302-0A4D-49BA-9342-9FC97CF2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49783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density-3-bootstrap-3-r8-c1">
            <a:extLst xmlns:a="http://schemas.openxmlformats.org/drawingml/2006/main">
              <a:ext uri="{FF2B5EF4-FFF2-40B4-BE49-F238E27FC236}">
                <a16:creationId xmlns:a16="http://schemas.microsoft.com/office/drawing/2014/main" id="{22A3482D-85DC-4C51-97BF-88D644D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04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1" name="density-3-bootstrap-3-r8-c2">
            <a:extLst xmlns:a="http://schemas.openxmlformats.org/drawingml/2006/main">
              <a:ext uri="{FF2B5EF4-FFF2-40B4-BE49-F238E27FC236}">
                <a16:creationId xmlns:a16="http://schemas.microsoft.com/office/drawing/2014/main" id="{3054327F-920F-4ADA-B375-A08D939F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5604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density-3-bootstrap-3-r8-c3">
            <a:extLst xmlns:a="http://schemas.openxmlformats.org/drawingml/2006/main">
              <a:ext uri="{FF2B5EF4-FFF2-40B4-BE49-F238E27FC236}">
                <a16:creationId xmlns:a16="http://schemas.microsoft.com/office/drawing/2014/main" id="{13C46AED-A376-4006-B7F5-2AC2B7BF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5604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density-3-bootstrap-3-r8-c4">
            <a:extLst xmlns:a="http://schemas.openxmlformats.org/drawingml/2006/main">
              <a:ext uri="{FF2B5EF4-FFF2-40B4-BE49-F238E27FC236}">
                <a16:creationId xmlns:a16="http://schemas.microsoft.com/office/drawing/2014/main" id="{3F64BF7C-6230-42F1-8061-7108C10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604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density-3-bootstrap-3-r8-c5">
            <a:extLst xmlns:a="http://schemas.openxmlformats.org/drawingml/2006/main">
              <a:ext uri="{FF2B5EF4-FFF2-40B4-BE49-F238E27FC236}">
                <a16:creationId xmlns:a16="http://schemas.microsoft.com/office/drawing/2014/main" id="{F3AE66EB-9F7D-4206-8605-33A632CD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5604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5" name="density-3-bootstrap-3-r8-c6">
            <a:extLst xmlns:a="http://schemas.openxmlformats.org/drawingml/2006/main">
              <a:ext uri="{FF2B5EF4-FFF2-40B4-BE49-F238E27FC236}">
                <a16:creationId xmlns:a16="http://schemas.microsoft.com/office/drawing/2014/main" id="{96E94668-F727-47AD-9FAE-AAB5B568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04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density-3-bootstrap-3-r8-c7">
            <a:extLst xmlns:a="http://schemas.openxmlformats.org/drawingml/2006/main">
              <a:ext uri="{FF2B5EF4-FFF2-40B4-BE49-F238E27FC236}">
                <a16:creationId xmlns:a16="http://schemas.microsoft.com/office/drawing/2014/main" id="{647ABED1-206F-476A-9253-9FFD132F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604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density-3-bootstrap-3-r8-c8">
            <a:extLst xmlns:a="http://schemas.openxmlformats.org/drawingml/2006/main">
              <a:ext uri="{FF2B5EF4-FFF2-40B4-BE49-F238E27FC236}">
                <a16:creationId xmlns:a16="http://schemas.microsoft.com/office/drawing/2014/main" id="{E4BCB7DA-5645-4F25-B832-51143A82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5604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density-3-bootstrap-3-r8-c9">
            <a:extLst xmlns:a="http://schemas.openxmlformats.org/drawingml/2006/main">
              <a:ext uri="{FF2B5EF4-FFF2-40B4-BE49-F238E27FC236}">
                <a16:creationId xmlns:a16="http://schemas.microsoft.com/office/drawing/2014/main" id="{33F3655A-F54E-4BE5-95EF-B5992240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5604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9" name="density-3-bootstrap-3-r8-c10">
            <a:extLst xmlns:a="http://schemas.openxmlformats.org/drawingml/2006/main">
              <a:ext uri="{FF2B5EF4-FFF2-40B4-BE49-F238E27FC236}">
                <a16:creationId xmlns:a16="http://schemas.microsoft.com/office/drawing/2014/main" id="{A46B794D-BB1F-4142-97CC-681A65AD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60451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density-3-bootstrap-3-r9-c1">
            <a:extLst xmlns:a="http://schemas.openxmlformats.org/drawingml/2006/main">
              <a:ext uri="{FF2B5EF4-FFF2-40B4-BE49-F238E27FC236}">
                <a16:creationId xmlns:a16="http://schemas.microsoft.com/office/drawing/2014/main" id="{20935668-1DD4-421A-9C89-C83F0D6D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11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1" name="density-3-bootstrap-3-r9-c2">
            <a:extLst xmlns:a="http://schemas.openxmlformats.org/drawingml/2006/main">
              <a:ext uri="{FF2B5EF4-FFF2-40B4-BE49-F238E27FC236}">
                <a16:creationId xmlns:a16="http://schemas.microsoft.com/office/drawing/2014/main" id="{21705619-612D-494A-A631-3D2B0268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5711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density-3-bootstrap-3-r9-c3">
            <a:extLst xmlns:a="http://schemas.openxmlformats.org/drawingml/2006/main">
              <a:ext uri="{FF2B5EF4-FFF2-40B4-BE49-F238E27FC236}">
                <a16:creationId xmlns:a16="http://schemas.microsoft.com/office/drawing/2014/main" id="{BCBE46F9-1483-475A-A09F-BBD3ABE0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5711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density-3-bootstrap-3-r9-c4">
            <a:extLst xmlns:a="http://schemas.openxmlformats.org/drawingml/2006/main">
              <a:ext uri="{FF2B5EF4-FFF2-40B4-BE49-F238E27FC236}">
                <a16:creationId xmlns:a16="http://schemas.microsoft.com/office/drawing/2014/main" id="{0824E593-E635-4DD0-8A99-FF9A5F31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711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density-3-bootstrap-3-r9-c5">
            <a:extLst xmlns:a="http://schemas.openxmlformats.org/drawingml/2006/main">
              <a:ext uri="{FF2B5EF4-FFF2-40B4-BE49-F238E27FC236}">
                <a16:creationId xmlns:a16="http://schemas.microsoft.com/office/drawing/2014/main" id="{220B38DA-3E11-4FB8-850E-1DC3DB72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5711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density-3-bootstrap-3-r9-c6">
            <a:extLst xmlns:a="http://schemas.openxmlformats.org/drawingml/2006/main">
              <a:ext uri="{FF2B5EF4-FFF2-40B4-BE49-F238E27FC236}">
                <a16:creationId xmlns:a16="http://schemas.microsoft.com/office/drawing/2014/main" id="{D0C28E9B-139D-4D67-BC67-A464AC42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11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" name="density-3-bootstrap-3-r9-c7">
            <a:extLst xmlns:a="http://schemas.openxmlformats.org/drawingml/2006/main">
              <a:ext uri="{FF2B5EF4-FFF2-40B4-BE49-F238E27FC236}">
                <a16:creationId xmlns:a16="http://schemas.microsoft.com/office/drawing/2014/main" id="{8CD87D04-0C51-49E6-BC02-0BE45A85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711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density-3-bootstrap-3-r9-c8">
            <a:extLst xmlns:a="http://schemas.openxmlformats.org/drawingml/2006/main">
              <a:ext uri="{FF2B5EF4-FFF2-40B4-BE49-F238E27FC236}">
                <a16:creationId xmlns:a16="http://schemas.microsoft.com/office/drawing/2014/main" id="{3BE47C2D-3CF5-4520-BADD-9F58F72E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5711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density-3-bootstrap-3-r9-c9">
            <a:extLst xmlns:a="http://schemas.openxmlformats.org/drawingml/2006/main">
              <a:ext uri="{FF2B5EF4-FFF2-40B4-BE49-F238E27FC236}">
                <a16:creationId xmlns:a16="http://schemas.microsoft.com/office/drawing/2014/main" id="{5129DF88-2958-4B54-A225-66C6A81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5711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9" name="density-3-bootstrap-3-r9-c10">
            <a:extLst xmlns:a="http://schemas.openxmlformats.org/drawingml/2006/main">
              <a:ext uri="{FF2B5EF4-FFF2-40B4-BE49-F238E27FC236}">
                <a16:creationId xmlns:a16="http://schemas.microsoft.com/office/drawing/2014/main" id="{A6136971-01F6-43B1-82CB-41E25FC3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71119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density-3-bootstrap-3-r10-c1">
            <a:extLst xmlns:a="http://schemas.openxmlformats.org/drawingml/2006/main">
              <a:ext uri="{FF2B5EF4-FFF2-40B4-BE49-F238E27FC236}">
                <a16:creationId xmlns:a16="http://schemas.microsoft.com/office/drawing/2014/main" id="{64863364-D5AE-4DF0-B2FC-3746D4FD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17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density-3-bootstrap-3-r10-c2">
            <a:extLst xmlns:a="http://schemas.openxmlformats.org/drawingml/2006/main">
              <a:ext uri="{FF2B5EF4-FFF2-40B4-BE49-F238E27FC236}">
                <a16:creationId xmlns:a16="http://schemas.microsoft.com/office/drawing/2014/main" id="{9DE62E02-B2CB-4F7C-901D-E6070926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5817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density-3-bootstrap-3-r10-c3">
            <a:extLst xmlns:a="http://schemas.openxmlformats.org/drawingml/2006/main">
              <a:ext uri="{FF2B5EF4-FFF2-40B4-BE49-F238E27FC236}">
                <a16:creationId xmlns:a16="http://schemas.microsoft.com/office/drawing/2014/main" id="{38809F84-5446-48B4-97AF-2626662C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60" y="5817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density-3-bootstrap-3-r10-c4">
            <a:extLst xmlns:a="http://schemas.openxmlformats.org/drawingml/2006/main">
              <a:ext uri="{FF2B5EF4-FFF2-40B4-BE49-F238E27FC236}">
                <a16:creationId xmlns:a16="http://schemas.microsoft.com/office/drawing/2014/main" id="{C6DC62A0-DE33-47C3-83E9-4FCFFD78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817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density-3-bootstrap-3-r10-c5">
            <a:extLst xmlns:a="http://schemas.openxmlformats.org/drawingml/2006/main">
              <a:ext uri="{FF2B5EF4-FFF2-40B4-BE49-F238E27FC236}">
                <a16:creationId xmlns:a16="http://schemas.microsoft.com/office/drawing/2014/main" id="{8E489E15-695C-41E2-A52C-5C7B7A8B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720" y="5817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5" name="density-3-bootstrap-3-r10-c6">
            <a:extLst xmlns:a="http://schemas.openxmlformats.org/drawingml/2006/main">
              <a:ext uri="{FF2B5EF4-FFF2-40B4-BE49-F238E27FC236}">
                <a16:creationId xmlns:a16="http://schemas.microsoft.com/office/drawing/2014/main" id="{FE5D9444-F9DE-451C-882C-FD5297C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17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density-3-bootstrap-3-r10-c7">
            <a:extLst xmlns:a="http://schemas.openxmlformats.org/drawingml/2006/main">
              <a:ext uri="{FF2B5EF4-FFF2-40B4-BE49-F238E27FC236}">
                <a16:creationId xmlns:a16="http://schemas.microsoft.com/office/drawing/2014/main" id="{2C0CB223-BA6F-43DD-A3CA-8F79FA4B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817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7" name="density-3-bootstrap-3-r10-c8">
            <a:extLst xmlns:a="http://schemas.openxmlformats.org/drawingml/2006/main">
              <a:ext uri="{FF2B5EF4-FFF2-40B4-BE49-F238E27FC236}">
                <a16:creationId xmlns:a16="http://schemas.microsoft.com/office/drawing/2014/main" id="{529E9FED-E946-4E12-8188-4A0111C0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5817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7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density-3-bootstrap-3-r10-c9">
            <a:extLst xmlns:a="http://schemas.openxmlformats.org/drawingml/2006/main">
              <a:ext uri="{FF2B5EF4-FFF2-40B4-BE49-F238E27FC236}">
                <a16:creationId xmlns:a16="http://schemas.microsoft.com/office/drawing/2014/main" id="{79956CEB-1519-487F-84AB-159549F2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5817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density-3-bootstrap-3-r10-c10">
            <a:extLst xmlns:a="http://schemas.openxmlformats.org/drawingml/2006/main">
              <a:ext uri="{FF2B5EF4-FFF2-40B4-BE49-F238E27FC236}">
                <a16:creationId xmlns:a16="http://schemas.microsoft.com/office/drawing/2014/main" id="{7ECA4BC1-C972-4260-885D-98DDCE97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5817870"/>
            <a:ext cx="108109" cy="108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3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density-3-ellipsis-1">
            <a:extLst xmlns:a="http://schemas.openxmlformats.org/drawingml/2006/main">
              <a:ext uri="{FF2B5EF4-FFF2-40B4-BE49-F238E27FC236}">
                <a16:creationId xmlns:a16="http://schemas.microsoft.com/office/drawing/2014/main" id="{7D3527B5-29E2-4FCC-A1FC-19125563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density-3-ellipsis-2">
            <a:extLst xmlns:a="http://schemas.openxmlformats.org/drawingml/2006/main">
              <a:ext uri="{FF2B5EF4-FFF2-40B4-BE49-F238E27FC236}">
                <a16:creationId xmlns:a16="http://schemas.microsoft.com/office/drawing/2014/main" id="{03D5ABBA-E5FD-4DC9-BBF2-C389D881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density-3-ellipsis-3">
            <a:extLst xmlns:a="http://schemas.openxmlformats.org/drawingml/2006/main">
              <a:ext uri="{FF2B5EF4-FFF2-40B4-BE49-F238E27FC236}">
                <a16:creationId xmlns:a16="http://schemas.microsoft.com/office/drawing/2014/main" id="{30D698F2-8405-4E3C-8EB6-F9D53A5E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3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606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2026-08-18T11:52:55.3040000Z</dcterms:created>
  <dcterms:modified xsi:type="dcterms:W3CDTF">2026-08-18T11:52:55.3040000Z</dcterms:modified>
</coreProperties>
</file>